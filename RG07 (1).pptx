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9" r:id="rId1"/>
  </p:sldMasterIdLst>
  <p:notesMasterIdLst>
    <p:notesMasterId r:id="rId59"/>
  </p:notesMasterIdLst>
  <p:sldIdLst>
    <p:sldId id="256" r:id="rId2"/>
    <p:sldId id="489" r:id="rId3"/>
    <p:sldId id="468" r:id="rId4"/>
    <p:sldId id="469" r:id="rId5"/>
    <p:sldId id="470" r:id="rId6"/>
    <p:sldId id="471" r:id="rId7"/>
    <p:sldId id="472" r:id="rId8"/>
    <p:sldId id="475" r:id="rId9"/>
    <p:sldId id="476" r:id="rId10"/>
    <p:sldId id="477" r:id="rId11"/>
    <p:sldId id="478" r:id="rId12"/>
    <p:sldId id="479" r:id="rId13"/>
    <p:sldId id="481" r:id="rId14"/>
    <p:sldId id="483" r:id="rId15"/>
    <p:sldId id="314" r:id="rId16"/>
    <p:sldId id="390" r:id="rId17"/>
    <p:sldId id="372" r:id="rId18"/>
    <p:sldId id="315" r:id="rId19"/>
    <p:sldId id="317" r:id="rId20"/>
    <p:sldId id="318" r:id="rId21"/>
    <p:sldId id="345" r:id="rId22"/>
    <p:sldId id="319" r:id="rId23"/>
    <p:sldId id="320" r:id="rId24"/>
    <p:sldId id="321" r:id="rId25"/>
    <p:sldId id="346" r:id="rId26"/>
    <p:sldId id="347" r:id="rId27"/>
    <p:sldId id="373" r:id="rId28"/>
    <p:sldId id="374" r:id="rId29"/>
    <p:sldId id="323" r:id="rId30"/>
    <p:sldId id="324" r:id="rId31"/>
    <p:sldId id="325" r:id="rId32"/>
    <p:sldId id="327" r:id="rId33"/>
    <p:sldId id="328" r:id="rId34"/>
    <p:sldId id="375" r:id="rId35"/>
    <p:sldId id="329" r:id="rId36"/>
    <p:sldId id="330" r:id="rId37"/>
    <p:sldId id="331" r:id="rId38"/>
    <p:sldId id="343" r:id="rId39"/>
    <p:sldId id="332" r:id="rId40"/>
    <p:sldId id="333" r:id="rId41"/>
    <p:sldId id="335" r:id="rId42"/>
    <p:sldId id="337" r:id="rId43"/>
    <p:sldId id="338" r:id="rId44"/>
    <p:sldId id="339" r:id="rId45"/>
    <p:sldId id="340" r:id="rId46"/>
    <p:sldId id="341" r:id="rId47"/>
    <p:sldId id="342" r:id="rId48"/>
    <p:sldId id="376" r:id="rId49"/>
    <p:sldId id="377" r:id="rId50"/>
    <p:sldId id="378" r:id="rId51"/>
    <p:sldId id="379" r:id="rId52"/>
    <p:sldId id="380" r:id="rId53"/>
    <p:sldId id="381" r:id="rId54"/>
    <p:sldId id="382" r:id="rId55"/>
    <p:sldId id="383" r:id="rId56"/>
    <p:sldId id="384" r:id="rId57"/>
    <p:sldId id="385" r:id="rId58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EC9"/>
    <a:srgbClr val="FF9933"/>
    <a:srgbClr val="FF6600"/>
    <a:srgbClr val="00FF00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97" autoAdjust="0"/>
  </p:normalViewPr>
  <p:slideViewPr>
    <p:cSldViewPr>
      <p:cViewPr varScale="1">
        <p:scale>
          <a:sx n="103" d="100"/>
          <a:sy n="103" d="100"/>
        </p:scale>
        <p:origin x="185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653D390-D64A-4AF9-86B9-346C73D313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ED86755-AED7-4D8B-BA86-1AF0A110622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32CE1E0A-6E81-4363-A008-5AFDB9D376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0737579-632D-4ED5-9714-94DF31C1E9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3A3A18E-9B89-4C14-8792-C6DD50DF62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BCA9D50-ECC1-4D1B-AC60-FCE2E5B25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fld id="{1349C8C3-8B88-4412-9755-BAB53CFC3A9F}" type="slidenum">
              <a:rPr lang="en-GB" altLang="sr-Latn-RS"/>
              <a:pPr/>
              <a:t>‹#›</a:t>
            </a:fld>
            <a:endParaRPr lang="en-GB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9DA5C0A3-68C5-4C45-A2E0-50EFA5040B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4625CDE-FBE5-4E04-86D0-EAABDEF3D377}" type="slidenum">
              <a:rPr lang="en-GB" altLang="sr-Latn-RS"/>
              <a:pPr>
                <a:spcBef>
                  <a:spcPct val="0"/>
                </a:spcBef>
              </a:pPr>
              <a:t>2</a:t>
            </a:fld>
            <a:endParaRPr lang="en-GB" altLang="sr-Latn-R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FC8D246-7D32-4D3A-877A-259BACD12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9CEFA19-2195-406E-8FC2-F95A4E72D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616FEE43-3C68-4490-B464-40B6CDB78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2F6CDDA-A45B-4C37-8167-4F4F1B6BA830}" type="slidenum">
              <a:rPr lang="en-GB" altLang="sr-Latn-RS"/>
              <a:pPr algn="r" eaLnBrk="1" hangingPunct="1">
                <a:spcBef>
                  <a:spcPct val="0"/>
                </a:spcBef>
              </a:pPr>
              <a:t>3</a:t>
            </a:fld>
            <a:endParaRPr lang="en-GB" altLang="sr-Latn-RS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3C510E92-8FD7-4478-AE02-57CCE93948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0C870DE9-6BBC-4462-A092-A08D1CEC5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A809A1C5-CAFF-40F3-AD3D-351E35C5C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7163AA-84C6-45D5-B9BE-39D373400D6A}" type="slidenum">
              <a:rPr lang="en-GB" altLang="sr-Latn-RS"/>
              <a:pPr algn="r" eaLnBrk="1" hangingPunct="1">
                <a:spcBef>
                  <a:spcPct val="0"/>
                </a:spcBef>
              </a:pPr>
              <a:t>4</a:t>
            </a:fld>
            <a:endParaRPr lang="en-GB" altLang="sr-Latn-RS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F580FF1B-FAFC-4853-BD56-E37CC88FD3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A2B0AE2E-E743-4083-9567-563451E6C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A2D8A505-2AC0-4A18-B200-A87AE01A2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537331F-3781-417A-A493-4F39B7A427AE}" type="slidenum">
              <a:rPr lang="en-GB" altLang="sr-Latn-RS"/>
              <a:pPr algn="r" eaLnBrk="1" hangingPunct="1">
                <a:spcBef>
                  <a:spcPct val="0"/>
                </a:spcBef>
              </a:pPr>
              <a:t>5</a:t>
            </a:fld>
            <a:endParaRPr lang="en-GB" altLang="sr-Latn-RS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AD4F7E47-24FD-4A5B-9503-F438FB20F3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478387F-BA97-42F7-AF33-911EE52CB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7A7AD10-3386-41D1-A192-965A430A8A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52FD1D-30AA-444E-A41C-70D816315753}" type="slidenum">
              <a:rPr lang="en-GB" altLang="sr-Latn-RS"/>
              <a:pPr algn="r" eaLnBrk="1" hangingPunct="1">
                <a:spcBef>
                  <a:spcPct val="0"/>
                </a:spcBef>
              </a:pPr>
              <a:t>6</a:t>
            </a:fld>
            <a:endParaRPr lang="en-GB" altLang="sr-Latn-RS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9331028-C201-4D53-81BA-E2CEBFB07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E1958379-6C12-4022-B61D-EF1463788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804190D6-FD52-4BD2-9345-F34713C27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733897C-26C6-4FAE-885D-80AFE3623635}" type="slidenum">
              <a:rPr lang="en-GB" altLang="sr-Latn-RS"/>
              <a:pPr algn="r" eaLnBrk="1" hangingPunct="1">
                <a:spcBef>
                  <a:spcPct val="0"/>
                </a:spcBef>
              </a:pPr>
              <a:t>7</a:t>
            </a:fld>
            <a:endParaRPr lang="en-GB" altLang="sr-Latn-RS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5C567E11-C9CC-4B73-AEF5-D17050F071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5BCB51DD-1871-4D58-B047-6F73BF7F9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389E533D-2D2C-44EF-9797-9C389D517F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1BB1A1E-ED9B-44AF-BD19-5435A86648A1}" type="slidenum">
              <a:rPr lang="en-GB" altLang="sr-Latn-RS"/>
              <a:pPr algn="r" eaLnBrk="1" hangingPunct="1">
                <a:spcBef>
                  <a:spcPct val="0"/>
                </a:spcBef>
              </a:pPr>
              <a:t>8</a:t>
            </a:fld>
            <a:endParaRPr lang="en-GB" altLang="sr-Latn-RS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F0A298C9-1605-4945-9B20-FF99648959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887043A-44C9-4D12-9E72-D11B05281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04E10655-0192-4818-91B7-04B10B1B6F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2AF08C4-4D12-4BD9-95E1-17328C5F1F99}" type="slidenum">
              <a:rPr lang="en-GB" altLang="sr-Latn-RS"/>
              <a:pPr algn="r" eaLnBrk="1" hangingPunct="1">
                <a:spcBef>
                  <a:spcPct val="0"/>
                </a:spcBef>
              </a:pPr>
              <a:t>9</a:t>
            </a:fld>
            <a:endParaRPr lang="en-GB" altLang="sr-Latn-RS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483458EE-0321-4254-927E-8D980F4A7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8BC33499-A94B-4D97-879F-1E3A4DD92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6B8FF4F1-FDFB-4273-B00C-217373EA99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A31D431-18EC-4B45-8B60-6A683642C8F6}" type="slidenum">
              <a:rPr lang="en-GB" altLang="sr-Latn-RS"/>
              <a:pPr algn="r" eaLnBrk="1" hangingPunct="1">
                <a:spcBef>
                  <a:spcPct val="0"/>
                </a:spcBef>
              </a:pPr>
              <a:t>10</a:t>
            </a:fld>
            <a:endParaRPr lang="en-GB" altLang="sr-Latn-RS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23387A7E-4B5F-4190-A512-B9F2C2BA3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4F8EFDAC-F310-482F-9009-58CD014B6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E7811652-D98F-4685-BF9D-99E9B64251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EF488C-4FBB-4824-8464-52B2B3D4BF2D}" type="slidenum">
              <a:rPr lang="en-GB" altLang="sr-Latn-RS"/>
              <a:pPr algn="r" eaLnBrk="1" hangingPunct="1">
                <a:spcBef>
                  <a:spcPct val="0"/>
                </a:spcBef>
              </a:pPr>
              <a:t>11</a:t>
            </a:fld>
            <a:endParaRPr lang="en-GB" altLang="sr-Latn-RS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EE95F183-1E59-4CE1-84E2-C74F5C1A26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392819B7-7D7D-4F98-897C-828001D92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229B038F-298D-4D39-8D90-6700C73EA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00AE1A6-9742-40D3-B1BE-24783633E369}" type="slidenum">
              <a:rPr lang="en-GB" altLang="sr-Latn-RS"/>
              <a:pPr algn="r" eaLnBrk="1" hangingPunct="1">
                <a:spcBef>
                  <a:spcPct val="0"/>
                </a:spcBef>
              </a:pPr>
              <a:t>12</a:t>
            </a:fld>
            <a:endParaRPr lang="en-GB" altLang="sr-Latn-RS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CDCBADF2-0DBE-4A0B-829D-F35DCAEE83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B2CC3F19-CDE5-487E-8F85-52F4F9184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0F02877B-7817-4C08-86F0-EBB59E3C7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FBB993A-FD57-4D21-9FC7-AF69BFCA5FF0}" type="slidenum">
              <a:rPr lang="en-GB" altLang="sr-Latn-RS"/>
              <a:pPr algn="r" eaLnBrk="1" hangingPunct="1">
                <a:spcBef>
                  <a:spcPct val="0"/>
                </a:spcBef>
              </a:pPr>
              <a:t>13</a:t>
            </a:fld>
            <a:endParaRPr lang="en-GB" altLang="sr-Latn-RS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3067D9E4-A132-4C04-AE73-63C914270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CDF25252-F233-4D73-BE24-9ED9EA9CB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66D350DD-1DDA-4D94-A1CB-6E25C88D9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9E648AB-D88F-4B36-BE76-A5F5E1189F7C}" type="slidenum">
              <a:rPr lang="en-GB" altLang="sr-Latn-RS"/>
              <a:pPr algn="r" eaLnBrk="1" hangingPunct="1">
                <a:spcBef>
                  <a:spcPct val="0"/>
                </a:spcBef>
              </a:pPr>
              <a:t>14</a:t>
            </a:fld>
            <a:endParaRPr lang="en-GB" altLang="sr-Latn-RS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02D63EB9-E143-483C-B8C2-A6082375B4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8E7945C0-0C54-4A94-A432-3E16E8E10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07364B04-244B-4658-9D1A-28D4B2E20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E977A2-C64E-4459-82EF-DEFD6CC6F5DA}" type="slidenum">
              <a:rPr lang="en-GB" altLang="sr-Latn-RS"/>
              <a:pPr algn="r" eaLnBrk="1" hangingPunct="1">
                <a:spcBef>
                  <a:spcPct val="0"/>
                </a:spcBef>
              </a:pPr>
              <a:t>15</a:t>
            </a:fld>
            <a:endParaRPr lang="en-GB" altLang="sr-Latn-R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2E37A2B-4972-42E7-91BB-8D3081750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889AD14-5131-4330-AB6D-087A77842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834777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07364B04-244B-4658-9D1A-28D4B2E20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E977A2-C64E-4459-82EF-DEFD6CC6F5DA}" type="slidenum">
              <a:rPr lang="en-GB" altLang="sr-Latn-RS"/>
              <a:pPr algn="r" eaLnBrk="1" hangingPunct="1">
                <a:spcBef>
                  <a:spcPct val="0"/>
                </a:spcBef>
              </a:pPr>
              <a:t>16</a:t>
            </a:fld>
            <a:endParaRPr lang="en-GB" altLang="sr-Latn-R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2E37A2B-4972-42E7-91BB-8D3081750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889AD14-5131-4330-AB6D-087A77842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926871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F965EE2-353C-4692-907C-8EEFFD2ADE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5889035-831C-407C-9927-88D198840530}" type="slidenum">
              <a:rPr lang="en-GB" altLang="sr-Latn-RS"/>
              <a:pPr algn="r" eaLnBrk="1" hangingPunct="1">
                <a:spcBef>
                  <a:spcPct val="0"/>
                </a:spcBef>
              </a:pPr>
              <a:t>17</a:t>
            </a:fld>
            <a:endParaRPr lang="en-GB" altLang="sr-Latn-R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297606B-56B1-42F0-A864-F55242DB07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A476CE5-C582-4C5B-8B58-23BC9A393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504601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6AB19E3-CEF7-48B1-9613-2D0AFCCB2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9D8573-26C3-48D0-A804-376E4FC2B596}" type="slidenum">
              <a:rPr lang="en-GB" altLang="sr-Latn-RS"/>
              <a:pPr algn="r" eaLnBrk="1" hangingPunct="1">
                <a:spcBef>
                  <a:spcPct val="0"/>
                </a:spcBef>
              </a:pPr>
              <a:t>18</a:t>
            </a:fld>
            <a:endParaRPr lang="en-GB" altLang="sr-Latn-R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EB68868-25D6-4E62-AAED-DC8228E1A6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BDAA977-FDC4-41B8-B5FC-90ED671AE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4255843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48F3E660-BCFE-4E0E-ADC5-0743384486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F12914-6A9C-4FC0-9282-78ED209FCC9B}" type="slidenum">
              <a:rPr lang="en-GB" altLang="sr-Latn-RS"/>
              <a:pPr algn="r" eaLnBrk="1" hangingPunct="1">
                <a:spcBef>
                  <a:spcPct val="0"/>
                </a:spcBef>
              </a:pPr>
              <a:t>19</a:t>
            </a:fld>
            <a:endParaRPr lang="en-GB" altLang="sr-Latn-R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498E2E6-B8E6-46B3-81C5-9010B6CB5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CF16B530-B9D4-41A0-B7DB-863F026DB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400993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3A392DA9-5D8C-4E1A-A873-A1BE4B5AF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D732C4-8D58-457F-84FE-9A056A818E50}" type="slidenum">
              <a:rPr lang="en-GB" altLang="sr-Latn-RS"/>
              <a:pPr algn="r" eaLnBrk="1" hangingPunct="1">
                <a:spcBef>
                  <a:spcPct val="0"/>
                </a:spcBef>
              </a:pPr>
              <a:t>20</a:t>
            </a:fld>
            <a:endParaRPr lang="en-GB" altLang="sr-Latn-R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A1739FC-B334-49A5-8AA0-56B1DEAADC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E8AD760-4535-4D58-BC84-2096F45C1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16657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5A23F7D-BB75-4613-9E53-D2216283D5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DD9F9F7-2E65-4201-B6C9-2F15AD7AFB75}" type="slidenum">
              <a:rPr lang="en-GB" altLang="sr-Latn-RS"/>
              <a:pPr algn="r" eaLnBrk="1" hangingPunct="1">
                <a:spcBef>
                  <a:spcPct val="0"/>
                </a:spcBef>
              </a:pPr>
              <a:t>21</a:t>
            </a:fld>
            <a:endParaRPr lang="en-GB" altLang="sr-Latn-R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865DC72-85D7-44F8-975B-F4AB861D98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79BD38D7-639C-448C-B426-787C41037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984970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505F1C46-8E39-4B45-A47C-A0F52F1BF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579FD20-F67F-4790-A5FC-F6C42997F048}" type="slidenum">
              <a:rPr lang="en-GB" altLang="sr-Latn-RS"/>
              <a:pPr algn="r" eaLnBrk="1" hangingPunct="1">
                <a:spcBef>
                  <a:spcPct val="0"/>
                </a:spcBef>
              </a:pPr>
              <a:t>22</a:t>
            </a:fld>
            <a:endParaRPr lang="en-GB" altLang="sr-Latn-R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D64F2B-857E-4CF6-9AF4-CEAA5A0CD1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E9BE808-17FD-4811-A6FB-45007646C1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589110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1A080B3-21FE-44EB-B202-042475E86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252863-87FC-41B6-BE46-9CC8F5C96DCC}" type="slidenum">
              <a:rPr lang="en-GB" altLang="sr-Latn-RS"/>
              <a:pPr algn="r" eaLnBrk="1" hangingPunct="1">
                <a:spcBef>
                  <a:spcPct val="0"/>
                </a:spcBef>
              </a:pPr>
              <a:t>23</a:t>
            </a:fld>
            <a:endParaRPr lang="en-GB" altLang="sr-Latn-R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E3A5F99-BB2D-424D-AB1D-B18FB3284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DF06CA5-03A5-4168-9BDE-C249C7BDC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0148633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2F5D4E8-43CD-427E-8390-E1B8FC2BD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022807B-0372-4C95-AA94-A23F85D7A965}" type="slidenum">
              <a:rPr lang="en-GB" altLang="sr-Latn-RS"/>
              <a:pPr algn="r" eaLnBrk="1" hangingPunct="1">
                <a:spcBef>
                  <a:spcPct val="0"/>
                </a:spcBef>
              </a:pPr>
              <a:t>24</a:t>
            </a:fld>
            <a:endParaRPr lang="en-GB" altLang="sr-Latn-R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2E110B63-35A0-41E8-9A12-A05101D7A0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F4E9994-33E8-471A-8386-E1C0E26E4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893348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B9B9AE95-DFFF-4C4F-B4E4-D70F78AE1D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929FB01-00FD-4663-9953-24F667245060}" type="slidenum">
              <a:rPr lang="en-GB" altLang="sr-Latn-RS"/>
              <a:pPr algn="r" eaLnBrk="1" hangingPunct="1">
                <a:spcBef>
                  <a:spcPct val="0"/>
                </a:spcBef>
              </a:pPr>
              <a:t>25</a:t>
            </a:fld>
            <a:endParaRPr lang="en-GB" altLang="sr-Latn-RS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7CE528FD-4610-4386-829F-A4F35FEB9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C8BF64F-367D-4972-9449-9E201E1B2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678273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7602257-A104-4AA9-B3D6-5EE1C18590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339B27D-6A1A-40A0-B59B-D016E530C24A}" type="slidenum">
              <a:rPr lang="en-GB" altLang="sr-Latn-RS"/>
              <a:pPr algn="r" eaLnBrk="1" hangingPunct="1">
                <a:spcBef>
                  <a:spcPct val="0"/>
                </a:spcBef>
              </a:pPr>
              <a:t>26</a:t>
            </a:fld>
            <a:endParaRPr lang="en-GB" altLang="sr-Latn-R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F3BD0AD-EE8E-4DCE-B605-D179425AE0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EAAEE02-F7B9-49C5-87BF-D6EA39629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4323882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A895E5D-A6F5-4D16-A684-57ABD337B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0C8F152-8861-427E-A7EB-60654D5DB045}" type="slidenum">
              <a:rPr lang="en-GB" altLang="sr-Latn-RS"/>
              <a:pPr algn="r" eaLnBrk="1" hangingPunct="1">
                <a:spcBef>
                  <a:spcPct val="0"/>
                </a:spcBef>
              </a:pPr>
              <a:t>27</a:t>
            </a:fld>
            <a:endParaRPr lang="en-GB" altLang="sr-Latn-R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0D2D5DD6-37DF-4CAE-B88B-7890015A6A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CA730A2E-14D5-4858-8B94-3386B1016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4493595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5152E54-0F20-4FBB-B76B-7DA74BCD28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6520CA-795C-490B-913A-09DAED5B3954}" type="slidenum">
              <a:rPr lang="en-GB" altLang="sr-Latn-RS"/>
              <a:pPr algn="r" eaLnBrk="1" hangingPunct="1">
                <a:spcBef>
                  <a:spcPct val="0"/>
                </a:spcBef>
              </a:pPr>
              <a:t>28</a:t>
            </a:fld>
            <a:endParaRPr lang="en-GB" altLang="sr-Latn-R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8F34455-0F05-4535-BCD7-3F6EE6EECE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30CCA662-2E10-47D6-A343-C80EB4D0D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654538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745E5E20-F579-4217-A7F4-AC4F5D9530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4B622D4-B173-4B02-970F-A0E6BA51968D}" type="slidenum">
              <a:rPr lang="en-GB" altLang="sr-Latn-RS"/>
              <a:pPr algn="r" eaLnBrk="1" hangingPunct="1">
                <a:spcBef>
                  <a:spcPct val="0"/>
                </a:spcBef>
              </a:pPr>
              <a:t>29</a:t>
            </a:fld>
            <a:endParaRPr lang="en-GB" altLang="sr-Latn-R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FED28EA-93C8-4A0B-AD49-29768EDDD8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C17E2E1-3E81-4334-B822-B95C4A6EB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6999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FF9A5963-A5E5-4767-A5D1-448F8C8F2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3B5511A-CCCC-4EC1-9AF5-A4B6929C8609}" type="slidenum">
              <a:rPr lang="en-GB" altLang="sr-Latn-RS"/>
              <a:pPr algn="r" eaLnBrk="1" hangingPunct="1">
                <a:spcBef>
                  <a:spcPct val="0"/>
                </a:spcBef>
              </a:pPr>
              <a:t>30</a:t>
            </a:fld>
            <a:endParaRPr lang="en-GB" altLang="sr-Latn-R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EE28261-0298-4186-BE6A-33CBDB8E46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B9BE9D6-5F52-40A5-BB43-397517BEF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479429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CA278106-3622-4128-A870-391315CC82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A18CDDE-14C1-4361-A24D-BC797397D49B}" type="slidenum">
              <a:rPr lang="en-GB" altLang="sr-Latn-RS"/>
              <a:pPr algn="r" eaLnBrk="1" hangingPunct="1">
                <a:spcBef>
                  <a:spcPct val="0"/>
                </a:spcBef>
              </a:pPr>
              <a:t>31</a:t>
            </a:fld>
            <a:endParaRPr lang="en-GB" altLang="sr-Latn-R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10D4E29-9272-42F1-9E65-DAC4BCB25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0291455-F55C-4AE6-B836-56E299120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476767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91A43ACE-53AE-4E50-8D59-464EC2DDE2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19B92D1-23C6-4301-B6D7-9D442728DE08}" type="slidenum">
              <a:rPr lang="en-GB" altLang="sr-Latn-RS"/>
              <a:pPr algn="r" eaLnBrk="1" hangingPunct="1">
                <a:spcBef>
                  <a:spcPct val="0"/>
                </a:spcBef>
              </a:pPr>
              <a:t>32</a:t>
            </a:fld>
            <a:endParaRPr lang="en-GB" altLang="sr-Latn-R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A0F63E7-4D5B-4B9A-A17F-40BA93B94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2C8B35EB-5154-42EA-9902-E39568E56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8742969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3B5FBD63-9141-4CBD-8EEA-9F09AFBC2F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F930D6-DD30-4D7A-BF07-51E78057D54E}" type="slidenum">
              <a:rPr lang="en-GB" altLang="sr-Latn-RS"/>
              <a:pPr algn="r" eaLnBrk="1" hangingPunct="1">
                <a:spcBef>
                  <a:spcPct val="0"/>
                </a:spcBef>
              </a:pPr>
              <a:t>33</a:t>
            </a:fld>
            <a:endParaRPr lang="en-GB" altLang="sr-Latn-R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A638765-03FE-4D33-8881-3582CDBA8C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E482258-2189-4685-8D35-4B1EFD069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3121198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853DCDA3-ECAA-4C2A-BFE0-B849F22697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45026EB-292C-4020-AEFE-1982EC1F538A}" type="slidenum">
              <a:rPr lang="en-GB" altLang="sr-Latn-RS"/>
              <a:pPr algn="r" eaLnBrk="1" hangingPunct="1">
                <a:spcBef>
                  <a:spcPct val="0"/>
                </a:spcBef>
              </a:pPr>
              <a:t>34</a:t>
            </a:fld>
            <a:endParaRPr lang="en-GB" altLang="sr-Latn-R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DF20E98-B37E-4F35-93AD-8B49AD0BEF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54AEB952-48D6-4F32-8EB3-47BAF7F34A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4467925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B6ADBACF-1432-413A-B0F9-236B367980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D31B0-AFF7-4A2E-8B3A-799F08EE0DFA}" type="slidenum">
              <a:rPr lang="en-GB" altLang="sr-Latn-RS"/>
              <a:pPr algn="r" eaLnBrk="1" hangingPunct="1">
                <a:spcBef>
                  <a:spcPct val="0"/>
                </a:spcBef>
              </a:pPr>
              <a:t>35</a:t>
            </a:fld>
            <a:endParaRPr lang="en-GB" altLang="sr-Latn-RS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4FF3531-9141-43CD-BB4B-AF90FF46A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F2662180-FEE9-4DA9-B226-15155A457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412111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52AA1758-A12C-4BD2-AD95-7A9EF0AE63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1E91B31-8E42-413A-9C10-2103C42D61F8}" type="slidenum">
              <a:rPr lang="en-GB" altLang="sr-Latn-RS"/>
              <a:pPr algn="r" eaLnBrk="1" hangingPunct="1">
                <a:spcBef>
                  <a:spcPct val="0"/>
                </a:spcBef>
              </a:pPr>
              <a:t>36</a:t>
            </a:fld>
            <a:endParaRPr lang="en-GB" altLang="sr-Latn-R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093FAE1-BEE7-4930-872C-E064DEEC6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A27B0E8C-6638-40E6-B17E-5518EFB60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9439844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AA296A61-01ED-4932-BB4B-B421C6C535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19EAA4-E31B-4E7E-B0EF-FBB8626DBB1F}" type="slidenum">
              <a:rPr lang="en-GB" altLang="sr-Latn-RS"/>
              <a:pPr algn="r" eaLnBrk="1" hangingPunct="1">
                <a:spcBef>
                  <a:spcPct val="0"/>
                </a:spcBef>
              </a:pPr>
              <a:t>37</a:t>
            </a:fld>
            <a:endParaRPr lang="en-GB" altLang="sr-Latn-R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56B39D55-DDB1-4691-B708-44745E7A4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B6675E41-213E-4158-B3A5-3D8B388AC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41670513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2C385E6F-C10B-4BF3-BBDC-C5F378B2C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7818A5A-F1E7-45B8-9170-4A71665744B7}" type="slidenum">
              <a:rPr lang="en-GB" altLang="sr-Latn-RS"/>
              <a:pPr algn="r" eaLnBrk="1" hangingPunct="1">
                <a:spcBef>
                  <a:spcPct val="0"/>
                </a:spcBef>
              </a:pPr>
              <a:t>38</a:t>
            </a:fld>
            <a:endParaRPr lang="en-GB" altLang="sr-Latn-R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1E46DBD-7762-46D6-BBD9-99DA0C6E6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88B11806-2EF0-40AB-9D32-7124FF868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9135080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5CA9CF19-8F80-4416-A27C-5099A998E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4B8A04-FC9E-4536-8306-7546E25AA7BC}" type="slidenum">
              <a:rPr lang="en-GB" altLang="sr-Latn-RS"/>
              <a:pPr algn="r" eaLnBrk="1" hangingPunct="1">
                <a:spcBef>
                  <a:spcPct val="0"/>
                </a:spcBef>
              </a:pPr>
              <a:t>39</a:t>
            </a:fld>
            <a:endParaRPr lang="en-GB" altLang="sr-Latn-R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E700002-4416-4840-82A7-72D2C308B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3FAE500-0E6D-4305-80F8-339C61EFB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8316611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AEB5437C-18BB-49C4-A650-E37FD2F3E7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19BA1C-6E27-4FDC-A6E5-A4DA5FEB2243}" type="slidenum">
              <a:rPr lang="en-GB" altLang="sr-Latn-RS"/>
              <a:pPr algn="r" eaLnBrk="1" hangingPunct="1">
                <a:spcBef>
                  <a:spcPct val="0"/>
                </a:spcBef>
              </a:pPr>
              <a:t>40</a:t>
            </a:fld>
            <a:endParaRPr lang="en-GB" altLang="sr-Latn-R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912697BC-A663-4E35-B3B3-EC1657AFCC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65A73A09-C058-485A-B623-6F7B5C7A2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1225473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6FEFC44A-D290-4AA5-B2BF-1BDB597ACC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0273AE3-3D4A-4356-B0EB-78078AB1988E}" type="slidenum">
              <a:rPr lang="en-GB" altLang="sr-Latn-RS"/>
              <a:pPr algn="r" eaLnBrk="1" hangingPunct="1">
                <a:spcBef>
                  <a:spcPct val="0"/>
                </a:spcBef>
              </a:pPr>
              <a:t>41</a:t>
            </a:fld>
            <a:endParaRPr lang="en-GB" altLang="sr-Latn-R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0292A09-D897-4E25-B786-2225E617BF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5AD35FAD-970A-4644-B167-DE151E41B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40235201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D03F3FEA-DBC8-48B9-8A69-98B5A993F6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9742E5C-A487-4294-B2D5-D46AFA5CC925}" type="slidenum">
              <a:rPr lang="en-GB" altLang="sr-Latn-RS"/>
              <a:pPr algn="r" eaLnBrk="1" hangingPunct="1">
                <a:spcBef>
                  <a:spcPct val="0"/>
                </a:spcBef>
              </a:pPr>
              <a:t>42</a:t>
            </a:fld>
            <a:endParaRPr lang="en-GB" altLang="sr-Latn-R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0C5A5C5-1040-4CBE-A9B8-8982A99988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9ED1AC86-39B2-4DD2-B1ED-BFAF1A2BD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7696716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A28233F-7A71-4084-BC09-5961C04F4B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3D40860-9FB1-412A-B083-A8186D552243}" type="slidenum">
              <a:rPr lang="en-GB" altLang="sr-Latn-RS"/>
              <a:pPr algn="r" eaLnBrk="1" hangingPunct="1">
                <a:spcBef>
                  <a:spcPct val="0"/>
                </a:spcBef>
              </a:pPr>
              <a:t>43</a:t>
            </a:fld>
            <a:endParaRPr lang="en-GB" altLang="sr-Latn-R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747AA5C-87D6-4747-95CC-8553EA977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1F0F5F8-8477-4702-8240-1D4B54144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41141391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DC617E21-8A05-42E0-9477-CDCEB884F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58B035-F880-4452-97A0-646731C25D7C}" type="slidenum">
              <a:rPr lang="en-GB" altLang="sr-Latn-RS"/>
              <a:pPr algn="r" eaLnBrk="1" hangingPunct="1">
                <a:spcBef>
                  <a:spcPct val="0"/>
                </a:spcBef>
              </a:pPr>
              <a:t>44</a:t>
            </a:fld>
            <a:endParaRPr lang="en-GB" altLang="sr-Latn-R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DF80BC8-71AE-4713-8CC9-B4504C08FE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C1C59FAF-0257-4E73-826E-DE6F156E3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7975365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11F5D009-9E00-474B-B846-9439252690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F37B47-E13B-44A4-A226-B04F3EF54C64}" type="slidenum">
              <a:rPr lang="en-GB" altLang="sr-Latn-RS"/>
              <a:pPr algn="r" eaLnBrk="1" hangingPunct="1">
                <a:spcBef>
                  <a:spcPct val="0"/>
                </a:spcBef>
              </a:pPr>
              <a:t>45</a:t>
            </a:fld>
            <a:endParaRPr lang="en-GB" altLang="sr-Latn-R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918F4BB-2B0C-46BF-BB65-07E822922F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268268EA-1133-4D7C-B494-DF3C53A07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8072915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2FAD250-A59A-4749-BECA-EC546B75D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BEFAF20-4139-46D1-B94B-88062D9CD6AE}" type="slidenum">
              <a:rPr lang="en-GB" altLang="sr-Latn-RS"/>
              <a:pPr algn="r" eaLnBrk="1" hangingPunct="1">
                <a:spcBef>
                  <a:spcPct val="0"/>
                </a:spcBef>
              </a:pPr>
              <a:t>46</a:t>
            </a:fld>
            <a:endParaRPr lang="en-GB" altLang="sr-Latn-R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95D1C7DA-87B2-4BC3-9FD5-1FCDA2FB8E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137CD3DD-62EE-40DA-A7DD-280F0F8976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9076436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0916CFA-814C-4095-8CD4-8C5473EB8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4F95BF-21CF-4DF8-B68F-166A1AD4BE9B}" type="slidenum">
              <a:rPr lang="en-GB" altLang="sr-Latn-RS"/>
              <a:pPr algn="r" eaLnBrk="1" hangingPunct="1">
                <a:spcBef>
                  <a:spcPct val="0"/>
                </a:spcBef>
              </a:pPr>
              <a:t>47</a:t>
            </a:fld>
            <a:endParaRPr lang="en-GB" altLang="sr-Latn-R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EF6E474A-686E-4B98-96EE-C33DCDABE5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47EC0330-C020-4E56-862F-6EFD66072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2293036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BDB183F1-B3DC-4AAC-B387-DED1F248DD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4A4EC5-42C5-4EC3-A0F1-D0D8A31C8499}" type="slidenum">
              <a:rPr lang="en-GB" altLang="sr-Latn-RS"/>
              <a:pPr algn="r" eaLnBrk="1" hangingPunct="1">
                <a:spcBef>
                  <a:spcPct val="0"/>
                </a:spcBef>
              </a:pPr>
              <a:t>48</a:t>
            </a:fld>
            <a:endParaRPr lang="en-GB" altLang="sr-Latn-R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DA574135-913F-46F2-A735-C7F15CA84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4E7B09CB-CD2B-4815-9389-DF1EB212E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3070243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365C28B7-E4F9-44F4-BD5A-0D2B82055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16738ED-4090-47A7-8684-3488D1A38483}" type="slidenum">
              <a:rPr lang="en-GB" altLang="sr-Latn-RS"/>
              <a:pPr algn="r" eaLnBrk="1" hangingPunct="1">
                <a:spcBef>
                  <a:spcPct val="0"/>
                </a:spcBef>
              </a:pPr>
              <a:t>49</a:t>
            </a:fld>
            <a:endParaRPr lang="en-GB" altLang="sr-Latn-R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7CE7DA54-2A7F-4002-B15E-91766A0C1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0965CE5-8C78-48EF-BBC5-32853CEA2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0820427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2AD846C8-632E-4419-971B-C4B49C333E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720174-12E8-4155-9CF2-D1254BC26C3A}" type="slidenum">
              <a:rPr lang="en-GB" altLang="sr-Latn-RS"/>
              <a:pPr algn="r" eaLnBrk="1" hangingPunct="1">
                <a:spcBef>
                  <a:spcPct val="0"/>
                </a:spcBef>
              </a:pPr>
              <a:t>50</a:t>
            </a:fld>
            <a:endParaRPr lang="en-GB" altLang="sr-Latn-RS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7487B2E-F28A-463F-9366-5AF918A5E3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43F7BF26-62A5-4DED-B3BA-6CF42BEB3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4906794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1A4FFEE0-D1AF-4F83-99FF-32CB83484A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838E7D-E3EA-4F1D-BEC6-F0D427568BB8}" type="slidenum">
              <a:rPr lang="en-GB" altLang="sr-Latn-RS"/>
              <a:pPr algn="r" eaLnBrk="1" hangingPunct="1">
                <a:spcBef>
                  <a:spcPct val="0"/>
                </a:spcBef>
              </a:pPr>
              <a:t>51</a:t>
            </a:fld>
            <a:endParaRPr lang="en-GB" altLang="sr-Latn-RS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94DF9F3-E373-491B-B457-A4A4815F1D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28DD21B1-D178-4C7A-A399-593696FD3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5150858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87F53B0A-91FB-4948-A29B-15EA4B14DF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2171EB2-21C8-41C0-B1F0-54595CC19620}" type="slidenum">
              <a:rPr lang="en-GB" altLang="sr-Latn-RS"/>
              <a:pPr algn="r" eaLnBrk="1" hangingPunct="1">
                <a:spcBef>
                  <a:spcPct val="0"/>
                </a:spcBef>
              </a:pPr>
              <a:t>52</a:t>
            </a:fld>
            <a:endParaRPr lang="en-GB" altLang="sr-Latn-RS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2658275-0519-4DAA-A20A-60AB33F24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E952DE65-87DB-4B2A-A12B-9BC783F6F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6739089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A8E33DE5-7295-4C69-A89E-DE01AD5E01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47CC00A-5BF1-4F09-93D8-5521B1EEF576}" type="slidenum">
              <a:rPr lang="en-GB" altLang="sr-Latn-RS"/>
              <a:pPr algn="r" eaLnBrk="1" hangingPunct="1">
                <a:spcBef>
                  <a:spcPct val="0"/>
                </a:spcBef>
              </a:pPr>
              <a:t>53</a:t>
            </a:fld>
            <a:endParaRPr lang="en-GB" altLang="sr-Latn-RS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B5AEE2CD-9EC3-43FC-A9F8-C1A19F607A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1C501099-DBD8-4831-8038-8C281117A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4382313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1EE6A930-6049-4672-BEC1-1F39FB6C4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C56C41-E3CE-4D83-A320-356D46779D7F}" type="slidenum">
              <a:rPr lang="en-GB" altLang="sr-Latn-RS"/>
              <a:pPr algn="r" eaLnBrk="1" hangingPunct="1">
                <a:spcBef>
                  <a:spcPct val="0"/>
                </a:spcBef>
              </a:pPr>
              <a:t>54</a:t>
            </a:fld>
            <a:endParaRPr lang="en-GB" altLang="sr-Latn-RS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43ECD1EC-6736-466B-934F-89BD9FA048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457DF7C7-568D-4EFD-BF0D-63D53FB8E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94060077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AAB5A035-42A8-4D30-A16A-14EC4D598E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192F3D-AE1B-41C9-8BC9-F8AABA898A2A}" type="slidenum">
              <a:rPr lang="en-GB" altLang="sr-Latn-RS"/>
              <a:pPr algn="r" eaLnBrk="1" hangingPunct="1">
                <a:spcBef>
                  <a:spcPct val="0"/>
                </a:spcBef>
              </a:pPr>
              <a:t>55</a:t>
            </a:fld>
            <a:endParaRPr lang="en-GB" altLang="sr-Latn-RS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A39DE57-18E7-48CF-A5C8-B2003A24A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8E6D3414-FD02-4BF9-AF6F-E3CEC2A1B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13561503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F7BAA69E-0F16-4C53-8F1D-B6D319243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5A85B9B-9BCC-4AF6-A365-E62015F76D03}" type="slidenum">
              <a:rPr lang="en-GB" altLang="sr-Latn-RS"/>
              <a:pPr algn="r" eaLnBrk="1" hangingPunct="1">
                <a:spcBef>
                  <a:spcPct val="0"/>
                </a:spcBef>
              </a:pPr>
              <a:t>56</a:t>
            </a:fld>
            <a:endParaRPr lang="en-GB" altLang="sr-Latn-RS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B5EDADF-7AEC-4353-BF83-FE8682E4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735B3DF-E97F-44F2-B5D0-FEC93EDE7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48720122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D47032C-CCEC-4937-9567-3B250B3FE2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CCB598F-94B6-4187-ADED-68A35259828B}" type="slidenum">
              <a:rPr lang="en-GB" altLang="sr-Latn-RS"/>
              <a:pPr algn="r" eaLnBrk="1" hangingPunct="1">
                <a:spcBef>
                  <a:spcPct val="0"/>
                </a:spcBef>
              </a:pPr>
              <a:t>57</a:t>
            </a:fld>
            <a:endParaRPr lang="en-GB" altLang="sr-Latn-RS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AD77323-B166-4764-A9A0-727822B524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2AD5BCF-16A2-411A-A446-65F5808D8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364916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624674-FD9B-D207-2274-3CABC0894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0DCC4A0-2B6B-7289-3AB9-501B91585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762E9BA-1258-E4E4-5DCC-F13C77AF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BF3C3A-4288-4AF9-BFFE-5B6F7740853B}" type="datetime1">
              <a:rPr lang="hr-HR" smtClean="0"/>
              <a:t>4.12.2025.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1927EF1-70F4-B70A-0901-F1151AE5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DDF401B-59E7-F9DE-529B-0B0DAC61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80343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262374F-406B-85F0-BD83-EF5FD1A7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68D382D-D685-3FFA-2309-6FAD13E9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1C25974-5507-38CF-FD92-DADAE0BB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2C1B90-32BF-4E31-BD7F-CAB24D3C306B}" type="datetime1">
              <a:rPr lang="hr-HR" smtClean="0"/>
              <a:t>4.12.2025.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B846CD0-6DE0-A3C0-5AEB-7C918932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D607E55-1E84-BBDC-7EA3-AF4B2630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28697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D2BAC1E-B5AF-01E6-196E-533461A1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FF243BD5-E866-B129-2900-A7DE71617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D6F5E32-8FA8-7C29-26C5-3EC1FEFA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DFB8A8-9F83-42DD-A8C8-8D639092ED6D}" type="datetime1">
              <a:rPr lang="hr-HR" smtClean="0"/>
              <a:t>4.12.2025.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3C7EED8-AF72-93A5-B76C-0AED8103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03E23B4-6C2A-DC22-406E-60ABABC3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84732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BE09231-ABBD-E511-E9B7-354D52F1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9EA0BFB-87D8-9C0A-E472-F7AE95C6A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55BFA6B9-1D31-5EA7-76F4-5FC1B483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9CEF4F4F-8F42-3F22-0897-F2E9A41C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C51814-DFC9-45F6-9198-CFB70C25DC18}" type="datetime1">
              <a:rPr lang="hr-HR" smtClean="0"/>
              <a:t>4.12.2025.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597D5E1F-F932-5200-7104-B3AA2B63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DF981A69-83B5-4A96-7E8D-32C436D0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502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ED48818-F2CE-F83C-F7C6-DF9A6B2F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04F3C7B7-1CB4-B459-C4E7-09594512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47D76B94-B6EB-3BDB-BFC2-A7C20BF0E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C066215B-06BE-4B8E-3B78-78E214A2C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2576EE35-B21D-D912-499A-225B8AFE6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546C27B8-A618-2864-60A6-E2CEA42A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3ACD4A-E4B4-4E93-8F9A-A393C4C8A3A3}" type="datetime1">
              <a:rPr lang="hr-HR" smtClean="0"/>
              <a:t>4.12.2025.</a:t>
            </a:fld>
            <a:endParaRPr lang="en-GB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412E5610-A867-5DEE-7E4C-301AF9F0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537C3A72-F5BA-A6E2-49F1-7E46B894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61258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9BC7801-7ED8-8080-6808-B6FE48F6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BE750DE2-C801-3960-F510-7FBA3598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915531-B29C-415C-A46F-A19B8AC6BF45}" type="datetime1">
              <a:rPr lang="hr-HR" smtClean="0"/>
              <a:t>4.12.2025.</a:t>
            </a:fld>
            <a:endParaRPr lang="en-GB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47DAE6DE-F2E9-8DEA-F462-3A96169C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09D68DCF-8BB2-6866-42B5-B44CB39A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47541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CD0B7E5F-9B92-746B-6913-C23F25B6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F93E8F-3FE7-48B1-9876-9E71A3E07A1C}" type="datetime1">
              <a:rPr lang="hr-HR" smtClean="0"/>
              <a:t>4.12.2025.</a:t>
            </a:fld>
            <a:endParaRPr lang="en-GB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2F1DF6F7-660A-4C3A-D10D-4CFC3E57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7CA6DFC4-A6A5-4D3D-2292-DAA263DD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9933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ABD9198-29C5-1FF3-1547-D803AC4F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C1AA1B6-13A9-31A9-5D74-0F4039521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583C49F4-3980-DAC6-E740-A2A7E37E6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8E1976B0-6288-E86D-9B45-5C51923A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436A5D-3533-4AD7-A3B7-F822437CD5AF}" type="datetime1">
              <a:rPr lang="hr-HR" smtClean="0"/>
              <a:t>4.12.2025.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D347FBDB-207E-B8B6-9009-C961E4E4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59ABE817-FFCD-EFEF-72C3-E1D436E6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435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DEFFD64-E678-A779-C588-53F010A9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5D3ECC18-9939-D7D4-DA90-22827B0CB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95DBB32E-FD9A-EB75-B0CD-C7C1E21AC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9E115410-DF6B-2220-5218-72D93CAA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2FC5BC-6082-4FE7-A465-BF350D9BA4F9}" type="datetime1">
              <a:rPr lang="hr-HR" smtClean="0"/>
              <a:t>4.12.2025.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FAFB75A4-797A-AD17-E254-8FB617DD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C08035E4-881E-2885-2140-F4E95D5A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518967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6C88275-8576-BF57-71C0-F5AB585E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261463C2-FEC1-6D98-98C9-E8D8A7B70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914BBC0-F9DF-D25E-9CF4-9F9852F3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F01246-A034-476C-BAE9-26133364E453}" type="datetime1">
              <a:rPr lang="hr-HR" smtClean="0"/>
              <a:t>4.12.2025.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E5B14A73-064B-D269-959C-9B8927E2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2405716-6F55-D65B-F2AA-A82BFA7A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6933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206B728A-A70F-09A7-AE9F-B29B2CEB0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389537EC-79DB-9C39-F6F6-5A555D90A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8681268-4640-C853-5C72-39AB913C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CAA2D9-801D-40A2-A17A-79C41A2F06D2}" type="datetime1">
              <a:rPr lang="hr-HR" smtClean="0"/>
              <a:t>4.12.2025.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4000E241-7B49-3B8A-3EF0-2E5CE79D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76287EF-FE6C-D7C6-AA6E-5E79DD8B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59864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76200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F573A8AD-E671-4E07-8FEA-E1E7A1B6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2A2CD-F62C-4CAC-95A7-E4F127814482}" type="datetime1">
              <a:rPr lang="hr-HR" smtClean="0"/>
              <a:t>4.12.2025.</a:t>
            </a:fld>
            <a:endParaRPr lang="en-GB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13FA0E7-D67C-4CC1-B670-9455FED7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AE826534-5A49-4CF1-B928-2D298ED6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1BC11-38EE-4C92-A8DF-1736B1888BBB}" type="slidenum">
              <a:rPr lang="en-GB" altLang="sr-Latn-RS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18481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2C6E2A9-9DF8-D3A8-6148-B4BBA6EB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699F20E1-1C09-C782-1337-B950AB86D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0961843-7253-BCB0-9B56-B0090CEEC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CC201F-61CA-4B1F-A345-D0C5E830A515}" type="datetime1">
              <a:rPr lang="hr-HR" smtClean="0"/>
              <a:t>4.12.2025.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2D696DF-A514-63D2-B914-4E0A846E4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EA06718-2F4D-4581-CA9F-9BB4EDCC1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53346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bstract-art-colorful-texture-1085200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1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8DCE6713-C50E-41AB-844F-1D1F6C9F5D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67753" y="640080"/>
            <a:ext cx="2800511" cy="3566160"/>
          </a:xfrm>
        </p:spPr>
        <p:txBody>
          <a:bodyPr anchor="b">
            <a:normAutofit/>
          </a:bodyPr>
          <a:lstStyle/>
          <a:p>
            <a:pPr algn="l" eaLnBrk="1" hangingPunct="1"/>
            <a:r>
              <a:rPr lang="hr-HR" altLang="sr-Latn-RS" sz="4700" b="1"/>
              <a:t>Računalna grafika</a:t>
            </a:r>
            <a:endParaRPr lang="en-GB" altLang="sr-Latn-RS" sz="4700" b="1"/>
          </a:p>
        </p:txBody>
      </p:sp>
      <p:sp>
        <p:nvSpPr>
          <p:cNvPr id="6146" name="Rectangle 4">
            <a:extLst>
              <a:ext uri="{FF2B5EF4-FFF2-40B4-BE49-F238E27FC236}">
                <a16:creationId xmlns:a16="http://schemas.microsoft.com/office/drawing/2014/main" id="{811B5B1D-A95C-4808-B239-3C1F47F486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67754" y="4636008"/>
            <a:ext cx="2800510" cy="1572768"/>
          </a:xfrm>
        </p:spPr>
        <p:txBody>
          <a:bodyPr>
            <a:normAutofit/>
          </a:bodyPr>
          <a:lstStyle/>
          <a:p>
            <a:pPr algn="l" eaLnBrk="1" hangingPunct="1"/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Sjenčanje piksela (interpolacija)</a:t>
            </a:r>
          </a:p>
          <a:p>
            <a:pPr algn="l" eaLnBrk="1" hangingPunct="1"/>
            <a:r>
              <a:rPr lang="hr-HR" altLang="sr-Latn-RS" b="1" dirty="0" err="1"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endParaRPr lang="en-GB" altLang="sr-Latn-R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Slika 2" descr="Slika na kojoj se prikazuje šarenilo, umjetničko djelo, Umjetnost s fraktalima, Psihodelična umjetnost&#10;&#10;Opis je automatski generiran">
            <a:extLst>
              <a:ext uri="{FF2B5EF4-FFF2-40B4-BE49-F238E27FC236}">
                <a16:creationId xmlns:a16="http://schemas.microsoft.com/office/drawing/2014/main" id="{EDD066CA-13CD-807B-8FC6-BFECC2D33A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566" r="24450" b="2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0D265FB-7BE8-41B8-A6D8-9BD71BE8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76250"/>
            <a:ext cx="7772400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Ispunjavanje primitivnih oblika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Date Placeholder 2">
            <a:extLst>
              <a:ext uri="{FF2B5EF4-FFF2-40B4-BE49-F238E27FC236}">
                <a16:creationId xmlns:a16="http://schemas.microsoft.com/office/drawing/2014/main" id="{4DE8799E-BBF0-4975-B33D-577F95940C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93F4348F-790C-4469-8FC1-0BD2073C00F9}" type="datetime1">
              <a:rPr lang="hr-HR" altLang="sr-Latn-RS" sz="1400" smtClean="0"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8196" name="Text Box 12">
            <a:extLst>
              <a:ext uri="{FF2B5EF4-FFF2-40B4-BE49-F238E27FC236}">
                <a16:creationId xmlns:a16="http://schemas.microsoft.com/office/drawing/2014/main" id="{690D7F20-4649-4503-BCB5-B36222A1E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628775"/>
            <a:ext cx="68580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b="1" dirty="0">
                <a:latin typeface="Arial" panose="020B0604020202020204" pitchFamily="34" charset="0"/>
                <a:cs typeface="Arial" panose="020B0604020202020204" pitchFamily="34" charset="0"/>
              </a:rPr>
              <a:t>Osnovni koraci: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Izbor piksela koje treba ispuniti (ovisi o obliku primitiva)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Izbor vrijednosti koju treba pridijeliti odabranim pikselima (ovisi o načinu ispunjavanja: bojom ili uzorkom)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13428832-4138-4D13-9660-16AD84676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54" y="2132856"/>
            <a:ext cx="8480427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38BB816E-99AC-45CB-BBA9-21EBEB932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2636912"/>
            <a:ext cx="864096" cy="720079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pic>
        <p:nvPicPr>
          <p:cNvPr id="2" name="Slika 2">
            <a:extLst>
              <a:ext uri="{FF2B5EF4-FFF2-40B4-BE49-F238E27FC236}">
                <a16:creationId xmlns:a16="http://schemas.microsoft.com/office/drawing/2014/main" id="{58E59EF0-7963-F13E-2893-2670D9A32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5517232"/>
            <a:ext cx="48514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B1D92FD3-9966-B01F-023A-324CF3A8313F}"/>
              </a:ext>
            </a:extLst>
          </p:cNvPr>
          <p:cNvSpPr txBox="1"/>
          <p:nvPr/>
        </p:nvSpPr>
        <p:spPr>
          <a:xfrm>
            <a:off x="3906838" y="6414071"/>
            <a:ext cx="1989658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Rasterizacija</a:t>
            </a:r>
            <a:endParaRPr lang="hr-HR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CC178EB-298A-D691-FF3E-A8489E204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598" y="5517232"/>
            <a:ext cx="1221705" cy="720079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6D13AA6-6623-4A59-AEFA-9686B4AC9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</a:t>
            </a:r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sjenčanje</a:t>
            </a:r>
            <a:r>
              <a:rPr lang="en-GB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4035" name="Date Placeholder 2">
            <a:extLst>
              <a:ext uri="{FF2B5EF4-FFF2-40B4-BE49-F238E27FC236}">
                <a16:creationId xmlns:a16="http://schemas.microsoft.com/office/drawing/2014/main" id="{91B98E09-BB4B-4C8D-9C66-AFCF9D2186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4BC450A2-BC61-44C2-860B-C14E87E8A186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6" name="Slide Number Placeholder 4">
            <a:extLst>
              <a:ext uri="{FF2B5EF4-FFF2-40B4-BE49-F238E27FC236}">
                <a16:creationId xmlns:a16="http://schemas.microsoft.com/office/drawing/2014/main" id="{40315F10-01DD-48C0-88C4-A5DD19A0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DF9013E6-7F24-430C-8044-E0DA72C6CB4F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DFE9A97A-F517-43DF-A2FF-3DA757B6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8" name="Rectangle 4">
            <a:extLst>
              <a:ext uri="{FF2B5EF4-FFF2-40B4-BE49-F238E27FC236}">
                <a16:creationId xmlns:a16="http://schemas.microsoft.com/office/drawing/2014/main" id="{100F3041-CF13-4F15-91FE-9B09654BD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9" name="Rectangle 5">
            <a:extLst>
              <a:ext uri="{FF2B5EF4-FFF2-40B4-BE49-F238E27FC236}">
                <a16:creationId xmlns:a16="http://schemas.microsoft.com/office/drawing/2014/main" id="{F3C3DDD5-2B9A-464B-B0BA-F754F8F33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0" name="Rectangle 6">
            <a:extLst>
              <a:ext uri="{FF2B5EF4-FFF2-40B4-BE49-F238E27FC236}">
                <a16:creationId xmlns:a16="http://schemas.microsoft.com/office/drawing/2014/main" id="{76F2230D-1A5D-431C-9509-2A37514EE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1" name="Rectangle 7">
            <a:extLst>
              <a:ext uri="{FF2B5EF4-FFF2-40B4-BE49-F238E27FC236}">
                <a16:creationId xmlns:a16="http://schemas.microsoft.com/office/drawing/2014/main" id="{2AD77FBC-1B0F-4DF2-8C96-E9064EE7D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Rectangle 8">
            <a:extLst>
              <a:ext uri="{FF2B5EF4-FFF2-40B4-BE49-F238E27FC236}">
                <a16:creationId xmlns:a16="http://schemas.microsoft.com/office/drawing/2014/main" id="{DA0D0619-A0A4-4257-916D-185244449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3" name="Rectangle 9">
            <a:extLst>
              <a:ext uri="{FF2B5EF4-FFF2-40B4-BE49-F238E27FC236}">
                <a16:creationId xmlns:a16="http://schemas.microsoft.com/office/drawing/2014/main" id="{43FDF7FB-BC7E-4473-A449-B107C424F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4" name="Rectangle 10">
            <a:extLst>
              <a:ext uri="{FF2B5EF4-FFF2-40B4-BE49-F238E27FC236}">
                <a16:creationId xmlns:a16="http://schemas.microsoft.com/office/drawing/2014/main" id="{22A05905-2450-4A60-B9DA-B4A37D437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5" name="Rectangle 11">
            <a:extLst>
              <a:ext uri="{FF2B5EF4-FFF2-40B4-BE49-F238E27FC236}">
                <a16:creationId xmlns:a16="http://schemas.microsoft.com/office/drawing/2014/main" id="{4DBA98D8-44C1-47C3-9AAA-C2F9505C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6" name="Rectangle 12">
            <a:extLst>
              <a:ext uri="{FF2B5EF4-FFF2-40B4-BE49-F238E27FC236}">
                <a16:creationId xmlns:a16="http://schemas.microsoft.com/office/drawing/2014/main" id="{CF58AD20-2E1C-4143-9941-CF96B2DF1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7" name="Rectangle 13">
            <a:extLst>
              <a:ext uri="{FF2B5EF4-FFF2-40B4-BE49-F238E27FC236}">
                <a16:creationId xmlns:a16="http://schemas.microsoft.com/office/drawing/2014/main" id="{92313F12-77E4-4C8F-9870-797CF98E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8" name="Rectangle 14">
            <a:extLst>
              <a:ext uri="{FF2B5EF4-FFF2-40B4-BE49-F238E27FC236}">
                <a16:creationId xmlns:a16="http://schemas.microsoft.com/office/drawing/2014/main" id="{0FAD32C5-6AEB-4A0A-AD9A-CD8E4E937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9" name="Rectangle 15">
            <a:extLst>
              <a:ext uri="{FF2B5EF4-FFF2-40B4-BE49-F238E27FC236}">
                <a16:creationId xmlns:a16="http://schemas.microsoft.com/office/drawing/2014/main" id="{1AC57DC8-048F-4060-8CDD-516E2C846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0" name="Rectangle 16">
            <a:extLst>
              <a:ext uri="{FF2B5EF4-FFF2-40B4-BE49-F238E27FC236}">
                <a16:creationId xmlns:a16="http://schemas.microsoft.com/office/drawing/2014/main" id="{0F8A6101-5DF1-43CE-B266-274D16DD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1" name="Rectangle 17">
            <a:extLst>
              <a:ext uri="{FF2B5EF4-FFF2-40B4-BE49-F238E27FC236}">
                <a16:creationId xmlns:a16="http://schemas.microsoft.com/office/drawing/2014/main" id="{6A132ED0-B184-41BB-99A2-4168B899B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2" name="Rectangle 18">
            <a:extLst>
              <a:ext uri="{FF2B5EF4-FFF2-40B4-BE49-F238E27FC236}">
                <a16:creationId xmlns:a16="http://schemas.microsoft.com/office/drawing/2014/main" id="{3AF5E611-9250-4673-A40F-E6EF7A421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3" name="Rectangle 19">
            <a:extLst>
              <a:ext uri="{FF2B5EF4-FFF2-40B4-BE49-F238E27FC236}">
                <a16:creationId xmlns:a16="http://schemas.microsoft.com/office/drawing/2014/main" id="{20E7C8C1-7245-4973-9D96-64FEA4DCA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4" name="Rectangle 20">
            <a:extLst>
              <a:ext uri="{FF2B5EF4-FFF2-40B4-BE49-F238E27FC236}">
                <a16:creationId xmlns:a16="http://schemas.microsoft.com/office/drawing/2014/main" id="{F795FD28-4825-449C-B800-0F67C2C72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5" name="Rectangle 21">
            <a:extLst>
              <a:ext uri="{FF2B5EF4-FFF2-40B4-BE49-F238E27FC236}">
                <a16:creationId xmlns:a16="http://schemas.microsoft.com/office/drawing/2014/main" id="{DB41DD36-9EAC-4983-96B9-B3B9EC2A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6" name="Rectangle 22">
            <a:extLst>
              <a:ext uri="{FF2B5EF4-FFF2-40B4-BE49-F238E27FC236}">
                <a16:creationId xmlns:a16="http://schemas.microsoft.com/office/drawing/2014/main" id="{480E46B8-37A7-4949-8D85-13096579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7" name="Rectangle 23">
            <a:extLst>
              <a:ext uri="{FF2B5EF4-FFF2-40B4-BE49-F238E27FC236}">
                <a16:creationId xmlns:a16="http://schemas.microsoft.com/office/drawing/2014/main" id="{BC702BC8-2D12-474C-9223-78FBA5F1F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8" name="Rectangle 24">
            <a:extLst>
              <a:ext uri="{FF2B5EF4-FFF2-40B4-BE49-F238E27FC236}">
                <a16:creationId xmlns:a16="http://schemas.microsoft.com/office/drawing/2014/main" id="{018E6173-2B14-4E34-B3BE-6D2771006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59" name="Rectangle 25">
            <a:extLst>
              <a:ext uri="{FF2B5EF4-FFF2-40B4-BE49-F238E27FC236}">
                <a16:creationId xmlns:a16="http://schemas.microsoft.com/office/drawing/2014/main" id="{7529E1EA-FA78-407C-BA5B-484BC276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0" name="Rectangle 26">
            <a:extLst>
              <a:ext uri="{FF2B5EF4-FFF2-40B4-BE49-F238E27FC236}">
                <a16:creationId xmlns:a16="http://schemas.microsoft.com/office/drawing/2014/main" id="{D046CD51-9998-4AAF-A275-2E997DB88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1" name="Rectangle 27">
            <a:extLst>
              <a:ext uri="{FF2B5EF4-FFF2-40B4-BE49-F238E27FC236}">
                <a16:creationId xmlns:a16="http://schemas.microsoft.com/office/drawing/2014/main" id="{02979D61-C4FE-4E5D-8D3E-4E4AD9B62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2" name="Rectangle 28">
            <a:extLst>
              <a:ext uri="{FF2B5EF4-FFF2-40B4-BE49-F238E27FC236}">
                <a16:creationId xmlns:a16="http://schemas.microsoft.com/office/drawing/2014/main" id="{B6964704-A397-4054-ABE8-A4EA204E3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3" name="Rectangle 29">
            <a:extLst>
              <a:ext uri="{FF2B5EF4-FFF2-40B4-BE49-F238E27FC236}">
                <a16:creationId xmlns:a16="http://schemas.microsoft.com/office/drawing/2014/main" id="{DC14703A-C7C5-4552-B1D6-1C99C6D7B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4" name="Rectangle 30">
            <a:extLst>
              <a:ext uri="{FF2B5EF4-FFF2-40B4-BE49-F238E27FC236}">
                <a16:creationId xmlns:a16="http://schemas.microsoft.com/office/drawing/2014/main" id="{58F89BD9-B5C9-43E6-8BC0-F848E0292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5" name="Rectangle 31">
            <a:extLst>
              <a:ext uri="{FF2B5EF4-FFF2-40B4-BE49-F238E27FC236}">
                <a16:creationId xmlns:a16="http://schemas.microsoft.com/office/drawing/2014/main" id="{CED4EC35-B241-4360-AE58-0AF1C59C4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6" name="Rectangle 32">
            <a:extLst>
              <a:ext uri="{FF2B5EF4-FFF2-40B4-BE49-F238E27FC236}">
                <a16:creationId xmlns:a16="http://schemas.microsoft.com/office/drawing/2014/main" id="{6FB55EFA-E18A-48E8-A022-DE576B85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7" name="Rectangle 33">
            <a:extLst>
              <a:ext uri="{FF2B5EF4-FFF2-40B4-BE49-F238E27FC236}">
                <a16:creationId xmlns:a16="http://schemas.microsoft.com/office/drawing/2014/main" id="{C7E8823C-E55D-4D5D-92DA-5BAE2BA47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8" name="Rectangle 34">
            <a:extLst>
              <a:ext uri="{FF2B5EF4-FFF2-40B4-BE49-F238E27FC236}">
                <a16:creationId xmlns:a16="http://schemas.microsoft.com/office/drawing/2014/main" id="{086599D2-8A84-43DD-8FE0-8390B8162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9" name="Rectangle 35">
            <a:extLst>
              <a:ext uri="{FF2B5EF4-FFF2-40B4-BE49-F238E27FC236}">
                <a16:creationId xmlns:a16="http://schemas.microsoft.com/office/drawing/2014/main" id="{C234B713-AAE5-4184-B26E-0F3C4569E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0" name="Rectangle 36">
            <a:extLst>
              <a:ext uri="{FF2B5EF4-FFF2-40B4-BE49-F238E27FC236}">
                <a16:creationId xmlns:a16="http://schemas.microsoft.com/office/drawing/2014/main" id="{F2DFF570-9508-4595-90F9-69AD6A89E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1" name="Rectangle 37">
            <a:extLst>
              <a:ext uri="{FF2B5EF4-FFF2-40B4-BE49-F238E27FC236}">
                <a16:creationId xmlns:a16="http://schemas.microsoft.com/office/drawing/2014/main" id="{84F425DA-8969-43FC-B557-735CA638A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2" name="Rectangle 38">
            <a:extLst>
              <a:ext uri="{FF2B5EF4-FFF2-40B4-BE49-F238E27FC236}">
                <a16:creationId xmlns:a16="http://schemas.microsoft.com/office/drawing/2014/main" id="{5AFF5602-91C0-49F8-BA09-D40D848C8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3" name="Rectangle 39">
            <a:extLst>
              <a:ext uri="{FF2B5EF4-FFF2-40B4-BE49-F238E27FC236}">
                <a16:creationId xmlns:a16="http://schemas.microsoft.com/office/drawing/2014/main" id="{61FBC988-0A62-4AB4-B94A-C6E93996F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4" name="Rectangle 40">
            <a:extLst>
              <a:ext uri="{FF2B5EF4-FFF2-40B4-BE49-F238E27FC236}">
                <a16:creationId xmlns:a16="http://schemas.microsoft.com/office/drawing/2014/main" id="{497D08AF-4229-4338-98C8-E78048299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5" name="Rectangle 41">
            <a:extLst>
              <a:ext uri="{FF2B5EF4-FFF2-40B4-BE49-F238E27FC236}">
                <a16:creationId xmlns:a16="http://schemas.microsoft.com/office/drawing/2014/main" id="{F076A39D-B76F-4D44-B710-23713278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6" name="Rectangle 42">
            <a:extLst>
              <a:ext uri="{FF2B5EF4-FFF2-40B4-BE49-F238E27FC236}">
                <a16:creationId xmlns:a16="http://schemas.microsoft.com/office/drawing/2014/main" id="{2AF313F7-7FFE-40E3-867A-4E82C8BC1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7" name="Rectangle 43">
            <a:extLst>
              <a:ext uri="{FF2B5EF4-FFF2-40B4-BE49-F238E27FC236}">
                <a16:creationId xmlns:a16="http://schemas.microsoft.com/office/drawing/2014/main" id="{185013DE-3D9D-4343-9EE4-F0980903E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8" name="Rectangle 44">
            <a:extLst>
              <a:ext uri="{FF2B5EF4-FFF2-40B4-BE49-F238E27FC236}">
                <a16:creationId xmlns:a16="http://schemas.microsoft.com/office/drawing/2014/main" id="{F852455F-AB98-4DA9-9F31-E3EF1F76C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9" name="Text Box 45">
            <a:extLst>
              <a:ext uri="{FF2B5EF4-FFF2-40B4-BE49-F238E27FC236}">
                <a16:creationId xmlns:a16="http://schemas.microsoft.com/office/drawing/2014/main" id="{6E7A4D86-C49A-42B9-89C1-C717BBC26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84784"/>
            <a:ext cx="82296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Per-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vertex</a:t>
            </a: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 sjenčanje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Ako na neku poligonalnu površinu primijenimo model osvjetljenja s po jednom jediničnom normalom za svaku površinu unutar jednog poligona, rezultat takvog sjenčanja će biti kao na slici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(Implementacija najčešće u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vertex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shaderu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– nema interpolacije po vrhovima.)</a:t>
            </a:r>
          </a:p>
        </p:txBody>
      </p:sp>
      <p:sp>
        <p:nvSpPr>
          <p:cNvPr id="44080" name="Rectangle 46">
            <a:extLst>
              <a:ext uri="{FF2B5EF4-FFF2-40B4-BE49-F238E27FC236}">
                <a16:creationId xmlns:a16="http://schemas.microsoft.com/office/drawing/2014/main" id="{45FA3820-AAEF-40D0-B352-046E2B0AD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81" name="Rectangle 47">
            <a:extLst>
              <a:ext uri="{FF2B5EF4-FFF2-40B4-BE49-F238E27FC236}">
                <a16:creationId xmlns:a16="http://schemas.microsoft.com/office/drawing/2014/main" id="{29FCB6F8-57EC-4288-A060-34B7085C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82" name="Rectangle 48">
            <a:extLst>
              <a:ext uri="{FF2B5EF4-FFF2-40B4-BE49-F238E27FC236}">
                <a16:creationId xmlns:a16="http://schemas.microsoft.com/office/drawing/2014/main" id="{28CD55E1-D874-40C6-8DEF-CC56A4D2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83" name="Rectangle 49">
            <a:extLst>
              <a:ext uri="{FF2B5EF4-FFF2-40B4-BE49-F238E27FC236}">
                <a16:creationId xmlns:a16="http://schemas.microsoft.com/office/drawing/2014/main" id="{E527A4EF-D4A3-4917-B625-12F818DC0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4084" name="Picture 50" descr="flat">
            <a:extLst>
              <a:ext uri="{FF2B5EF4-FFF2-40B4-BE49-F238E27FC236}">
                <a16:creationId xmlns:a16="http://schemas.microsoft.com/office/drawing/2014/main" id="{7082AE93-1D56-41A5-8540-6ACD84E38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64557"/>
            <a:ext cx="38862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85" name="Picture 51" descr="patch">
            <a:extLst>
              <a:ext uri="{FF2B5EF4-FFF2-40B4-BE49-F238E27FC236}">
                <a16:creationId xmlns:a16="http://schemas.microsoft.com/office/drawing/2014/main" id="{14463D78-2E47-4A5E-9299-6DE8B90CF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036" y="3609109"/>
            <a:ext cx="2376264" cy="157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86" name="Text Box 52">
            <a:extLst>
              <a:ext uri="{FF2B5EF4-FFF2-40B4-BE49-F238E27FC236}">
                <a16:creationId xmlns:a16="http://schemas.microsoft.com/office/drawing/2014/main" id="{5C792058-59BC-4E44-9AB7-8F39A03C6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201369"/>
            <a:ext cx="3276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Konstantno sjenčanje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(Flat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shading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GB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Ravni poveznik 2">
            <a:extLst>
              <a:ext uri="{FF2B5EF4-FFF2-40B4-BE49-F238E27FC236}">
                <a16:creationId xmlns:a16="http://schemas.microsoft.com/office/drawing/2014/main" id="{8EADB3B6-6A0F-51A5-5186-901CF0BF7774}"/>
              </a:ext>
            </a:extLst>
          </p:cNvPr>
          <p:cNvCxnSpPr>
            <a:cxnSpLocks/>
          </p:cNvCxnSpPr>
          <p:nvPr/>
        </p:nvCxnSpPr>
        <p:spPr>
          <a:xfrm>
            <a:off x="6012160" y="3948832"/>
            <a:ext cx="600571" cy="285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vni poveznik 4">
            <a:extLst>
              <a:ext uri="{FF2B5EF4-FFF2-40B4-BE49-F238E27FC236}">
                <a16:creationId xmlns:a16="http://schemas.microsoft.com/office/drawing/2014/main" id="{3F2FB445-C808-EEA1-7713-A0FFB8A0F0B3}"/>
              </a:ext>
            </a:extLst>
          </p:cNvPr>
          <p:cNvCxnSpPr>
            <a:cxnSpLocks/>
          </p:cNvCxnSpPr>
          <p:nvPr/>
        </p:nvCxnSpPr>
        <p:spPr>
          <a:xfrm flipH="1" flipV="1">
            <a:off x="6591300" y="3977406"/>
            <a:ext cx="68039" cy="4204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avni poveznik 7">
            <a:extLst>
              <a:ext uri="{FF2B5EF4-FFF2-40B4-BE49-F238E27FC236}">
                <a16:creationId xmlns:a16="http://schemas.microsoft.com/office/drawing/2014/main" id="{1083B676-4A63-CE87-82D5-6F935BB19D46}"/>
              </a:ext>
            </a:extLst>
          </p:cNvPr>
          <p:cNvCxnSpPr>
            <a:cxnSpLocks/>
          </p:cNvCxnSpPr>
          <p:nvPr/>
        </p:nvCxnSpPr>
        <p:spPr>
          <a:xfrm flipH="1">
            <a:off x="6053361" y="4375871"/>
            <a:ext cx="60597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vni poveznik 10">
            <a:extLst>
              <a:ext uri="{FF2B5EF4-FFF2-40B4-BE49-F238E27FC236}">
                <a16:creationId xmlns:a16="http://schemas.microsoft.com/office/drawing/2014/main" id="{775E4E5C-6744-BAE5-548C-EFB890C9C703}"/>
              </a:ext>
            </a:extLst>
          </p:cNvPr>
          <p:cNvCxnSpPr>
            <a:cxnSpLocks/>
          </p:cNvCxnSpPr>
          <p:nvPr/>
        </p:nvCxnSpPr>
        <p:spPr>
          <a:xfrm>
            <a:off x="6005860" y="3932958"/>
            <a:ext cx="46608" cy="4649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1E5965A-487D-4337-A68E-4411C4D7E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059" name="Date Placeholder 2">
            <a:extLst>
              <a:ext uri="{FF2B5EF4-FFF2-40B4-BE49-F238E27FC236}">
                <a16:creationId xmlns:a16="http://schemas.microsoft.com/office/drawing/2014/main" id="{C1B93D10-44CA-4675-B89F-5004CDACBA2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D514CDA3-81CC-4260-A206-90E5DC00B2C6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20" name="Slide Number Placeholder 4">
            <a:extLst>
              <a:ext uri="{FF2B5EF4-FFF2-40B4-BE49-F238E27FC236}">
                <a16:creationId xmlns:a16="http://schemas.microsoft.com/office/drawing/2014/main" id="{FE98C7FA-6BE3-4578-BE71-AADCFCE1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2E19558B-0D55-4A20-93D4-79751DBD3B68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4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74349B7E-90BE-4733-B085-6FE30560C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2" name="Rectangle 4">
            <a:extLst>
              <a:ext uri="{FF2B5EF4-FFF2-40B4-BE49-F238E27FC236}">
                <a16:creationId xmlns:a16="http://schemas.microsoft.com/office/drawing/2014/main" id="{3C528BFB-F0AD-4A24-8785-50919BB37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3" name="Rectangle 5">
            <a:extLst>
              <a:ext uri="{FF2B5EF4-FFF2-40B4-BE49-F238E27FC236}">
                <a16:creationId xmlns:a16="http://schemas.microsoft.com/office/drawing/2014/main" id="{BFA40324-113C-44B0-A82E-20F46C366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4" name="Rectangle 6">
            <a:extLst>
              <a:ext uri="{FF2B5EF4-FFF2-40B4-BE49-F238E27FC236}">
                <a16:creationId xmlns:a16="http://schemas.microsoft.com/office/drawing/2014/main" id="{2A53CDD7-8DD3-4AE4-9A82-E1F49FF2E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5" name="Rectangle 7">
            <a:extLst>
              <a:ext uri="{FF2B5EF4-FFF2-40B4-BE49-F238E27FC236}">
                <a16:creationId xmlns:a16="http://schemas.microsoft.com/office/drawing/2014/main" id="{7DA6274D-1F79-48BD-A268-AEE2D4CAB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6" name="Rectangle 8">
            <a:extLst>
              <a:ext uri="{FF2B5EF4-FFF2-40B4-BE49-F238E27FC236}">
                <a16:creationId xmlns:a16="http://schemas.microsoft.com/office/drawing/2014/main" id="{B496490E-3EC0-45BD-809B-85A379944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7" name="Rectangle 9">
            <a:extLst>
              <a:ext uri="{FF2B5EF4-FFF2-40B4-BE49-F238E27FC236}">
                <a16:creationId xmlns:a16="http://schemas.microsoft.com/office/drawing/2014/main" id="{C8B8B2DE-07D9-4D05-B000-AF60CEB64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8" name="Rectangle 10">
            <a:extLst>
              <a:ext uri="{FF2B5EF4-FFF2-40B4-BE49-F238E27FC236}">
                <a16:creationId xmlns:a16="http://schemas.microsoft.com/office/drawing/2014/main" id="{CCEFD592-5EC8-4076-AB93-420F8DEB2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9" name="Rectangle 11">
            <a:extLst>
              <a:ext uri="{FF2B5EF4-FFF2-40B4-BE49-F238E27FC236}">
                <a16:creationId xmlns:a16="http://schemas.microsoft.com/office/drawing/2014/main" id="{24FD565D-100F-4F1C-AB1E-60CE8D7CE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0" name="Rectangle 12">
            <a:extLst>
              <a:ext uri="{FF2B5EF4-FFF2-40B4-BE49-F238E27FC236}">
                <a16:creationId xmlns:a16="http://schemas.microsoft.com/office/drawing/2014/main" id="{2333F273-ED96-4D86-B0EC-70D8AD58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1" name="Rectangle 13">
            <a:extLst>
              <a:ext uri="{FF2B5EF4-FFF2-40B4-BE49-F238E27FC236}">
                <a16:creationId xmlns:a16="http://schemas.microsoft.com/office/drawing/2014/main" id="{9D0E4D11-E5AE-4893-971A-4CA49D08E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2" name="Rectangle 14">
            <a:extLst>
              <a:ext uri="{FF2B5EF4-FFF2-40B4-BE49-F238E27FC236}">
                <a16:creationId xmlns:a16="http://schemas.microsoft.com/office/drawing/2014/main" id="{8A3605FC-7B12-4544-A4E8-60011ABA7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3" name="Rectangle 15">
            <a:extLst>
              <a:ext uri="{FF2B5EF4-FFF2-40B4-BE49-F238E27FC236}">
                <a16:creationId xmlns:a16="http://schemas.microsoft.com/office/drawing/2014/main" id="{F2E25A05-0804-4240-8FD7-F4C01068A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4" name="Rectangle 16">
            <a:extLst>
              <a:ext uri="{FF2B5EF4-FFF2-40B4-BE49-F238E27FC236}">
                <a16:creationId xmlns:a16="http://schemas.microsoft.com/office/drawing/2014/main" id="{6A42AD70-34C2-4673-9BDF-33888B0CE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5" name="Rectangle 17">
            <a:extLst>
              <a:ext uri="{FF2B5EF4-FFF2-40B4-BE49-F238E27FC236}">
                <a16:creationId xmlns:a16="http://schemas.microsoft.com/office/drawing/2014/main" id="{24D3AF46-0985-44B6-9573-53A31A0A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6" name="Rectangle 18">
            <a:extLst>
              <a:ext uri="{FF2B5EF4-FFF2-40B4-BE49-F238E27FC236}">
                <a16:creationId xmlns:a16="http://schemas.microsoft.com/office/drawing/2014/main" id="{903925A6-62C2-4789-ADE2-4A251126E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7" name="Rectangle 19">
            <a:extLst>
              <a:ext uri="{FF2B5EF4-FFF2-40B4-BE49-F238E27FC236}">
                <a16:creationId xmlns:a16="http://schemas.microsoft.com/office/drawing/2014/main" id="{21978687-C441-49F6-AE8A-D2F6B0D3F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8" name="Rectangle 20">
            <a:extLst>
              <a:ext uri="{FF2B5EF4-FFF2-40B4-BE49-F238E27FC236}">
                <a16:creationId xmlns:a16="http://schemas.microsoft.com/office/drawing/2014/main" id="{0CA7B90C-F015-49B7-8D2C-F89CDF825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79" name="Rectangle 21">
            <a:extLst>
              <a:ext uri="{FF2B5EF4-FFF2-40B4-BE49-F238E27FC236}">
                <a16:creationId xmlns:a16="http://schemas.microsoft.com/office/drawing/2014/main" id="{C4016068-2986-4826-89A5-CF5270F85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0" name="Rectangle 22">
            <a:extLst>
              <a:ext uri="{FF2B5EF4-FFF2-40B4-BE49-F238E27FC236}">
                <a16:creationId xmlns:a16="http://schemas.microsoft.com/office/drawing/2014/main" id="{12F82A97-DF92-4BCA-8EFA-8E8FE8585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1" name="Rectangle 23">
            <a:extLst>
              <a:ext uri="{FF2B5EF4-FFF2-40B4-BE49-F238E27FC236}">
                <a16:creationId xmlns:a16="http://schemas.microsoft.com/office/drawing/2014/main" id="{73BDDBA2-966D-43F1-82B2-989340743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2" name="Rectangle 24">
            <a:extLst>
              <a:ext uri="{FF2B5EF4-FFF2-40B4-BE49-F238E27FC236}">
                <a16:creationId xmlns:a16="http://schemas.microsoft.com/office/drawing/2014/main" id="{A1B6031B-F06E-4370-B0E4-3B7CF9B0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3" name="Rectangle 25">
            <a:extLst>
              <a:ext uri="{FF2B5EF4-FFF2-40B4-BE49-F238E27FC236}">
                <a16:creationId xmlns:a16="http://schemas.microsoft.com/office/drawing/2014/main" id="{A3F66125-A8E1-4B14-8DB3-CDA1DC234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4" name="Rectangle 26">
            <a:extLst>
              <a:ext uri="{FF2B5EF4-FFF2-40B4-BE49-F238E27FC236}">
                <a16:creationId xmlns:a16="http://schemas.microsoft.com/office/drawing/2014/main" id="{0BB6E06B-BCBE-407C-8DC1-29D7EF6FD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5" name="Rectangle 27">
            <a:extLst>
              <a:ext uri="{FF2B5EF4-FFF2-40B4-BE49-F238E27FC236}">
                <a16:creationId xmlns:a16="http://schemas.microsoft.com/office/drawing/2014/main" id="{870557E8-84C2-42E3-8279-284509808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6" name="Rectangle 28">
            <a:extLst>
              <a:ext uri="{FF2B5EF4-FFF2-40B4-BE49-F238E27FC236}">
                <a16:creationId xmlns:a16="http://schemas.microsoft.com/office/drawing/2014/main" id="{E55A0896-C913-4249-99DE-12CA3FE99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7" name="Rectangle 29">
            <a:extLst>
              <a:ext uri="{FF2B5EF4-FFF2-40B4-BE49-F238E27FC236}">
                <a16:creationId xmlns:a16="http://schemas.microsoft.com/office/drawing/2014/main" id="{ED25B172-52E0-4481-A8D1-8FC229A6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8" name="Rectangle 30">
            <a:extLst>
              <a:ext uri="{FF2B5EF4-FFF2-40B4-BE49-F238E27FC236}">
                <a16:creationId xmlns:a16="http://schemas.microsoft.com/office/drawing/2014/main" id="{F1DA2DA9-CCB3-49FA-B863-CD5FCE4DF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9" name="Rectangle 31">
            <a:extLst>
              <a:ext uri="{FF2B5EF4-FFF2-40B4-BE49-F238E27FC236}">
                <a16:creationId xmlns:a16="http://schemas.microsoft.com/office/drawing/2014/main" id="{AF57083C-EF1C-4BE3-8D7B-CF8EC596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0" name="Rectangle 32">
            <a:extLst>
              <a:ext uri="{FF2B5EF4-FFF2-40B4-BE49-F238E27FC236}">
                <a16:creationId xmlns:a16="http://schemas.microsoft.com/office/drawing/2014/main" id="{05DB9217-FA6D-4227-BDA9-11ABB2CAD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1" name="Rectangle 33">
            <a:extLst>
              <a:ext uri="{FF2B5EF4-FFF2-40B4-BE49-F238E27FC236}">
                <a16:creationId xmlns:a16="http://schemas.microsoft.com/office/drawing/2014/main" id="{092DA7F8-E0F2-47EC-9301-41892299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2" name="Rectangle 34">
            <a:extLst>
              <a:ext uri="{FF2B5EF4-FFF2-40B4-BE49-F238E27FC236}">
                <a16:creationId xmlns:a16="http://schemas.microsoft.com/office/drawing/2014/main" id="{D44CDF6C-445B-4673-97B2-A5A281AAF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3" name="Rectangle 35">
            <a:extLst>
              <a:ext uri="{FF2B5EF4-FFF2-40B4-BE49-F238E27FC236}">
                <a16:creationId xmlns:a16="http://schemas.microsoft.com/office/drawing/2014/main" id="{9AE27A48-6AB0-4EC6-A1B8-CEBDC1632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4" name="Rectangle 36">
            <a:extLst>
              <a:ext uri="{FF2B5EF4-FFF2-40B4-BE49-F238E27FC236}">
                <a16:creationId xmlns:a16="http://schemas.microsoft.com/office/drawing/2014/main" id="{31721963-8C7C-4A72-B877-C849CC12E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5" name="Rectangle 37">
            <a:extLst>
              <a:ext uri="{FF2B5EF4-FFF2-40B4-BE49-F238E27FC236}">
                <a16:creationId xmlns:a16="http://schemas.microsoft.com/office/drawing/2014/main" id="{785471E2-CC87-4481-AB4F-BD2071477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6" name="Rectangle 38">
            <a:extLst>
              <a:ext uri="{FF2B5EF4-FFF2-40B4-BE49-F238E27FC236}">
                <a16:creationId xmlns:a16="http://schemas.microsoft.com/office/drawing/2014/main" id="{EB718209-7C4F-45B7-B396-538752727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7" name="Rectangle 39">
            <a:extLst>
              <a:ext uri="{FF2B5EF4-FFF2-40B4-BE49-F238E27FC236}">
                <a16:creationId xmlns:a16="http://schemas.microsoft.com/office/drawing/2014/main" id="{FD1DC52B-20E5-4CC8-A4C5-877AEE647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8" name="Rectangle 40">
            <a:extLst>
              <a:ext uri="{FF2B5EF4-FFF2-40B4-BE49-F238E27FC236}">
                <a16:creationId xmlns:a16="http://schemas.microsoft.com/office/drawing/2014/main" id="{F2CD6A52-3B06-4AE3-BE88-2ABFBB398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99" name="Rectangle 41">
            <a:extLst>
              <a:ext uri="{FF2B5EF4-FFF2-40B4-BE49-F238E27FC236}">
                <a16:creationId xmlns:a16="http://schemas.microsoft.com/office/drawing/2014/main" id="{3564A338-EC24-41B0-8D00-CEA942DDA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0" name="Rectangle 42">
            <a:extLst>
              <a:ext uri="{FF2B5EF4-FFF2-40B4-BE49-F238E27FC236}">
                <a16:creationId xmlns:a16="http://schemas.microsoft.com/office/drawing/2014/main" id="{189EE172-7349-485D-B0E7-30276EE6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1" name="Rectangle 43">
            <a:extLst>
              <a:ext uri="{FF2B5EF4-FFF2-40B4-BE49-F238E27FC236}">
                <a16:creationId xmlns:a16="http://schemas.microsoft.com/office/drawing/2014/main" id="{CEED9DE9-B0EF-4021-8EF0-F7015A7C0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2" name="Rectangle 44">
            <a:extLst>
              <a:ext uri="{FF2B5EF4-FFF2-40B4-BE49-F238E27FC236}">
                <a16:creationId xmlns:a16="http://schemas.microsoft.com/office/drawing/2014/main" id="{206CEF88-2D56-41B6-8F9C-459293B70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3" name="Text Box 45">
            <a:extLst>
              <a:ext uri="{FF2B5EF4-FFF2-40B4-BE49-F238E27FC236}">
                <a16:creationId xmlns:a16="http://schemas.microsoft.com/office/drawing/2014/main" id="{9DC5F707-2615-4D77-9626-D1B2A6C77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82296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Per-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vertex</a:t>
            </a: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 sjenčanje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Bolji prelazi se mogu postići korištenjem tehnike koju je razvio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Gouraud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Ako koristimo algoritam koji skenira liniju po liniju za renderiranje nekog objekta, vrijednost intenziteta u svakoj točci duž linije skeniranja mora se odrediti na osnovu modela osvjetljavanja.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Normale na površinu aproksimiraju se na vrhovima poligona površine.</a:t>
            </a:r>
          </a:p>
        </p:txBody>
      </p:sp>
      <p:sp>
        <p:nvSpPr>
          <p:cNvPr id="45104" name="Rectangle 46">
            <a:extLst>
              <a:ext uri="{FF2B5EF4-FFF2-40B4-BE49-F238E27FC236}">
                <a16:creationId xmlns:a16="http://schemas.microsoft.com/office/drawing/2014/main" id="{0B1FA818-2A66-46DC-8554-F1EED294F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5" name="Rectangle 47">
            <a:extLst>
              <a:ext uri="{FF2B5EF4-FFF2-40B4-BE49-F238E27FC236}">
                <a16:creationId xmlns:a16="http://schemas.microsoft.com/office/drawing/2014/main" id="{B136DEA1-7701-4DEA-8477-0AFB08D75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6" name="Rectangle 48">
            <a:extLst>
              <a:ext uri="{FF2B5EF4-FFF2-40B4-BE49-F238E27FC236}">
                <a16:creationId xmlns:a16="http://schemas.microsoft.com/office/drawing/2014/main" id="{4BA1A459-CBCA-4E4D-A77C-45D8A0C99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7" name="Rectangle 49">
            <a:extLst>
              <a:ext uri="{FF2B5EF4-FFF2-40B4-BE49-F238E27FC236}">
                <a16:creationId xmlns:a16="http://schemas.microsoft.com/office/drawing/2014/main" id="{F4DC3352-118E-454F-8612-046EA1BCC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541328F-651F-4D3F-A376-BA084823F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6083" name="Date Placeholder 2">
            <a:extLst>
              <a:ext uri="{FF2B5EF4-FFF2-40B4-BE49-F238E27FC236}">
                <a16:creationId xmlns:a16="http://schemas.microsoft.com/office/drawing/2014/main" id="{BD41CD16-1561-4F89-B08B-FDE2B858CEB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E7B7CB6-25E9-426E-A0D7-6BB3F7CFB2DA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E5A757F9-9891-4487-BFBE-C7587AE9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79F26707-6682-44C1-A5D0-9BB96C915C99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5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570A58BA-A63E-4CBD-A531-FC678751A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6" name="Rectangle 4">
            <a:extLst>
              <a:ext uri="{FF2B5EF4-FFF2-40B4-BE49-F238E27FC236}">
                <a16:creationId xmlns:a16="http://schemas.microsoft.com/office/drawing/2014/main" id="{7EBB0A01-DAF5-436F-B6B5-07D9A452F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C0F67985-3AC0-4A22-BF0F-82883CC50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8" name="Rectangle 8">
            <a:extLst>
              <a:ext uri="{FF2B5EF4-FFF2-40B4-BE49-F238E27FC236}">
                <a16:creationId xmlns:a16="http://schemas.microsoft.com/office/drawing/2014/main" id="{73545CCA-FAB5-482B-870C-6CA35AD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9" name="Rectangle 10">
            <a:extLst>
              <a:ext uri="{FF2B5EF4-FFF2-40B4-BE49-F238E27FC236}">
                <a16:creationId xmlns:a16="http://schemas.microsoft.com/office/drawing/2014/main" id="{2628CFFB-2DE5-4C5E-8C58-41E42B938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0" name="Rectangle 11">
            <a:extLst>
              <a:ext uri="{FF2B5EF4-FFF2-40B4-BE49-F238E27FC236}">
                <a16:creationId xmlns:a16="http://schemas.microsoft.com/office/drawing/2014/main" id="{07AE2A30-1542-40D9-A6A8-4CBC71CC3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1" name="Rectangle 12">
            <a:extLst>
              <a:ext uri="{FF2B5EF4-FFF2-40B4-BE49-F238E27FC236}">
                <a16:creationId xmlns:a16="http://schemas.microsoft.com/office/drawing/2014/main" id="{08FDB3FE-CF81-416E-ADA5-CD4C05637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2" name="Rectangle 13">
            <a:extLst>
              <a:ext uri="{FF2B5EF4-FFF2-40B4-BE49-F238E27FC236}">
                <a16:creationId xmlns:a16="http://schemas.microsoft.com/office/drawing/2014/main" id="{EB2408AE-E654-4D28-9009-C4BF10C7D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3" name="Rectangle 14">
            <a:extLst>
              <a:ext uri="{FF2B5EF4-FFF2-40B4-BE49-F238E27FC236}">
                <a16:creationId xmlns:a16="http://schemas.microsoft.com/office/drawing/2014/main" id="{AC1558DE-0EE1-4205-B44F-BAF942FCD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4" name="Rectangle 16">
            <a:extLst>
              <a:ext uri="{FF2B5EF4-FFF2-40B4-BE49-F238E27FC236}">
                <a16:creationId xmlns:a16="http://schemas.microsoft.com/office/drawing/2014/main" id="{3D48AE84-439E-49DC-AB8B-85C99B90F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5" name="Rectangle 17">
            <a:extLst>
              <a:ext uri="{FF2B5EF4-FFF2-40B4-BE49-F238E27FC236}">
                <a16:creationId xmlns:a16="http://schemas.microsoft.com/office/drawing/2014/main" id="{620EAF6C-97F8-4655-A456-BD6385D72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6" name="Rectangle 18">
            <a:extLst>
              <a:ext uri="{FF2B5EF4-FFF2-40B4-BE49-F238E27FC236}">
                <a16:creationId xmlns:a16="http://schemas.microsoft.com/office/drawing/2014/main" id="{8FB2CB17-6774-4569-9E05-44E837F34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7" name="Rectangle 20">
            <a:extLst>
              <a:ext uri="{FF2B5EF4-FFF2-40B4-BE49-F238E27FC236}">
                <a16:creationId xmlns:a16="http://schemas.microsoft.com/office/drawing/2014/main" id="{7ADE5368-719F-4C7F-8F86-C6309A573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8" name="Rectangle 21">
            <a:extLst>
              <a:ext uri="{FF2B5EF4-FFF2-40B4-BE49-F238E27FC236}">
                <a16:creationId xmlns:a16="http://schemas.microsoft.com/office/drawing/2014/main" id="{A47196DF-DD7A-419D-88A4-70FDFD73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9" name="Rectangle 22">
            <a:extLst>
              <a:ext uri="{FF2B5EF4-FFF2-40B4-BE49-F238E27FC236}">
                <a16:creationId xmlns:a16="http://schemas.microsoft.com/office/drawing/2014/main" id="{5705EE9E-D7AD-4354-AB85-DC0230D3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0" name="Rectangle 23">
            <a:extLst>
              <a:ext uri="{FF2B5EF4-FFF2-40B4-BE49-F238E27FC236}">
                <a16:creationId xmlns:a16="http://schemas.microsoft.com/office/drawing/2014/main" id="{D5EFE4A5-1CB3-44E6-BE42-A895D16D0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1" name="Rectangle 24">
            <a:extLst>
              <a:ext uri="{FF2B5EF4-FFF2-40B4-BE49-F238E27FC236}">
                <a16:creationId xmlns:a16="http://schemas.microsoft.com/office/drawing/2014/main" id="{54068A90-5AF8-4D95-BAD9-4D99A81A9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2" name="Rectangle 25">
            <a:extLst>
              <a:ext uri="{FF2B5EF4-FFF2-40B4-BE49-F238E27FC236}">
                <a16:creationId xmlns:a16="http://schemas.microsoft.com/office/drawing/2014/main" id="{8B81FCB8-F883-47B1-B1D1-6B0037F6B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3" name="Rectangle 26">
            <a:extLst>
              <a:ext uri="{FF2B5EF4-FFF2-40B4-BE49-F238E27FC236}">
                <a16:creationId xmlns:a16="http://schemas.microsoft.com/office/drawing/2014/main" id="{4D5B52C0-034C-43E1-953D-7E51E58A5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4" name="Rectangle 28">
            <a:extLst>
              <a:ext uri="{FF2B5EF4-FFF2-40B4-BE49-F238E27FC236}">
                <a16:creationId xmlns:a16="http://schemas.microsoft.com/office/drawing/2014/main" id="{19585850-08FC-40A8-9C86-6C477BE8B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5" name="Rectangle 29">
            <a:extLst>
              <a:ext uri="{FF2B5EF4-FFF2-40B4-BE49-F238E27FC236}">
                <a16:creationId xmlns:a16="http://schemas.microsoft.com/office/drawing/2014/main" id="{BAF3894E-6F88-4512-B3E5-915D54E6C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6" name="Rectangle 30">
            <a:extLst>
              <a:ext uri="{FF2B5EF4-FFF2-40B4-BE49-F238E27FC236}">
                <a16:creationId xmlns:a16="http://schemas.microsoft.com/office/drawing/2014/main" id="{15C1AA2E-DCD4-4E6F-B204-0B3944EFF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7" name="Rectangle 32">
            <a:extLst>
              <a:ext uri="{FF2B5EF4-FFF2-40B4-BE49-F238E27FC236}">
                <a16:creationId xmlns:a16="http://schemas.microsoft.com/office/drawing/2014/main" id="{94FCDD30-BE41-4B77-BB76-54E4E0577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8" name="Rectangle 33">
            <a:extLst>
              <a:ext uri="{FF2B5EF4-FFF2-40B4-BE49-F238E27FC236}">
                <a16:creationId xmlns:a16="http://schemas.microsoft.com/office/drawing/2014/main" id="{8E4A0CB9-0A97-4A95-A1F4-5F92B9BF1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09" name="Rectangle 34">
            <a:extLst>
              <a:ext uri="{FF2B5EF4-FFF2-40B4-BE49-F238E27FC236}">
                <a16:creationId xmlns:a16="http://schemas.microsoft.com/office/drawing/2014/main" id="{DF9BA974-4600-4CDF-BF8C-4F83696C9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0" name="Rectangle 35">
            <a:extLst>
              <a:ext uri="{FF2B5EF4-FFF2-40B4-BE49-F238E27FC236}">
                <a16:creationId xmlns:a16="http://schemas.microsoft.com/office/drawing/2014/main" id="{FE00556C-263E-4B5B-8AEA-54FE7BF5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111" name="Rectangle 36">
            <a:extLst>
              <a:ext uri="{FF2B5EF4-FFF2-40B4-BE49-F238E27FC236}">
                <a16:creationId xmlns:a16="http://schemas.microsoft.com/office/drawing/2014/main" id="{A900DF0E-C129-40E7-9902-51D1206F9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2" name="Rectangle 37">
            <a:extLst>
              <a:ext uri="{FF2B5EF4-FFF2-40B4-BE49-F238E27FC236}">
                <a16:creationId xmlns:a16="http://schemas.microsoft.com/office/drawing/2014/main" id="{0B98447D-15C8-4AFB-BD9B-EED5C018A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3" name="Rectangle 38">
            <a:extLst>
              <a:ext uri="{FF2B5EF4-FFF2-40B4-BE49-F238E27FC236}">
                <a16:creationId xmlns:a16="http://schemas.microsoft.com/office/drawing/2014/main" id="{F4AEE608-7531-4D2F-A101-122818485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4" name="Rectangle 39">
            <a:extLst>
              <a:ext uri="{FF2B5EF4-FFF2-40B4-BE49-F238E27FC236}">
                <a16:creationId xmlns:a16="http://schemas.microsoft.com/office/drawing/2014/main" id="{5992858A-1B41-4F4C-8B32-9EBFF69C8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5" name="Rectangle 40">
            <a:extLst>
              <a:ext uri="{FF2B5EF4-FFF2-40B4-BE49-F238E27FC236}">
                <a16:creationId xmlns:a16="http://schemas.microsoft.com/office/drawing/2014/main" id="{190392CA-50B8-46CD-AA5E-7E9E672C5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6" name="Rectangle 43">
            <a:extLst>
              <a:ext uri="{FF2B5EF4-FFF2-40B4-BE49-F238E27FC236}">
                <a16:creationId xmlns:a16="http://schemas.microsoft.com/office/drawing/2014/main" id="{225413ED-18B7-4F33-BEB5-749C07778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7" name="Text Box 45">
            <a:extLst>
              <a:ext uri="{FF2B5EF4-FFF2-40B4-BE49-F238E27FC236}">
                <a16:creationId xmlns:a16="http://schemas.microsoft.com/office/drawing/2014/main" id="{D074FC36-C585-49D4-82B9-2BBBD6714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822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Određivanje normala u vrhovima poligona</a:t>
            </a:r>
          </a:p>
        </p:txBody>
      </p:sp>
      <p:sp>
        <p:nvSpPr>
          <p:cNvPr id="46118" name="Rectangle 47">
            <a:extLst>
              <a:ext uri="{FF2B5EF4-FFF2-40B4-BE49-F238E27FC236}">
                <a16:creationId xmlns:a16="http://schemas.microsoft.com/office/drawing/2014/main" id="{EAEF062F-B2CB-4646-82C6-5A172A44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9" name="Rectangle 48">
            <a:extLst>
              <a:ext uri="{FF2B5EF4-FFF2-40B4-BE49-F238E27FC236}">
                <a16:creationId xmlns:a16="http://schemas.microsoft.com/office/drawing/2014/main" id="{184D90C4-972D-4E56-8C4C-D958864EC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20" name="Rectangle 49">
            <a:extLst>
              <a:ext uri="{FF2B5EF4-FFF2-40B4-BE49-F238E27FC236}">
                <a16:creationId xmlns:a16="http://schemas.microsoft.com/office/drawing/2014/main" id="{92128059-37EC-4785-88D0-C1E950296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6121" name="Picture 50" descr="slika711">
            <a:extLst>
              <a:ext uri="{FF2B5EF4-FFF2-40B4-BE49-F238E27FC236}">
                <a16:creationId xmlns:a16="http://schemas.microsoft.com/office/drawing/2014/main" id="{C1F767C8-0B23-488C-967B-E8B494A55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396240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22" name="Rectangle 53">
            <a:extLst>
              <a:ext uri="{FF2B5EF4-FFF2-40B4-BE49-F238E27FC236}">
                <a16:creationId xmlns:a16="http://schemas.microsoft.com/office/drawing/2014/main" id="{B3E4B3CE-FF55-4972-8F4B-D39C55FC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6123" name="Object 52">
            <a:extLst>
              <a:ext uri="{FF2B5EF4-FFF2-40B4-BE49-F238E27FC236}">
                <a16:creationId xmlns:a16="http://schemas.microsoft.com/office/drawing/2014/main" id="{5FF630AA-26C2-47A1-9CE2-757509F81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3048000"/>
          <a:ext cx="29718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20800" imgH="368300" progId="Equation.3">
                  <p:embed/>
                </p:oleObj>
              </mc:Choice>
              <mc:Fallback>
                <p:oleObj r:id="rId4" imgW="1320800" imgH="368300" progId="Equation.3">
                  <p:embed/>
                  <p:pic>
                    <p:nvPicPr>
                      <p:cNvPr id="46123" name="Object 52">
                        <a:extLst>
                          <a:ext uri="{FF2B5EF4-FFF2-40B4-BE49-F238E27FC236}">
                            <a16:creationId xmlns:a16="http://schemas.microsoft.com/office/drawing/2014/main" id="{5FF630AA-26C2-47A1-9CE2-757509F81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048000"/>
                        <a:ext cx="2971800" cy="833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1FAC493D-BDC3-4656-B907-42E44FD40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7107" name="Date Placeholder 2">
            <a:extLst>
              <a:ext uri="{FF2B5EF4-FFF2-40B4-BE49-F238E27FC236}">
                <a16:creationId xmlns:a16="http://schemas.microsoft.com/office/drawing/2014/main" id="{AFCD084E-A5BB-4BBA-820B-B93720FFE5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B70F1943-3C8A-4B85-9F87-6E2EE9B3E3E9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4" name="Slide Number Placeholder 4">
            <a:extLst>
              <a:ext uri="{FF2B5EF4-FFF2-40B4-BE49-F238E27FC236}">
                <a16:creationId xmlns:a16="http://schemas.microsoft.com/office/drawing/2014/main" id="{E43064C4-D183-4A0F-9E27-F7BBFA4B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18189762-4BEE-4855-84F0-7EE21DE7B15F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6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76BF157F-F95F-4768-B30E-A55B5DFC2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0" name="Rectangle 4">
            <a:extLst>
              <a:ext uri="{FF2B5EF4-FFF2-40B4-BE49-F238E27FC236}">
                <a16:creationId xmlns:a16="http://schemas.microsoft.com/office/drawing/2014/main" id="{52427DC9-0E02-4A21-960B-9D4EFEC72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1" name="Rectangle 5">
            <a:extLst>
              <a:ext uri="{FF2B5EF4-FFF2-40B4-BE49-F238E27FC236}">
                <a16:creationId xmlns:a16="http://schemas.microsoft.com/office/drawing/2014/main" id="{BE679EF2-A8CA-4BCB-80F4-B974EF3E2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2" name="Rectangle 6">
            <a:extLst>
              <a:ext uri="{FF2B5EF4-FFF2-40B4-BE49-F238E27FC236}">
                <a16:creationId xmlns:a16="http://schemas.microsoft.com/office/drawing/2014/main" id="{FED80859-8989-47C8-B05D-C2FACA84A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3" name="Rectangle 7">
            <a:extLst>
              <a:ext uri="{FF2B5EF4-FFF2-40B4-BE49-F238E27FC236}">
                <a16:creationId xmlns:a16="http://schemas.microsoft.com/office/drawing/2014/main" id="{795AD3EA-04B8-401A-ADA5-301B1D4A1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4" name="Rectangle 8">
            <a:extLst>
              <a:ext uri="{FF2B5EF4-FFF2-40B4-BE49-F238E27FC236}">
                <a16:creationId xmlns:a16="http://schemas.microsoft.com/office/drawing/2014/main" id="{62E479F3-C81E-43FC-9249-9990103FD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5" name="Rectangle 9">
            <a:extLst>
              <a:ext uri="{FF2B5EF4-FFF2-40B4-BE49-F238E27FC236}">
                <a16:creationId xmlns:a16="http://schemas.microsoft.com/office/drawing/2014/main" id="{0B072ACE-F0C2-4AFF-B458-6C13F69E1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6" name="Rectangle 10">
            <a:extLst>
              <a:ext uri="{FF2B5EF4-FFF2-40B4-BE49-F238E27FC236}">
                <a16:creationId xmlns:a16="http://schemas.microsoft.com/office/drawing/2014/main" id="{10D8EF57-0C01-4338-978C-65F5BABC2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7" name="Rectangle 11">
            <a:extLst>
              <a:ext uri="{FF2B5EF4-FFF2-40B4-BE49-F238E27FC236}">
                <a16:creationId xmlns:a16="http://schemas.microsoft.com/office/drawing/2014/main" id="{0C3FC631-8AB5-4AF1-AC2E-A21D4F97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8" name="Rectangle 12">
            <a:extLst>
              <a:ext uri="{FF2B5EF4-FFF2-40B4-BE49-F238E27FC236}">
                <a16:creationId xmlns:a16="http://schemas.microsoft.com/office/drawing/2014/main" id="{1D62EE46-94DE-44C9-BD67-DF9B0AAB5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9" name="Rectangle 13">
            <a:extLst>
              <a:ext uri="{FF2B5EF4-FFF2-40B4-BE49-F238E27FC236}">
                <a16:creationId xmlns:a16="http://schemas.microsoft.com/office/drawing/2014/main" id="{09F45D53-8D7F-45E3-8312-09A233D81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0" name="Rectangle 14">
            <a:extLst>
              <a:ext uri="{FF2B5EF4-FFF2-40B4-BE49-F238E27FC236}">
                <a16:creationId xmlns:a16="http://schemas.microsoft.com/office/drawing/2014/main" id="{C6A86CD8-71C1-4509-8D54-A03CF559C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1" name="Rectangle 15">
            <a:extLst>
              <a:ext uri="{FF2B5EF4-FFF2-40B4-BE49-F238E27FC236}">
                <a16:creationId xmlns:a16="http://schemas.microsoft.com/office/drawing/2014/main" id="{C1DBFAEE-7A34-4B87-B11B-EFA447BD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2" name="Rectangle 16">
            <a:extLst>
              <a:ext uri="{FF2B5EF4-FFF2-40B4-BE49-F238E27FC236}">
                <a16:creationId xmlns:a16="http://schemas.microsoft.com/office/drawing/2014/main" id="{C6EAED45-DC7C-4AC9-8BB0-DAA8DB4B3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3" name="Rectangle 17">
            <a:extLst>
              <a:ext uri="{FF2B5EF4-FFF2-40B4-BE49-F238E27FC236}">
                <a16:creationId xmlns:a16="http://schemas.microsoft.com/office/drawing/2014/main" id="{140050CD-8ABB-480B-8ECC-1219DAAC7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4" name="Rectangle 18">
            <a:extLst>
              <a:ext uri="{FF2B5EF4-FFF2-40B4-BE49-F238E27FC236}">
                <a16:creationId xmlns:a16="http://schemas.microsoft.com/office/drawing/2014/main" id="{C933603D-66E2-46DB-87FE-2D8A6D91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5" name="Rectangle 19">
            <a:extLst>
              <a:ext uri="{FF2B5EF4-FFF2-40B4-BE49-F238E27FC236}">
                <a16:creationId xmlns:a16="http://schemas.microsoft.com/office/drawing/2014/main" id="{331347D3-54F4-411B-9456-C2D3BBBDB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6" name="Rectangle 20">
            <a:extLst>
              <a:ext uri="{FF2B5EF4-FFF2-40B4-BE49-F238E27FC236}">
                <a16:creationId xmlns:a16="http://schemas.microsoft.com/office/drawing/2014/main" id="{F11C94CC-9A23-4D56-9015-B909A0DE1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7" name="Rectangle 21">
            <a:extLst>
              <a:ext uri="{FF2B5EF4-FFF2-40B4-BE49-F238E27FC236}">
                <a16:creationId xmlns:a16="http://schemas.microsoft.com/office/drawing/2014/main" id="{38BADFF2-BDA3-4F11-BB5F-B993680BF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8" name="Rectangle 22">
            <a:extLst>
              <a:ext uri="{FF2B5EF4-FFF2-40B4-BE49-F238E27FC236}">
                <a16:creationId xmlns:a16="http://schemas.microsoft.com/office/drawing/2014/main" id="{B9AE9B2F-9B35-4D17-83EA-7FE911FBD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29" name="Rectangle 23">
            <a:extLst>
              <a:ext uri="{FF2B5EF4-FFF2-40B4-BE49-F238E27FC236}">
                <a16:creationId xmlns:a16="http://schemas.microsoft.com/office/drawing/2014/main" id="{84C497AB-C934-40D8-B8E2-5E063377F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0" name="Rectangle 24">
            <a:extLst>
              <a:ext uri="{FF2B5EF4-FFF2-40B4-BE49-F238E27FC236}">
                <a16:creationId xmlns:a16="http://schemas.microsoft.com/office/drawing/2014/main" id="{ABD6C8F9-D172-45ED-B6B3-1DD81AF23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1" name="Rectangle 25">
            <a:extLst>
              <a:ext uri="{FF2B5EF4-FFF2-40B4-BE49-F238E27FC236}">
                <a16:creationId xmlns:a16="http://schemas.microsoft.com/office/drawing/2014/main" id="{E87A9122-3729-454C-9B5F-6E85634AA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2" name="Rectangle 26">
            <a:extLst>
              <a:ext uri="{FF2B5EF4-FFF2-40B4-BE49-F238E27FC236}">
                <a16:creationId xmlns:a16="http://schemas.microsoft.com/office/drawing/2014/main" id="{433A8B1A-06A9-499F-B90E-0B928E95F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3" name="Rectangle 27">
            <a:extLst>
              <a:ext uri="{FF2B5EF4-FFF2-40B4-BE49-F238E27FC236}">
                <a16:creationId xmlns:a16="http://schemas.microsoft.com/office/drawing/2014/main" id="{1397D676-B512-4770-ABA9-7B28FF0BD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4" name="Rectangle 28">
            <a:extLst>
              <a:ext uri="{FF2B5EF4-FFF2-40B4-BE49-F238E27FC236}">
                <a16:creationId xmlns:a16="http://schemas.microsoft.com/office/drawing/2014/main" id="{F3091A16-EB44-4EBF-82FF-CA72535A5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5" name="Rectangle 29">
            <a:extLst>
              <a:ext uri="{FF2B5EF4-FFF2-40B4-BE49-F238E27FC236}">
                <a16:creationId xmlns:a16="http://schemas.microsoft.com/office/drawing/2014/main" id="{52B3035F-3B2B-4841-9E48-4D603DE1C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6" name="Rectangle 31">
            <a:extLst>
              <a:ext uri="{FF2B5EF4-FFF2-40B4-BE49-F238E27FC236}">
                <a16:creationId xmlns:a16="http://schemas.microsoft.com/office/drawing/2014/main" id="{4092CCA6-B122-4A1A-83A4-FC7659C66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7" name="Rectangle 32">
            <a:extLst>
              <a:ext uri="{FF2B5EF4-FFF2-40B4-BE49-F238E27FC236}">
                <a16:creationId xmlns:a16="http://schemas.microsoft.com/office/drawing/2014/main" id="{DC985AA5-3984-4998-99CF-1B65E867D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8" name="Rectangle 33">
            <a:extLst>
              <a:ext uri="{FF2B5EF4-FFF2-40B4-BE49-F238E27FC236}">
                <a16:creationId xmlns:a16="http://schemas.microsoft.com/office/drawing/2014/main" id="{7B3659D9-39E6-4792-84FD-7CE821994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39" name="Rectangle 35">
            <a:extLst>
              <a:ext uri="{FF2B5EF4-FFF2-40B4-BE49-F238E27FC236}">
                <a16:creationId xmlns:a16="http://schemas.microsoft.com/office/drawing/2014/main" id="{9701802F-5964-4874-A37F-64F4140B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0" name="Rectangle 36">
            <a:extLst>
              <a:ext uri="{FF2B5EF4-FFF2-40B4-BE49-F238E27FC236}">
                <a16:creationId xmlns:a16="http://schemas.microsoft.com/office/drawing/2014/main" id="{61D56096-8698-455A-9131-8266305A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1" name="Rectangle 37">
            <a:extLst>
              <a:ext uri="{FF2B5EF4-FFF2-40B4-BE49-F238E27FC236}">
                <a16:creationId xmlns:a16="http://schemas.microsoft.com/office/drawing/2014/main" id="{4C843574-821E-4E88-AA1D-C42ABA0A7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2" name="Rectangle 38">
            <a:extLst>
              <a:ext uri="{FF2B5EF4-FFF2-40B4-BE49-F238E27FC236}">
                <a16:creationId xmlns:a16="http://schemas.microsoft.com/office/drawing/2014/main" id="{1D8986F8-F74C-4A6C-882A-31EFAF57F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3" name="Rectangle 39">
            <a:extLst>
              <a:ext uri="{FF2B5EF4-FFF2-40B4-BE49-F238E27FC236}">
                <a16:creationId xmlns:a16="http://schemas.microsoft.com/office/drawing/2014/main" id="{87D93979-4591-41DA-949F-3D3DFD11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4" name="Rectangle 40">
            <a:extLst>
              <a:ext uri="{FF2B5EF4-FFF2-40B4-BE49-F238E27FC236}">
                <a16:creationId xmlns:a16="http://schemas.microsoft.com/office/drawing/2014/main" id="{FF449DD0-6467-484A-9785-4F8298693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5" name="Rectangle 41">
            <a:extLst>
              <a:ext uri="{FF2B5EF4-FFF2-40B4-BE49-F238E27FC236}">
                <a16:creationId xmlns:a16="http://schemas.microsoft.com/office/drawing/2014/main" id="{CE27B266-D103-413B-A899-92998FDAB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6" name="Rectangle 42">
            <a:extLst>
              <a:ext uri="{FF2B5EF4-FFF2-40B4-BE49-F238E27FC236}">
                <a16:creationId xmlns:a16="http://schemas.microsoft.com/office/drawing/2014/main" id="{463A2923-C776-491A-BA83-8A99E2AE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7" name="Rectangle 43">
            <a:extLst>
              <a:ext uri="{FF2B5EF4-FFF2-40B4-BE49-F238E27FC236}">
                <a16:creationId xmlns:a16="http://schemas.microsoft.com/office/drawing/2014/main" id="{2435B450-BFF2-4E0A-8FF5-6AC08606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8" name="Text Box 44">
            <a:extLst>
              <a:ext uri="{FF2B5EF4-FFF2-40B4-BE49-F238E27FC236}">
                <a16:creationId xmlns:a16="http://schemas.microsoft.com/office/drawing/2014/main" id="{C7AA699F-9ECB-461F-BCF0-6D03A0B4E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822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Gouraudovo sjenčanje prvo određuje intenzitete za svaki vrh poligona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49" name="Rectangle 45">
            <a:extLst>
              <a:ext uri="{FF2B5EF4-FFF2-40B4-BE49-F238E27FC236}">
                <a16:creationId xmlns:a16="http://schemas.microsoft.com/office/drawing/2014/main" id="{3D452322-9CE2-4C44-AF24-1A9F4836B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50" name="Rectangle 46">
            <a:extLst>
              <a:ext uri="{FF2B5EF4-FFF2-40B4-BE49-F238E27FC236}">
                <a16:creationId xmlns:a16="http://schemas.microsoft.com/office/drawing/2014/main" id="{4D27CF05-4A2A-405C-8354-41AE0B6EF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51" name="Rectangle 47">
            <a:extLst>
              <a:ext uri="{FF2B5EF4-FFF2-40B4-BE49-F238E27FC236}">
                <a16:creationId xmlns:a16="http://schemas.microsoft.com/office/drawing/2014/main" id="{2ACDD911-AF1E-40D7-A499-6495EC8C3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52" name="Rectangle 48">
            <a:extLst>
              <a:ext uri="{FF2B5EF4-FFF2-40B4-BE49-F238E27FC236}">
                <a16:creationId xmlns:a16="http://schemas.microsoft.com/office/drawing/2014/main" id="{680FA63A-2EAB-483C-AA3F-CAA9094B9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53" name="Rectangle 49">
            <a:extLst>
              <a:ext uri="{FF2B5EF4-FFF2-40B4-BE49-F238E27FC236}">
                <a16:creationId xmlns:a16="http://schemas.microsoft.com/office/drawing/2014/main" id="{FA27BFAB-B389-479C-9D16-53F9D7269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54" name="Rectangle 51">
            <a:extLst>
              <a:ext uri="{FF2B5EF4-FFF2-40B4-BE49-F238E27FC236}">
                <a16:creationId xmlns:a16="http://schemas.microsoft.com/office/drawing/2014/main" id="{9F13B7A1-2A54-44D1-A794-3EB8222FC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55" name="Rectangle 54">
            <a:extLst>
              <a:ext uri="{FF2B5EF4-FFF2-40B4-BE49-F238E27FC236}">
                <a16:creationId xmlns:a16="http://schemas.microsoft.com/office/drawing/2014/main" id="{2CB7E247-B0D3-4C5F-A4A1-A35A7CEE8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7156" name="Picture 53" descr="slika712">
            <a:extLst>
              <a:ext uri="{FF2B5EF4-FFF2-40B4-BE49-F238E27FC236}">
                <a16:creationId xmlns:a16="http://schemas.microsoft.com/office/drawing/2014/main" id="{2A90939D-20DB-4637-BBAE-BB322B837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81200"/>
            <a:ext cx="4500563" cy="2790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F17E0D4-C59C-4F99-97B4-BA96257CA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8131" name="Date Placeholder 2">
            <a:extLst>
              <a:ext uri="{FF2B5EF4-FFF2-40B4-BE49-F238E27FC236}">
                <a16:creationId xmlns:a16="http://schemas.microsoft.com/office/drawing/2014/main" id="{6F38E4CD-10AE-48DE-A488-7C208B619D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A0FCA7F1-C6BF-4EED-BEDB-4024DB8F862C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6" name="Slide Number Placeholder 4">
            <a:extLst>
              <a:ext uri="{FF2B5EF4-FFF2-40B4-BE49-F238E27FC236}">
                <a16:creationId xmlns:a16="http://schemas.microsoft.com/office/drawing/2014/main" id="{1B9C1652-7197-4801-A8DB-F8AB9823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8FB022C7-4834-4496-A190-D11BD89B31C0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7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2C155038-579D-4135-9DD0-497B0E985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4" name="Rectangle 4">
            <a:extLst>
              <a:ext uri="{FF2B5EF4-FFF2-40B4-BE49-F238E27FC236}">
                <a16:creationId xmlns:a16="http://schemas.microsoft.com/office/drawing/2014/main" id="{10F419F1-7732-4085-B94C-02A29D3E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5" name="Rectangle 6">
            <a:extLst>
              <a:ext uri="{FF2B5EF4-FFF2-40B4-BE49-F238E27FC236}">
                <a16:creationId xmlns:a16="http://schemas.microsoft.com/office/drawing/2014/main" id="{C40DA947-04E9-415C-936E-628E64B3A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6" name="Rectangle 7">
            <a:extLst>
              <a:ext uri="{FF2B5EF4-FFF2-40B4-BE49-F238E27FC236}">
                <a16:creationId xmlns:a16="http://schemas.microsoft.com/office/drawing/2014/main" id="{2384A215-C76D-492B-A3F8-B1D9BE15B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7" name="Rectangle 8">
            <a:extLst>
              <a:ext uri="{FF2B5EF4-FFF2-40B4-BE49-F238E27FC236}">
                <a16:creationId xmlns:a16="http://schemas.microsoft.com/office/drawing/2014/main" id="{9E6C289D-0473-4BDD-AA2B-AADBDCADA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8" name="Rectangle 14">
            <a:extLst>
              <a:ext uri="{FF2B5EF4-FFF2-40B4-BE49-F238E27FC236}">
                <a16:creationId xmlns:a16="http://schemas.microsoft.com/office/drawing/2014/main" id="{5D940F20-260F-45CA-A275-C1B7F0424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9" name="Rectangle 15">
            <a:extLst>
              <a:ext uri="{FF2B5EF4-FFF2-40B4-BE49-F238E27FC236}">
                <a16:creationId xmlns:a16="http://schemas.microsoft.com/office/drawing/2014/main" id="{FF8D01D7-60A3-4164-B676-8992E4A12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0" name="Rectangle 16">
            <a:extLst>
              <a:ext uri="{FF2B5EF4-FFF2-40B4-BE49-F238E27FC236}">
                <a16:creationId xmlns:a16="http://schemas.microsoft.com/office/drawing/2014/main" id="{AA7F6647-5D0E-461D-93CF-D4DDFA756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1" name="Rectangle 17">
            <a:extLst>
              <a:ext uri="{FF2B5EF4-FFF2-40B4-BE49-F238E27FC236}">
                <a16:creationId xmlns:a16="http://schemas.microsoft.com/office/drawing/2014/main" id="{EE142F49-01C1-4BD4-8F81-444A100FC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2" name="Rectangle 18">
            <a:extLst>
              <a:ext uri="{FF2B5EF4-FFF2-40B4-BE49-F238E27FC236}">
                <a16:creationId xmlns:a16="http://schemas.microsoft.com/office/drawing/2014/main" id="{1EC10D46-D099-4A9C-BE1B-274EF6D07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3" name="Rectangle 19">
            <a:extLst>
              <a:ext uri="{FF2B5EF4-FFF2-40B4-BE49-F238E27FC236}">
                <a16:creationId xmlns:a16="http://schemas.microsoft.com/office/drawing/2014/main" id="{9851FF06-3D41-4C23-AC14-E0D7A6577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4" name="Rectangle 23">
            <a:extLst>
              <a:ext uri="{FF2B5EF4-FFF2-40B4-BE49-F238E27FC236}">
                <a16:creationId xmlns:a16="http://schemas.microsoft.com/office/drawing/2014/main" id="{C5DE9C98-D037-4CDE-B6A0-1D0761840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5" name="Rectangle 24">
            <a:extLst>
              <a:ext uri="{FF2B5EF4-FFF2-40B4-BE49-F238E27FC236}">
                <a16:creationId xmlns:a16="http://schemas.microsoft.com/office/drawing/2014/main" id="{4B8772FF-EBC1-499B-84F3-B12B8E8A9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6" name="Rectangle 25">
            <a:extLst>
              <a:ext uri="{FF2B5EF4-FFF2-40B4-BE49-F238E27FC236}">
                <a16:creationId xmlns:a16="http://schemas.microsoft.com/office/drawing/2014/main" id="{1B874F85-DED6-4224-B628-E41B016E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7" name="Rectangle 26">
            <a:extLst>
              <a:ext uri="{FF2B5EF4-FFF2-40B4-BE49-F238E27FC236}">
                <a16:creationId xmlns:a16="http://schemas.microsoft.com/office/drawing/2014/main" id="{0122CC14-19AF-4B1F-A2E1-3A54AFFB8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8" name="Rectangle 27">
            <a:extLst>
              <a:ext uri="{FF2B5EF4-FFF2-40B4-BE49-F238E27FC236}">
                <a16:creationId xmlns:a16="http://schemas.microsoft.com/office/drawing/2014/main" id="{BCE0BBEF-C343-4716-B18E-5B8392034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9" name="Rectangle 28">
            <a:extLst>
              <a:ext uri="{FF2B5EF4-FFF2-40B4-BE49-F238E27FC236}">
                <a16:creationId xmlns:a16="http://schemas.microsoft.com/office/drawing/2014/main" id="{E2A1B63A-6321-451E-84EA-9F2F76213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0" name="Rectangle 29">
            <a:extLst>
              <a:ext uri="{FF2B5EF4-FFF2-40B4-BE49-F238E27FC236}">
                <a16:creationId xmlns:a16="http://schemas.microsoft.com/office/drawing/2014/main" id="{6AD7D50A-C9DC-4DE6-BF3D-61196EC7F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1" name="Rectangle 30">
            <a:extLst>
              <a:ext uri="{FF2B5EF4-FFF2-40B4-BE49-F238E27FC236}">
                <a16:creationId xmlns:a16="http://schemas.microsoft.com/office/drawing/2014/main" id="{22DAC040-2469-4DE8-AA32-886603BBC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52" name="Rectangle 31">
            <a:extLst>
              <a:ext uri="{FF2B5EF4-FFF2-40B4-BE49-F238E27FC236}">
                <a16:creationId xmlns:a16="http://schemas.microsoft.com/office/drawing/2014/main" id="{EE4A4ABE-5F0F-4138-AE77-6924C6758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3" name="Rectangle 32">
            <a:extLst>
              <a:ext uri="{FF2B5EF4-FFF2-40B4-BE49-F238E27FC236}">
                <a16:creationId xmlns:a16="http://schemas.microsoft.com/office/drawing/2014/main" id="{B44B5533-8CEC-4718-8D96-7A59521EC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4" name="Rectangle 33">
            <a:extLst>
              <a:ext uri="{FF2B5EF4-FFF2-40B4-BE49-F238E27FC236}">
                <a16:creationId xmlns:a16="http://schemas.microsoft.com/office/drawing/2014/main" id="{16F6734D-92A8-49CD-A16A-640251B0B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5" name="Rectangle 34">
            <a:extLst>
              <a:ext uri="{FF2B5EF4-FFF2-40B4-BE49-F238E27FC236}">
                <a16:creationId xmlns:a16="http://schemas.microsoft.com/office/drawing/2014/main" id="{F0520182-3968-4B0F-869D-6FD79C05E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56" name="Rectangle 35">
            <a:extLst>
              <a:ext uri="{FF2B5EF4-FFF2-40B4-BE49-F238E27FC236}">
                <a16:creationId xmlns:a16="http://schemas.microsoft.com/office/drawing/2014/main" id="{BDB48973-7B25-456B-90A6-666DCB1FD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7" name="Rectangle 36">
            <a:extLst>
              <a:ext uri="{FF2B5EF4-FFF2-40B4-BE49-F238E27FC236}">
                <a16:creationId xmlns:a16="http://schemas.microsoft.com/office/drawing/2014/main" id="{D074DDB2-1102-4168-93DE-EC5ADEBFD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8" name="Rectangle 37">
            <a:extLst>
              <a:ext uri="{FF2B5EF4-FFF2-40B4-BE49-F238E27FC236}">
                <a16:creationId xmlns:a16="http://schemas.microsoft.com/office/drawing/2014/main" id="{D38E0D0A-FA72-4E5F-8BBE-D6D7E4EF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59" name="Rectangle 38">
            <a:extLst>
              <a:ext uri="{FF2B5EF4-FFF2-40B4-BE49-F238E27FC236}">
                <a16:creationId xmlns:a16="http://schemas.microsoft.com/office/drawing/2014/main" id="{3408D73E-D1B9-4C99-A20D-6908E13E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0" name="Rectangle 39">
            <a:extLst>
              <a:ext uri="{FF2B5EF4-FFF2-40B4-BE49-F238E27FC236}">
                <a16:creationId xmlns:a16="http://schemas.microsoft.com/office/drawing/2014/main" id="{8B51ED31-D173-410C-BB9D-A262A4F5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1" name="Rectangle 42">
            <a:extLst>
              <a:ext uri="{FF2B5EF4-FFF2-40B4-BE49-F238E27FC236}">
                <a16:creationId xmlns:a16="http://schemas.microsoft.com/office/drawing/2014/main" id="{ECB1B526-6AE2-4BF9-AFAC-8C6B0103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2" name="Rectangle 43">
            <a:extLst>
              <a:ext uri="{FF2B5EF4-FFF2-40B4-BE49-F238E27FC236}">
                <a16:creationId xmlns:a16="http://schemas.microsoft.com/office/drawing/2014/main" id="{9FEE8006-E8CD-40F0-93D6-D9F60BCE4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3" name="Text Box 44">
            <a:extLst>
              <a:ext uri="{FF2B5EF4-FFF2-40B4-BE49-F238E27FC236}">
                <a16:creationId xmlns:a16="http://schemas.microsoft.com/office/drawing/2014/main" id="{A61BE42A-DF86-40C4-B701-D249BCFCC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00200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toga se pomoću bilinearne interpolacije određuje intenzitet za svaki piksel na liniji skeniranja: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64" name="Rectangle 45">
            <a:extLst>
              <a:ext uri="{FF2B5EF4-FFF2-40B4-BE49-F238E27FC236}">
                <a16:creationId xmlns:a16="http://schemas.microsoft.com/office/drawing/2014/main" id="{722099D4-1F7C-4974-ACA2-48FE8C24E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5" name="Rectangle 46">
            <a:extLst>
              <a:ext uri="{FF2B5EF4-FFF2-40B4-BE49-F238E27FC236}">
                <a16:creationId xmlns:a16="http://schemas.microsoft.com/office/drawing/2014/main" id="{B08D988B-15B5-42EB-AD76-D5BB1D312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6" name="Rectangle 47">
            <a:extLst>
              <a:ext uri="{FF2B5EF4-FFF2-40B4-BE49-F238E27FC236}">
                <a16:creationId xmlns:a16="http://schemas.microsoft.com/office/drawing/2014/main" id="{64E9F2D8-832D-4375-AC1E-AB628BD5E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7" name="Rectangle 48">
            <a:extLst>
              <a:ext uri="{FF2B5EF4-FFF2-40B4-BE49-F238E27FC236}">
                <a16:creationId xmlns:a16="http://schemas.microsoft.com/office/drawing/2014/main" id="{E4C4B113-1BC2-438F-A080-8F61FE9CB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8" name="Rectangle 49">
            <a:extLst>
              <a:ext uri="{FF2B5EF4-FFF2-40B4-BE49-F238E27FC236}">
                <a16:creationId xmlns:a16="http://schemas.microsoft.com/office/drawing/2014/main" id="{21482692-18D9-471E-8AA5-4CFD0816C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9" name="Rectangle 50">
            <a:extLst>
              <a:ext uri="{FF2B5EF4-FFF2-40B4-BE49-F238E27FC236}">
                <a16:creationId xmlns:a16="http://schemas.microsoft.com/office/drawing/2014/main" id="{D6061804-7DE3-4863-BBC0-53B34B312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8170" name="Picture 53" descr="slika713">
            <a:extLst>
              <a:ext uri="{FF2B5EF4-FFF2-40B4-BE49-F238E27FC236}">
                <a16:creationId xmlns:a16="http://schemas.microsoft.com/office/drawing/2014/main" id="{4C4AFB71-B950-4EFE-AA69-76E00EF05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3500438"/>
            <a:ext cx="4824413" cy="2614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8171" name="Object 54">
            <a:extLst>
              <a:ext uri="{FF2B5EF4-FFF2-40B4-BE49-F238E27FC236}">
                <a16:creationId xmlns:a16="http://schemas.microsoft.com/office/drawing/2014/main" id="{4066907A-3FE5-439C-B2F9-F89463035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349500"/>
          <a:ext cx="3124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88367" imgH="215806" progId="Equation.3">
                  <p:embed/>
                </p:oleObj>
              </mc:Choice>
              <mc:Fallback>
                <p:oleObj r:id="rId4" imgW="1688367" imgH="215806" progId="Equation.3">
                  <p:embed/>
                  <p:pic>
                    <p:nvPicPr>
                      <p:cNvPr id="48171" name="Object 54">
                        <a:extLst>
                          <a:ext uri="{FF2B5EF4-FFF2-40B4-BE49-F238E27FC236}">
                            <a16:creationId xmlns:a16="http://schemas.microsoft.com/office/drawing/2014/main" id="{4066907A-3FE5-439C-B2F9-F894630353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349500"/>
                        <a:ext cx="3124200" cy="400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2" name="Object 56">
            <a:extLst>
              <a:ext uri="{FF2B5EF4-FFF2-40B4-BE49-F238E27FC236}">
                <a16:creationId xmlns:a16="http://schemas.microsoft.com/office/drawing/2014/main" id="{2F988249-D51D-4EC9-8510-5D2F5D598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2349500"/>
          <a:ext cx="12954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190500" progId="Equation.3">
                  <p:embed/>
                </p:oleObj>
              </mc:Choice>
              <mc:Fallback>
                <p:oleObj r:id="rId6" imgW="685800" imgH="190500" progId="Equation.3">
                  <p:embed/>
                  <p:pic>
                    <p:nvPicPr>
                      <p:cNvPr id="48172" name="Object 56">
                        <a:extLst>
                          <a:ext uri="{FF2B5EF4-FFF2-40B4-BE49-F238E27FC236}">
                            <a16:creationId xmlns:a16="http://schemas.microsoft.com/office/drawing/2014/main" id="{2F988249-D51D-4EC9-8510-5D2F5D598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349500"/>
                        <a:ext cx="1295400" cy="352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3" name="Object 58">
            <a:extLst>
              <a:ext uri="{FF2B5EF4-FFF2-40B4-BE49-F238E27FC236}">
                <a16:creationId xmlns:a16="http://schemas.microsoft.com/office/drawing/2014/main" id="{B7FE13C9-0121-4E8B-B541-4E0627FAA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882900"/>
          <a:ext cx="30480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63700" imgH="190500" progId="Equation.3">
                  <p:embed/>
                </p:oleObj>
              </mc:Choice>
              <mc:Fallback>
                <p:oleObj r:id="rId8" imgW="1663700" imgH="190500" progId="Equation.3">
                  <p:embed/>
                  <p:pic>
                    <p:nvPicPr>
                      <p:cNvPr id="48173" name="Object 58">
                        <a:extLst>
                          <a:ext uri="{FF2B5EF4-FFF2-40B4-BE49-F238E27FC236}">
                            <a16:creationId xmlns:a16="http://schemas.microsoft.com/office/drawing/2014/main" id="{B7FE13C9-0121-4E8B-B541-4E0627FAA9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882900"/>
                        <a:ext cx="3048000" cy="344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4" name="Object 60">
            <a:extLst>
              <a:ext uri="{FF2B5EF4-FFF2-40B4-BE49-F238E27FC236}">
                <a16:creationId xmlns:a16="http://schemas.microsoft.com/office/drawing/2014/main" id="{D85320F7-F6C6-4148-AC1F-FD7014FD3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2852738"/>
          <a:ext cx="12954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47419" imgH="165028" progId="Equation.3">
                  <p:embed/>
                </p:oleObj>
              </mc:Choice>
              <mc:Fallback>
                <p:oleObj r:id="rId10" imgW="647419" imgH="165028" progId="Equation.3">
                  <p:embed/>
                  <p:pic>
                    <p:nvPicPr>
                      <p:cNvPr id="48174" name="Object 60">
                        <a:extLst>
                          <a:ext uri="{FF2B5EF4-FFF2-40B4-BE49-F238E27FC236}">
                            <a16:creationId xmlns:a16="http://schemas.microsoft.com/office/drawing/2014/main" id="{D85320F7-F6C6-4148-AC1F-FD7014FD3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852738"/>
                        <a:ext cx="1295400" cy="323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5" name="Object 6">
            <a:extLst>
              <a:ext uri="{FF2B5EF4-FFF2-40B4-BE49-F238E27FC236}">
                <a16:creationId xmlns:a16="http://schemas.microsoft.com/office/drawing/2014/main" id="{A747613B-3FEC-49C6-A8E1-7D8215738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357563"/>
          <a:ext cx="30337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12900" imgH="215900" progId="Equation.3">
                  <p:embed/>
                </p:oleObj>
              </mc:Choice>
              <mc:Fallback>
                <p:oleObj r:id="rId12" imgW="1612900" imgH="215900" progId="Equation.3">
                  <p:embed/>
                  <p:pic>
                    <p:nvPicPr>
                      <p:cNvPr id="48175" name="Object 6">
                        <a:extLst>
                          <a:ext uri="{FF2B5EF4-FFF2-40B4-BE49-F238E27FC236}">
                            <a16:creationId xmlns:a16="http://schemas.microsoft.com/office/drawing/2014/main" id="{A747613B-3FEC-49C6-A8E1-7D8215738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357563"/>
                        <a:ext cx="3033712" cy="400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6" name="Object 7">
            <a:extLst>
              <a:ext uri="{FF2B5EF4-FFF2-40B4-BE49-F238E27FC236}">
                <a16:creationId xmlns:a16="http://schemas.microsoft.com/office/drawing/2014/main" id="{D93318F5-9998-41FB-ADCF-653872938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3357563"/>
          <a:ext cx="12239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34449" imgH="177646" progId="Equation.3">
                  <p:embed/>
                </p:oleObj>
              </mc:Choice>
              <mc:Fallback>
                <p:oleObj r:id="rId14" imgW="634449" imgH="177646" progId="Equation.3">
                  <p:embed/>
                  <p:pic>
                    <p:nvPicPr>
                      <p:cNvPr id="48176" name="Object 7">
                        <a:extLst>
                          <a:ext uri="{FF2B5EF4-FFF2-40B4-BE49-F238E27FC236}">
                            <a16:creationId xmlns:a16="http://schemas.microsoft.com/office/drawing/2014/main" id="{D93318F5-9998-41FB-ADCF-653872938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357563"/>
                        <a:ext cx="1223962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B8E3200-DB95-4C2B-8C31-098DEB138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9155" name="Date Placeholder 2">
            <a:extLst>
              <a:ext uri="{FF2B5EF4-FFF2-40B4-BE49-F238E27FC236}">
                <a16:creationId xmlns:a16="http://schemas.microsoft.com/office/drawing/2014/main" id="{EFCE5041-458C-419F-9266-959AB970CD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5CD5E7D6-2460-47A3-88CE-8674056180DB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6" name="Slide Number Placeholder 4">
            <a:extLst>
              <a:ext uri="{FF2B5EF4-FFF2-40B4-BE49-F238E27FC236}">
                <a16:creationId xmlns:a16="http://schemas.microsoft.com/office/drawing/2014/main" id="{3A8FB4B7-0A3E-4FB7-B32B-BADDC788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70064E76-8C95-4484-A091-69DB89F0DF5F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8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8B0557BC-7947-42EF-BDEF-903018403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8" name="Rectangle 4">
            <a:extLst>
              <a:ext uri="{FF2B5EF4-FFF2-40B4-BE49-F238E27FC236}">
                <a16:creationId xmlns:a16="http://schemas.microsoft.com/office/drawing/2014/main" id="{DE3AFA8D-DBB9-4F05-B96C-56914FE35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9" name="Rectangle 5">
            <a:extLst>
              <a:ext uri="{FF2B5EF4-FFF2-40B4-BE49-F238E27FC236}">
                <a16:creationId xmlns:a16="http://schemas.microsoft.com/office/drawing/2014/main" id="{C91BAA06-7D38-4EF4-A069-20F3EAC0F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0" name="Rectangle 6">
            <a:extLst>
              <a:ext uri="{FF2B5EF4-FFF2-40B4-BE49-F238E27FC236}">
                <a16:creationId xmlns:a16="http://schemas.microsoft.com/office/drawing/2014/main" id="{222B9E51-6D5E-4104-B1C4-2A33A32D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1" name="Rectangle 7">
            <a:extLst>
              <a:ext uri="{FF2B5EF4-FFF2-40B4-BE49-F238E27FC236}">
                <a16:creationId xmlns:a16="http://schemas.microsoft.com/office/drawing/2014/main" id="{B9752DE1-C1FD-41C4-9B77-50964023C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2" name="Rectangle 8">
            <a:extLst>
              <a:ext uri="{FF2B5EF4-FFF2-40B4-BE49-F238E27FC236}">
                <a16:creationId xmlns:a16="http://schemas.microsoft.com/office/drawing/2014/main" id="{282516B7-EEEB-4E8D-8428-A211FF873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63" name="Rectangle 9">
            <a:extLst>
              <a:ext uri="{FF2B5EF4-FFF2-40B4-BE49-F238E27FC236}">
                <a16:creationId xmlns:a16="http://schemas.microsoft.com/office/drawing/2014/main" id="{60939C79-7186-4A36-9C6E-97601B40F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4" name="Rectangle 10">
            <a:extLst>
              <a:ext uri="{FF2B5EF4-FFF2-40B4-BE49-F238E27FC236}">
                <a16:creationId xmlns:a16="http://schemas.microsoft.com/office/drawing/2014/main" id="{8274EE64-598A-45CC-AA4E-EC61F4A61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5" name="Rectangle 11">
            <a:extLst>
              <a:ext uri="{FF2B5EF4-FFF2-40B4-BE49-F238E27FC236}">
                <a16:creationId xmlns:a16="http://schemas.microsoft.com/office/drawing/2014/main" id="{87979329-5A84-4E60-B26E-D7D7EFFBF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6" name="Rectangle 12">
            <a:extLst>
              <a:ext uri="{FF2B5EF4-FFF2-40B4-BE49-F238E27FC236}">
                <a16:creationId xmlns:a16="http://schemas.microsoft.com/office/drawing/2014/main" id="{5B2CEBB9-1560-4A97-AC28-69EFCD8F5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7" name="Rectangle 13">
            <a:extLst>
              <a:ext uri="{FF2B5EF4-FFF2-40B4-BE49-F238E27FC236}">
                <a16:creationId xmlns:a16="http://schemas.microsoft.com/office/drawing/2014/main" id="{1DF1D07B-B2BA-4D13-A184-B0A9674CA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8" name="Rectangle 14">
            <a:extLst>
              <a:ext uri="{FF2B5EF4-FFF2-40B4-BE49-F238E27FC236}">
                <a16:creationId xmlns:a16="http://schemas.microsoft.com/office/drawing/2014/main" id="{CA5E19E2-74E7-4F20-BD5F-CE3047D56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9" name="Rectangle 15">
            <a:extLst>
              <a:ext uri="{FF2B5EF4-FFF2-40B4-BE49-F238E27FC236}">
                <a16:creationId xmlns:a16="http://schemas.microsoft.com/office/drawing/2014/main" id="{B8F0604B-113D-4C71-A036-90D5AF416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0" name="Rectangle 16">
            <a:extLst>
              <a:ext uri="{FF2B5EF4-FFF2-40B4-BE49-F238E27FC236}">
                <a16:creationId xmlns:a16="http://schemas.microsoft.com/office/drawing/2014/main" id="{DA93BD5C-19DF-4761-8D43-79F9622AC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1" name="Rectangle 17">
            <a:extLst>
              <a:ext uri="{FF2B5EF4-FFF2-40B4-BE49-F238E27FC236}">
                <a16:creationId xmlns:a16="http://schemas.microsoft.com/office/drawing/2014/main" id="{28748776-77BD-487B-99D1-37F67ED47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2" name="Rectangle 18">
            <a:extLst>
              <a:ext uri="{FF2B5EF4-FFF2-40B4-BE49-F238E27FC236}">
                <a16:creationId xmlns:a16="http://schemas.microsoft.com/office/drawing/2014/main" id="{A5BA7EC0-1E37-4214-A883-96C8BEEF4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3" name="Rectangle 19">
            <a:extLst>
              <a:ext uri="{FF2B5EF4-FFF2-40B4-BE49-F238E27FC236}">
                <a16:creationId xmlns:a16="http://schemas.microsoft.com/office/drawing/2014/main" id="{C4CA0A9F-1201-4A00-B480-27450F537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4" name="Rectangle 20">
            <a:extLst>
              <a:ext uri="{FF2B5EF4-FFF2-40B4-BE49-F238E27FC236}">
                <a16:creationId xmlns:a16="http://schemas.microsoft.com/office/drawing/2014/main" id="{A1F4D6B8-7F54-4771-A3E3-98C17E388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5" name="Rectangle 21">
            <a:extLst>
              <a:ext uri="{FF2B5EF4-FFF2-40B4-BE49-F238E27FC236}">
                <a16:creationId xmlns:a16="http://schemas.microsoft.com/office/drawing/2014/main" id="{4FA798FD-C750-4BAC-B9CA-DF368D88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6" name="Rectangle 22">
            <a:extLst>
              <a:ext uri="{FF2B5EF4-FFF2-40B4-BE49-F238E27FC236}">
                <a16:creationId xmlns:a16="http://schemas.microsoft.com/office/drawing/2014/main" id="{929B4640-1F24-4C21-BF99-05DD06997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7" name="Rectangle 23">
            <a:extLst>
              <a:ext uri="{FF2B5EF4-FFF2-40B4-BE49-F238E27FC236}">
                <a16:creationId xmlns:a16="http://schemas.microsoft.com/office/drawing/2014/main" id="{6FB9C57E-D2F3-4707-B924-2BB416C95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8" name="Rectangle 24">
            <a:extLst>
              <a:ext uri="{FF2B5EF4-FFF2-40B4-BE49-F238E27FC236}">
                <a16:creationId xmlns:a16="http://schemas.microsoft.com/office/drawing/2014/main" id="{28DB4796-E6A8-40E3-A61D-68088E80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9" name="Rectangle 25">
            <a:extLst>
              <a:ext uri="{FF2B5EF4-FFF2-40B4-BE49-F238E27FC236}">
                <a16:creationId xmlns:a16="http://schemas.microsoft.com/office/drawing/2014/main" id="{2A8C1EB8-C7FC-4844-AD47-EF21711A9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0" name="Rectangle 26">
            <a:extLst>
              <a:ext uri="{FF2B5EF4-FFF2-40B4-BE49-F238E27FC236}">
                <a16:creationId xmlns:a16="http://schemas.microsoft.com/office/drawing/2014/main" id="{CE8C2743-078E-4DFA-AD27-E54D760F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1" name="Rectangle 27">
            <a:extLst>
              <a:ext uri="{FF2B5EF4-FFF2-40B4-BE49-F238E27FC236}">
                <a16:creationId xmlns:a16="http://schemas.microsoft.com/office/drawing/2014/main" id="{8F13C0E1-EFD0-4C75-ADFA-E856D948A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2" name="Rectangle 28">
            <a:extLst>
              <a:ext uri="{FF2B5EF4-FFF2-40B4-BE49-F238E27FC236}">
                <a16:creationId xmlns:a16="http://schemas.microsoft.com/office/drawing/2014/main" id="{271090EC-3613-4281-A409-1A6BDCD6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3" name="Rectangle 30">
            <a:extLst>
              <a:ext uri="{FF2B5EF4-FFF2-40B4-BE49-F238E27FC236}">
                <a16:creationId xmlns:a16="http://schemas.microsoft.com/office/drawing/2014/main" id="{9F5A14B6-88AA-4F2A-83D5-9F0F10444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4" name="Rectangle 31">
            <a:extLst>
              <a:ext uri="{FF2B5EF4-FFF2-40B4-BE49-F238E27FC236}">
                <a16:creationId xmlns:a16="http://schemas.microsoft.com/office/drawing/2014/main" id="{CB6FEEB9-8791-4952-B50F-B6B0AABAD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5" name="Rectangle 32">
            <a:extLst>
              <a:ext uri="{FF2B5EF4-FFF2-40B4-BE49-F238E27FC236}">
                <a16:creationId xmlns:a16="http://schemas.microsoft.com/office/drawing/2014/main" id="{FC821883-167F-4DED-8FFC-F8D89F07F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6" name="Rectangle 33">
            <a:extLst>
              <a:ext uri="{FF2B5EF4-FFF2-40B4-BE49-F238E27FC236}">
                <a16:creationId xmlns:a16="http://schemas.microsoft.com/office/drawing/2014/main" id="{3FF7445E-760F-496A-9624-086EDE19F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87" name="Rectangle 34">
            <a:extLst>
              <a:ext uri="{FF2B5EF4-FFF2-40B4-BE49-F238E27FC236}">
                <a16:creationId xmlns:a16="http://schemas.microsoft.com/office/drawing/2014/main" id="{071DBFF3-FDD7-4DF5-9330-E412F4D0E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8" name="Rectangle 35">
            <a:extLst>
              <a:ext uri="{FF2B5EF4-FFF2-40B4-BE49-F238E27FC236}">
                <a16:creationId xmlns:a16="http://schemas.microsoft.com/office/drawing/2014/main" id="{3242FA6E-4995-4DE7-9B94-714FB2974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9" name="Rectangle 36">
            <a:extLst>
              <a:ext uri="{FF2B5EF4-FFF2-40B4-BE49-F238E27FC236}">
                <a16:creationId xmlns:a16="http://schemas.microsoft.com/office/drawing/2014/main" id="{A38D66C3-B725-4A18-B16F-6DFBA7FC0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0" name="Rectangle 37">
            <a:extLst>
              <a:ext uri="{FF2B5EF4-FFF2-40B4-BE49-F238E27FC236}">
                <a16:creationId xmlns:a16="http://schemas.microsoft.com/office/drawing/2014/main" id="{CA71A686-C521-479B-AB1B-4F051170A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1" name="Rectangle 38">
            <a:extLst>
              <a:ext uri="{FF2B5EF4-FFF2-40B4-BE49-F238E27FC236}">
                <a16:creationId xmlns:a16="http://schemas.microsoft.com/office/drawing/2014/main" id="{791355B5-8F95-4C56-8FBB-8BD2D85D1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2" name="Rectangle 39">
            <a:extLst>
              <a:ext uri="{FF2B5EF4-FFF2-40B4-BE49-F238E27FC236}">
                <a16:creationId xmlns:a16="http://schemas.microsoft.com/office/drawing/2014/main" id="{E48FAFDF-D557-4373-929D-7698EE0BF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93" name="Rectangle 40">
            <a:extLst>
              <a:ext uri="{FF2B5EF4-FFF2-40B4-BE49-F238E27FC236}">
                <a16:creationId xmlns:a16="http://schemas.microsoft.com/office/drawing/2014/main" id="{C53CAF97-5EE3-46CE-8E43-6717A6E99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4" name="Rectangle 41">
            <a:extLst>
              <a:ext uri="{FF2B5EF4-FFF2-40B4-BE49-F238E27FC236}">
                <a16:creationId xmlns:a16="http://schemas.microsoft.com/office/drawing/2014/main" id="{D33E5171-8B0E-4311-A998-A9491751C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5" name="Rectangle 42">
            <a:extLst>
              <a:ext uri="{FF2B5EF4-FFF2-40B4-BE49-F238E27FC236}">
                <a16:creationId xmlns:a16="http://schemas.microsoft.com/office/drawing/2014/main" id="{85B3064A-4CFE-42E7-8887-9DE9BA797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6" name="Rectangle 43">
            <a:extLst>
              <a:ext uri="{FF2B5EF4-FFF2-40B4-BE49-F238E27FC236}">
                <a16:creationId xmlns:a16="http://schemas.microsoft.com/office/drawing/2014/main" id="{F7A8C46A-CE21-4EB8-B4B9-071A62A67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7" name="Rectangle 44">
            <a:extLst>
              <a:ext uri="{FF2B5EF4-FFF2-40B4-BE49-F238E27FC236}">
                <a16:creationId xmlns:a16="http://schemas.microsoft.com/office/drawing/2014/main" id="{954A5904-6EC0-4AB7-99F2-05C16E86E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8" name="Rectangle 45">
            <a:extLst>
              <a:ext uri="{FF2B5EF4-FFF2-40B4-BE49-F238E27FC236}">
                <a16:creationId xmlns:a16="http://schemas.microsoft.com/office/drawing/2014/main" id="{94570FA8-61E9-451A-BB9C-7B134E781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99" name="Rectangle 47">
            <a:extLst>
              <a:ext uri="{FF2B5EF4-FFF2-40B4-BE49-F238E27FC236}">
                <a16:creationId xmlns:a16="http://schemas.microsoft.com/office/drawing/2014/main" id="{ED5BBAF7-9484-4018-AEC7-7EEC12A9D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00" name="Rectangle 48">
            <a:extLst>
              <a:ext uri="{FF2B5EF4-FFF2-40B4-BE49-F238E27FC236}">
                <a16:creationId xmlns:a16="http://schemas.microsoft.com/office/drawing/2014/main" id="{74539B27-ECEC-4A00-9C51-265A037E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01" name="Rectangle 49">
            <a:extLst>
              <a:ext uri="{FF2B5EF4-FFF2-40B4-BE49-F238E27FC236}">
                <a16:creationId xmlns:a16="http://schemas.microsoft.com/office/drawing/2014/main" id="{0465E73E-CBF5-4865-A8E4-06DEAC4AE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02" name="Rectangle 50">
            <a:extLst>
              <a:ext uri="{FF2B5EF4-FFF2-40B4-BE49-F238E27FC236}">
                <a16:creationId xmlns:a16="http://schemas.microsoft.com/office/drawing/2014/main" id="{A0E63208-E259-44BE-B841-83AEC9652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03" name="Rectangle 51">
            <a:extLst>
              <a:ext uri="{FF2B5EF4-FFF2-40B4-BE49-F238E27FC236}">
                <a16:creationId xmlns:a16="http://schemas.microsoft.com/office/drawing/2014/main" id="{B0ECEF3E-4C49-4EEE-A969-7DA51CB27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04" name="Rectangle 53">
            <a:extLst>
              <a:ext uri="{FF2B5EF4-FFF2-40B4-BE49-F238E27FC236}">
                <a16:creationId xmlns:a16="http://schemas.microsoft.com/office/drawing/2014/main" id="{B99F7E0F-BB82-42C9-B1DB-788CC23D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05" name="Text Box 55">
            <a:extLst>
              <a:ext uri="{FF2B5EF4-FFF2-40B4-BE49-F238E27FC236}">
                <a16:creationId xmlns:a16="http://schemas.microsoft.com/office/drawing/2014/main" id="{101FA2E4-3B7F-41D2-A417-146D91F3D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7772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Proračun intenziteta duž linije skeniranja može se 	vršiti inkrementalno.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Za odabrana dva piksela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hr-HR" altLang="sr-Latn-RS" sz="2000" i="1" baseline="-30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hr-HR" altLang="sr-Latn-RS" sz="2000" i="1" baseline="-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koji se nalaze na liniji 	skeniranja možemo napisati sljedeće jednadžbe: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9206" name="Rectangle 57">
            <a:extLst>
              <a:ext uri="{FF2B5EF4-FFF2-40B4-BE49-F238E27FC236}">
                <a16:creationId xmlns:a16="http://schemas.microsoft.com/office/drawing/2014/main" id="{5E02CB92-AE04-4C2A-AA0D-383467F31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207" name="Object 56">
            <a:extLst>
              <a:ext uri="{FF2B5EF4-FFF2-40B4-BE49-F238E27FC236}">
                <a16:creationId xmlns:a16="http://schemas.microsoft.com/office/drawing/2014/main" id="{72ECBE9B-BD48-4B19-AC86-05092B1AC2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886200"/>
          <a:ext cx="26670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419100" progId="Equation.3">
                  <p:embed/>
                </p:oleObj>
              </mc:Choice>
              <mc:Fallback>
                <p:oleObj r:id="rId3" imgW="1193800" imgH="419100" progId="Equation.3">
                  <p:embed/>
                  <p:pic>
                    <p:nvPicPr>
                      <p:cNvPr id="49207" name="Object 56">
                        <a:extLst>
                          <a:ext uri="{FF2B5EF4-FFF2-40B4-BE49-F238E27FC236}">
                            <a16:creationId xmlns:a16="http://schemas.microsoft.com/office/drawing/2014/main" id="{72ECBE9B-BD48-4B19-AC86-05092B1AC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86200"/>
                        <a:ext cx="2667000" cy="933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8" name="Rectangle 59">
            <a:extLst>
              <a:ext uri="{FF2B5EF4-FFF2-40B4-BE49-F238E27FC236}">
                <a16:creationId xmlns:a16="http://schemas.microsoft.com/office/drawing/2014/main" id="{8F21B3E4-44D9-462C-8D5C-B7722F3EF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209" name="Object 58">
            <a:extLst>
              <a:ext uri="{FF2B5EF4-FFF2-40B4-BE49-F238E27FC236}">
                <a16:creationId xmlns:a16="http://schemas.microsoft.com/office/drawing/2014/main" id="{579B2B12-F2A6-437C-907C-D090FEE8A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181600"/>
          <a:ext cx="5562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11400" imgH="215900" progId="Equation.3">
                  <p:embed/>
                </p:oleObj>
              </mc:Choice>
              <mc:Fallback>
                <p:oleObj r:id="rId5" imgW="2311400" imgH="215900" progId="Equation.3">
                  <p:embed/>
                  <p:pic>
                    <p:nvPicPr>
                      <p:cNvPr id="49209" name="Object 58">
                        <a:extLst>
                          <a:ext uri="{FF2B5EF4-FFF2-40B4-BE49-F238E27FC236}">
                            <a16:creationId xmlns:a16="http://schemas.microsoft.com/office/drawing/2014/main" id="{579B2B12-F2A6-437C-907C-D090FEE8AB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81600"/>
                        <a:ext cx="5562600" cy="520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5EFD5C2-475F-4D6F-A0DF-4B894D5D3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0179" name="Date Placeholder 2">
            <a:extLst>
              <a:ext uri="{FF2B5EF4-FFF2-40B4-BE49-F238E27FC236}">
                <a16:creationId xmlns:a16="http://schemas.microsoft.com/office/drawing/2014/main" id="{58F0C4A3-2126-4BDD-A24C-99F7D89B633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1A57747F-A9A6-4373-9B59-2D15F40C3BC4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8" name="Slide Number Placeholder 4">
            <a:extLst>
              <a:ext uri="{FF2B5EF4-FFF2-40B4-BE49-F238E27FC236}">
                <a16:creationId xmlns:a16="http://schemas.microsoft.com/office/drawing/2014/main" id="{A32FA81B-BE2C-4BB6-8AFE-E2B712EF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99797ACC-27E4-4F9D-A887-1D56FC15C95D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9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C4E57EA3-4431-46A8-AC92-C317BB08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2" name="Rectangle 4">
            <a:extLst>
              <a:ext uri="{FF2B5EF4-FFF2-40B4-BE49-F238E27FC236}">
                <a16:creationId xmlns:a16="http://schemas.microsoft.com/office/drawing/2014/main" id="{A7819724-AE62-4719-9D82-55A60DC8B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3" name="Rectangle 5">
            <a:extLst>
              <a:ext uri="{FF2B5EF4-FFF2-40B4-BE49-F238E27FC236}">
                <a16:creationId xmlns:a16="http://schemas.microsoft.com/office/drawing/2014/main" id="{367588E9-7C5D-4A3C-A48B-459C9BB07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4" name="Rectangle 6">
            <a:extLst>
              <a:ext uri="{FF2B5EF4-FFF2-40B4-BE49-F238E27FC236}">
                <a16:creationId xmlns:a16="http://schemas.microsoft.com/office/drawing/2014/main" id="{EA2C737F-4F99-4771-A70A-298E361C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5" name="Rectangle 7">
            <a:extLst>
              <a:ext uri="{FF2B5EF4-FFF2-40B4-BE49-F238E27FC236}">
                <a16:creationId xmlns:a16="http://schemas.microsoft.com/office/drawing/2014/main" id="{1082A8F2-0A27-449F-83C9-BAC4D6769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6" name="Rectangle 8">
            <a:extLst>
              <a:ext uri="{FF2B5EF4-FFF2-40B4-BE49-F238E27FC236}">
                <a16:creationId xmlns:a16="http://schemas.microsoft.com/office/drawing/2014/main" id="{619EE6F3-D5FC-42E7-9639-575189EAC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7" name="Rectangle 9">
            <a:extLst>
              <a:ext uri="{FF2B5EF4-FFF2-40B4-BE49-F238E27FC236}">
                <a16:creationId xmlns:a16="http://schemas.microsoft.com/office/drawing/2014/main" id="{63111D58-7B07-487A-B222-E3E69FCB5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8" name="Rectangle 10">
            <a:extLst>
              <a:ext uri="{FF2B5EF4-FFF2-40B4-BE49-F238E27FC236}">
                <a16:creationId xmlns:a16="http://schemas.microsoft.com/office/drawing/2014/main" id="{EAA8B81B-193D-47EB-9181-794AE4D1D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9" name="Rectangle 11">
            <a:extLst>
              <a:ext uri="{FF2B5EF4-FFF2-40B4-BE49-F238E27FC236}">
                <a16:creationId xmlns:a16="http://schemas.microsoft.com/office/drawing/2014/main" id="{2B4D5FEC-8342-4044-BA79-0364950F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0" name="Rectangle 12">
            <a:extLst>
              <a:ext uri="{FF2B5EF4-FFF2-40B4-BE49-F238E27FC236}">
                <a16:creationId xmlns:a16="http://schemas.microsoft.com/office/drawing/2014/main" id="{6891AB33-80BA-4BD5-A42E-EB7FAC347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1" name="Rectangle 13">
            <a:extLst>
              <a:ext uri="{FF2B5EF4-FFF2-40B4-BE49-F238E27FC236}">
                <a16:creationId xmlns:a16="http://schemas.microsoft.com/office/drawing/2014/main" id="{00143D11-E85E-420B-98FB-B364D0225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2" name="Rectangle 14">
            <a:extLst>
              <a:ext uri="{FF2B5EF4-FFF2-40B4-BE49-F238E27FC236}">
                <a16:creationId xmlns:a16="http://schemas.microsoft.com/office/drawing/2014/main" id="{4DC7865D-A6DF-494A-8FD7-C18FC318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3" name="Rectangle 15">
            <a:extLst>
              <a:ext uri="{FF2B5EF4-FFF2-40B4-BE49-F238E27FC236}">
                <a16:creationId xmlns:a16="http://schemas.microsoft.com/office/drawing/2014/main" id="{5601FA77-C63B-4376-97A7-2A451CB9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4" name="Rectangle 16">
            <a:extLst>
              <a:ext uri="{FF2B5EF4-FFF2-40B4-BE49-F238E27FC236}">
                <a16:creationId xmlns:a16="http://schemas.microsoft.com/office/drawing/2014/main" id="{5F5A8FF0-97A4-4975-91D2-5E8E17A07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5" name="Rectangle 17">
            <a:extLst>
              <a:ext uri="{FF2B5EF4-FFF2-40B4-BE49-F238E27FC236}">
                <a16:creationId xmlns:a16="http://schemas.microsoft.com/office/drawing/2014/main" id="{49B3057E-A6BF-40DC-A6D7-FF8E5D501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6" name="Rectangle 18">
            <a:extLst>
              <a:ext uri="{FF2B5EF4-FFF2-40B4-BE49-F238E27FC236}">
                <a16:creationId xmlns:a16="http://schemas.microsoft.com/office/drawing/2014/main" id="{CD389A8B-F5BA-434C-B93A-14BD5B548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7" name="Rectangle 19">
            <a:extLst>
              <a:ext uri="{FF2B5EF4-FFF2-40B4-BE49-F238E27FC236}">
                <a16:creationId xmlns:a16="http://schemas.microsoft.com/office/drawing/2014/main" id="{2C72557B-35B3-4716-AF63-B37EC706E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8" name="Rectangle 20">
            <a:extLst>
              <a:ext uri="{FF2B5EF4-FFF2-40B4-BE49-F238E27FC236}">
                <a16:creationId xmlns:a16="http://schemas.microsoft.com/office/drawing/2014/main" id="{01F1F6D8-3B3E-40E7-A7C3-B1BB0066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99" name="Rectangle 21">
            <a:extLst>
              <a:ext uri="{FF2B5EF4-FFF2-40B4-BE49-F238E27FC236}">
                <a16:creationId xmlns:a16="http://schemas.microsoft.com/office/drawing/2014/main" id="{DFFA8545-0225-44AB-B3EF-28051ECF1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0" name="Rectangle 22">
            <a:extLst>
              <a:ext uri="{FF2B5EF4-FFF2-40B4-BE49-F238E27FC236}">
                <a16:creationId xmlns:a16="http://schemas.microsoft.com/office/drawing/2014/main" id="{257CF947-1BBF-41B3-B311-1B0BEE0B7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1" name="Rectangle 23">
            <a:extLst>
              <a:ext uri="{FF2B5EF4-FFF2-40B4-BE49-F238E27FC236}">
                <a16:creationId xmlns:a16="http://schemas.microsoft.com/office/drawing/2014/main" id="{6B8F4310-9A0F-45FB-9349-D2C47BD93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2" name="Rectangle 25">
            <a:extLst>
              <a:ext uri="{FF2B5EF4-FFF2-40B4-BE49-F238E27FC236}">
                <a16:creationId xmlns:a16="http://schemas.microsoft.com/office/drawing/2014/main" id="{CB50E8A8-7F7C-4685-B2F8-574C01B91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3" name="Rectangle 26">
            <a:extLst>
              <a:ext uri="{FF2B5EF4-FFF2-40B4-BE49-F238E27FC236}">
                <a16:creationId xmlns:a16="http://schemas.microsoft.com/office/drawing/2014/main" id="{B5C1F3A4-B521-4386-8E3C-D40C31EB2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4" name="Rectangle 28">
            <a:extLst>
              <a:ext uri="{FF2B5EF4-FFF2-40B4-BE49-F238E27FC236}">
                <a16:creationId xmlns:a16="http://schemas.microsoft.com/office/drawing/2014/main" id="{3A671B17-B051-4F93-A455-27563FF31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5" name="Rectangle 29">
            <a:extLst>
              <a:ext uri="{FF2B5EF4-FFF2-40B4-BE49-F238E27FC236}">
                <a16:creationId xmlns:a16="http://schemas.microsoft.com/office/drawing/2014/main" id="{C2310319-1ECB-4AE1-9BF9-3831CFB6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6" name="Rectangle 30">
            <a:extLst>
              <a:ext uri="{FF2B5EF4-FFF2-40B4-BE49-F238E27FC236}">
                <a16:creationId xmlns:a16="http://schemas.microsoft.com/office/drawing/2014/main" id="{FCF836BD-3E17-4AA5-B93B-E2785C29A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7" name="Rectangle 31">
            <a:extLst>
              <a:ext uri="{FF2B5EF4-FFF2-40B4-BE49-F238E27FC236}">
                <a16:creationId xmlns:a16="http://schemas.microsoft.com/office/drawing/2014/main" id="{A64CDB6D-09F4-42BF-801E-CEA853EB5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08" name="Rectangle 32">
            <a:extLst>
              <a:ext uri="{FF2B5EF4-FFF2-40B4-BE49-F238E27FC236}">
                <a16:creationId xmlns:a16="http://schemas.microsoft.com/office/drawing/2014/main" id="{46C5A264-A8E5-4159-BBB8-9D4803289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09" name="Rectangle 33">
            <a:extLst>
              <a:ext uri="{FF2B5EF4-FFF2-40B4-BE49-F238E27FC236}">
                <a16:creationId xmlns:a16="http://schemas.microsoft.com/office/drawing/2014/main" id="{F9D6DEA6-F92C-4424-B455-32238FD67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0" name="Rectangle 34">
            <a:extLst>
              <a:ext uri="{FF2B5EF4-FFF2-40B4-BE49-F238E27FC236}">
                <a16:creationId xmlns:a16="http://schemas.microsoft.com/office/drawing/2014/main" id="{DD47C913-B532-4738-852E-4D9279E41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1" name="Rectangle 35">
            <a:extLst>
              <a:ext uri="{FF2B5EF4-FFF2-40B4-BE49-F238E27FC236}">
                <a16:creationId xmlns:a16="http://schemas.microsoft.com/office/drawing/2014/main" id="{44E6FE9D-80AB-40D2-B4A8-35B5CD399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2" name="Rectangle 36">
            <a:extLst>
              <a:ext uri="{FF2B5EF4-FFF2-40B4-BE49-F238E27FC236}">
                <a16:creationId xmlns:a16="http://schemas.microsoft.com/office/drawing/2014/main" id="{2CBD5662-649E-4CC4-924B-0B9787624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3" name="Rectangle 37">
            <a:extLst>
              <a:ext uri="{FF2B5EF4-FFF2-40B4-BE49-F238E27FC236}">
                <a16:creationId xmlns:a16="http://schemas.microsoft.com/office/drawing/2014/main" id="{DD6999D4-21CD-4D52-BFB5-A5CEEAAB8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4" name="Rectangle 38">
            <a:extLst>
              <a:ext uri="{FF2B5EF4-FFF2-40B4-BE49-F238E27FC236}">
                <a16:creationId xmlns:a16="http://schemas.microsoft.com/office/drawing/2014/main" id="{92DA2DD0-4786-4F7B-86A9-C306319A3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5" name="Rectangle 39">
            <a:extLst>
              <a:ext uri="{FF2B5EF4-FFF2-40B4-BE49-F238E27FC236}">
                <a16:creationId xmlns:a16="http://schemas.microsoft.com/office/drawing/2014/main" id="{BAEA5A18-DE0B-4D42-8396-067A8CD85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6" name="Rectangle 40">
            <a:extLst>
              <a:ext uri="{FF2B5EF4-FFF2-40B4-BE49-F238E27FC236}">
                <a16:creationId xmlns:a16="http://schemas.microsoft.com/office/drawing/2014/main" id="{C19DABAF-BDE7-48F6-9A9F-EA3E9DDF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7" name="Rectangle 41">
            <a:extLst>
              <a:ext uri="{FF2B5EF4-FFF2-40B4-BE49-F238E27FC236}">
                <a16:creationId xmlns:a16="http://schemas.microsoft.com/office/drawing/2014/main" id="{F9F0596E-DEE6-4ACC-A42F-B50ACFCC2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8" name="Rectangle 42">
            <a:extLst>
              <a:ext uri="{FF2B5EF4-FFF2-40B4-BE49-F238E27FC236}">
                <a16:creationId xmlns:a16="http://schemas.microsoft.com/office/drawing/2014/main" id="{A7EF7B19-C54A-4DC9-88CD-2782310D0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19" name="Rectangle 43">
            <a:extLst>
              <a:ext uri="{FF2B5EF4-FFF2-40B4-BE49-F238E27FC236}">
                <a16:creationId xmlns:a16="http://schemas.microsoft.com/office/drawing/2014/main" id="{96E5CBC6-3CE9-4959-B98F-2F1395832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0" name="Rectangle 44">
            <a:extLst>
              <a:ext uri="{FF2B5EF4-FFF2-40B4-BE49-F238E27FC236}">
                <a16:creationId xmlns:a16="http://schemas.microsoft.com/office/drawing/2014/main" id="{46FC3971-8CCA-4E19-8945-62A4D5C0C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1" name="Rectangle 45">
            <a:extLst>
              <a:ext uri="{FF2B5EF4-FFF2-40B4-BE49-F238E27FC236}">
                <a16:creationId xmlns:a16="http://schemas.microsoft.com/office/drawing/2014/main" id="{84D761D8-7809-4001-A1EF-E57AD0A3B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2" name="Rectangle 46">
            <a:extLst>
              <a:ext uri="{FF2B5EF4-FFF2-40B4-BE49-F238E27FC236}">
                <a16:creationId xmlns:a16="http://schemas.microsoft.com/office/drawing/2014/main" id="{1752ADA0-AE8F-4695-927D-D101D7A05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3" name="Rectangle 47">
            <a:extLst>
              <a:ext uri="{FF2B5EF4-FFF2-40B4-BE49-F238E27FC236}">
                <a16:creationId xmlns:a16="http://schemas.microsoft.com/office/drawing/2014/main" id="{57BDCC8D-F139-4393-916C-7B06D2893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4" name="Rectangle 48">
            <a:extLst>
              <a:ext uri="{FF2B5EF4-FFF2-40B4-BE49-F238E27FC236}">
                <a16:creationId xmlns:a16="http://schemas.microsoft.com/office/drawing/2014/main" id="{E276B79E-246A-444A-B719-EE7826E1F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5" name="Rectangle 49">
            <a:extLst>
              <a:ext uri="{FF2B5EF4-FFF2-40B4-BE49-F238E27FC236}">
                <a16:creationId xmlns:a16="http://schemas.microsoft.com/office/drawing/2014/main" id="{C11B9B5F-95E0-44F8-8D1C-F2C6BDB1B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6" name="Rectangle 50">
            <a:extLst>
              <a:ext uri="{FF2B5EF4-FFF2-40B4-BE49-F238E27FC236}">
                <a16:creationId xmlns:a16="http://schemas.microsoft.com/office/drawing/2014/main" id="{3E677000-F977-4913-A451-E85B7764F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7" name="Text Box 51">
            <a:extLst>
              <a:ext uri="{FF2B5EF4-FFF2-40B4-BE49-F238E27FC236}">
                <a16:creationId xmlns:a16="http://schemas.microsoft.com/office/drawing/2014/main" id="{6840D521-D8BD-4276-A22E-0C36217AF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10200"/>
            <a:ext cx="7772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Rezultat Gouraudovog sjenčanja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0228" name="Rectangle 52">
            <a:extLst>
              <a:ext uri="{FF2B5EF4-FFF2-40B4-BE49-F238E27FC236}">
                <a16:creationId xmlns:a16="http://schemas.microsoft.com/office/drawing/2014/main" id="{7140223C-5CEE-4F4D-A926-34EB95C6D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229" name="Rectangle 54">
            <a:extLst>
              <a:ext uri="{FF2B5EF4-FFF2-40B4-BE49-F238E27FC236}">
                <a16:creationId xmlns:a16="http://schemas.microsoft.com/office/drawing/2014/main" id="{B6F468BD-5FB1-444E-B02B-8C55866B9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0230" name="Picture 56" descr="smooth">
            <a:extLst>
              <a:ext uri="{FF2B5EF4-FFF2-40B4-BE49-F238E27FC236}">
                <a16:creationId xmlns:a16="http://schemas.microsoft.com/office/drawing/2014/main" id="{D267ED5D-AF8E-4AF8-8F4B-01884AC77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4648200" cy="304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31" name="Picture 57" descr="smooth_path">
            <a:extLst>
              <a:ext uri="{FF2B5EF4-FFF2-40B4-BE49-F238E27FC236}">
                <a16:creationId xmlns:a16="http://schemas.microsoft.com/office/drawing/2014/main" id="{83C8A566-3982-4E89-91B6-7A7867C16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124200"/>
            <a:ext cx="23622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C69FE1B-BE2C-47E3-B107-7B364B355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Gouraud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1203" name="Date Placeholder 2">
            <a:extLst>
              <a:ext uri="{FF2B5EF4-FFF2-40B4-BE49-F238E27FC236}">
                <a16:creationId xmlns:a16="http://schemas.microsoft.com/office/drawing/2014/main" id="{62C36DB0-C5A1-479A-98B4-C9C58B7DAA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AF322D23-8BF1-4499-90C2-0A81D0B3C37C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2" name="Slide Number Placeholder 4">
            <a:extLst>
              <a:ext uri="{FF2B5EF4-FFF2-40B4-BE49-F238E27FC236}">
                <a16:creationId xmlns:a16="http://schemas.microsoft.com/office/drawing/2014/main" id="{1CADA185-8836-45BC-BDA9-C3331087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B8FBBBA3-AFE1-4429-85B1-C31B39303757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10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42107B0D-12F4-4DE3-BCCF-A649967A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6" name="Rectangle 4">
            <a:extLst>
              <a:ext uri="{FF2B5EF4-FFF2-40B4-BE49-F238E27FC236}">
                <a16:creationId xmlns:a16="http://schemas.microsoft.com/office/drawing/2014/main" id="{35A9E0FE-DADC-42FE-97BD-01F6ACFFA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7" name="Rectangle 5">
            <a:extLst>
              <a:ext uri="{FF2B5EF4-FFF2-40B4-BE49-F238E27FC236}">
                <a16:creationId xmlns:a16="http://schemas.microsoft.com/office/drawing/2014/main" id="{56E9D01F-3C2A-4E7D-950D-496AAE269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8" name="Rectangle 6">
            <a:extLst>
              <a:ext uri="{FF2B5EF4-FFF2-40B4-BE49-F238E27FC236}">
                <a16:creationId xmlns:a16="http://schemas.microsoft.com/office/drawing/2014/main" id="{CCE6BADF-4127-4252-BA79-A77876938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9" name="Rectangle 7">
            <a:extLst>
              <a:ext uri="{FF2B5EF4-FFF2-40B4-BE49-F238E27FC236}">
                <a16:creationId xmlns:a16="http://schemas.microsoft.com/office/drawing/2014/main" id="{A511E4E3-993B-4F27-A9E5-1CE85729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0" name="Rectangle 8">
            <a:extLst>
              <a:ext uri="{FF2B5EF4-FFF2-40B4-BE49-F238E27FC236}">
                <a16:creationId xmlns:a16="http://schemas.microsoft.com/office/drawing/2014/main" id="{A9C9A8FE-2F28-48D6-AA5B-BABE50CA2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11" name="Rectangle 9">
            <a:extLst>
              <a:ext uri="{FF2B5EF4-FFF2-40B4-BE49-F238E27FC236}">
                <a16:creationId xmlns:a16="http://schemas.microsoft.com/office/drawing/2014/main" id="{C3E297D5-160E-424A-BF37-DFE1773E5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2" name="Rectangle 10">
            <a:extLst>
              <a:ext uri="{FF2B5EF4-FFF2-40B4-BE49-F238E27FC236}">
                <a16:creationId xmlns:a16="http://schemas.microsoft.com/office/drawing/2014/main" id="{2B5C9408-44A8-4285-86F4-9207CBEA0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3" name="Rectangle 11">
            <a:extLst>
              <a:ext uri="{FF2B5EF4-FFF2-40B4-BE49-F238E27FC236}">
                <a16:creationId xmlns:a16="http://schemas.microsoft.com/office/drawing/2014/main" id="{C8C0DFB4-95E8-457B-9941-A07403DF2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4" name="Rectangle 12">
            <a:extLst>
              <a:ext uri="{FF2B5EF4-FFF2-40B4-BE49-F238E27FC236}">
                <a16:creationId xmlns:a16="http://schemas.microsoft.com/office/drawing/2014/main" id="{ADF1F1E0-D9BF-4045-ACE2-654DE1FF3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5" name="Rectangle 13">
            <a:extLst>
              <a:ext uri="{FF2B5EF4-FFF2-40B4-BE49-F238E27FC236}">
                <a16:creationId xmlns:a16="http://schemas.microsoft.com/office/drawing/2014/main" id="{483EE9AD-8ED8-4531-878F-EC9BDD535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6" name="Rectangle 14">
            <a:extLst>
              <a:ext uri="{FF2B5EF4-FFF2-40B4-BE49-F238E27FC236}">
                <a16:creationId xmlns:a16="http://schemas.microsoft.com/office/drawing/2014/main" id="{E44B9A71-4133-447B-9343-D28070ACB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7" name="Rectangle 15">
            <a:extLst>
              <a:ext uri="{FF2B5EF4-FFF2-40B4-BE49-F238E27FC236}">
                <a16:creationId xmlns:a16="http://schemas.microsoft.com/office/drawing/2014/main" id="{77FD0F3E-2D60-45D4-8FD4-0DC189A08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8" name="Rectangle 16">
            <a:extLst>
              <a:ext uri="{FF2B5EF4-FFF2-40B4-BE49-F238E27FC236}">
                <a16:creationId xmlns:a16="http://schemas.microsoft.com/office/drawing/2014/main" id="{7C808DE9-543A-4A5A-8753-2CAFB474B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9" name="Rectangle 17">
            <a:extLst>
              <a:ext uri="{FF2B5EF4-FFF2-40B4-BE49-F238E27FC236}">
                <a16:creationId xmlns:a16="http://schemas.microsoft.com/office/drawing/2014/main" id="{379C31AD-BE45-4FAD-83B6-A485E207B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0" name="Rectangle 18">
            <a:extLst>
              <a:ext uri="{FF2B5EF4-FFF2-40B4-BE49-F238E27FC236}">
                <a16:creationId xmlns:a16="http://schemas.microsoft.com/office/drawing/2014/main" id="{37C07355-50FB-419A-9305-05AA54008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1" name="Rectangle 19">
            <a:extLst>
              <a:ext uri="{FF2B5EF4-FFF2-40B4-BE49-F238E27FC236}">
                <a16:creationId xmlns:a16="http://schemas.microsoft.com/office/drawing/2014/main" id="{C8E66BAF-2658-4A37-B1F5-698E1DFD1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2" name="Rectangle 20">
            <a:extLst>
              <a:ext uri="{FF2B5EF4-FFF2-40B4-BE49-F238E27FC236}">
                <a16:creationId xmlns:a16="http://schemas.microsoft.com/office/drawing/2014/main" id="{DA9BC147-2AC8-4007-B64B-1AABDB78C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3" name="Rectangle 21">
            <a:extLst>
              <a:ext uri="{FF2B5EF4-FFF2-40B4-BE49-F238E27FC236}">
                <a16:creationId xmlns:a16="http://schemas.microsoft.com/office/drawing/2014/main" id="{CF295DA5-1E3D-48D9-A5D5-E663706D9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4" name="Rectangle 22">
            <a:extLst>
              <a:ext uri="{FF2B5EF4-FFF2-40B4-BE49-F238E27FC236}">
                <a16:creationId xmlns:a16="http://schemas.microsoft.com/office/drawing/2014/main" id="{962BE412-CC08-4625-A0ED-3218CC5D8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5" name="Rectangle 23">
            <a:extLst>
              <a:ext uri="{FF2B5EF4-FFF2-40B4-BE49-F238E27FC236}">
                <a16:creationId xmlns:a16="http://schemas.microsoft.com/office/drawing/2014/main" id="{9D8E1E29-22DA-410D-BB62-0C901DCC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6" name="Rectangle 24">
            <a:extLst>
              <a:ext uri="{FF2B5EF4-FFF2-40B4-BE49-F238E27FC236}">
                <a16:creationId xmlns:a16="http://schemas.microsoft.com/office/drawing/2014/main" id="{22C5F596-5523-411B-9926-D14EC520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7" name="Rectangle 25">
            <a:extLst>
              <a:ext uri="{FF2B5EF4-FFF2-40B4-BE49-F238E27FC236}">
                <a16:creationId xmlns:a16="http://schemas.microsoft.com/office/drawing/2014/main" id="{A9B37585-14E6-4576-B9AE-5EBC29CA2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8" name="Rectangle 26">
            <a:extLst>
              <a:ext uri="{FF2B5EF4-FFF2-40B4-BE49-F238E27FC236}">
                <a16:creationId xmlns:a16="http://schemas.microsoft.com/office/drawing/2014/main" id="{79846515-8390-4ED0-9DAD-5AAC17BA4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9" name="Rectangle 27">
            <a:extLst>
              <a:ext uri="{FF2B5EF4-FFF2-40B4-BE49-F238E27FC236}">
                <a16:creationId xmlns:a16="http://schemas.microsoft.com/office/drawing/2014/main" id="{D4D66E37-BED6-43A2-A1F4-29BD84C54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0" name="Rectangle 28">
            <a:extLst>
              <a:ext uri="{FF2B5EF4-FFF2-40B4-BE49-F238E27FC236}">
                <a16:creationId xmlns:a16="http://schemas.microsoft.com/office/drawing/2014/main" id="{6DAEA277-C90C-4DA2-BFAA-78CFAB5C7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1" name="Rectangle 29">
            <a:extLst>
              <a:ext uri="{FF2B5EF4-FFF2-40B4-BE49-F238E27FC236}">
                <a16:creationId xmlns:a16="http://schemas.microsoft.com/office/drawing/2014/main" id="{A69EF625-97DD-4EDE-9F9F-E48B48845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2" name="Rectangle 30">
            <a:extLst>
              <a:ext uri="{FF2B5EF4-FFF2-40B4-BE49-F238E27FC236}">
                <a16:creationId xmlns:a16="http://schemas.microsoft.com/office/drawing/2014/main" id="{38D337D3-CD78-444E-A7CB-354A0DE3C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3" name="Rectangle 31">
            <a:extLst>
              <a:ext uri="{FF2B5EF4-FFF2-40B4-BE49-F238E27FC236}">
                <a16:creationId xmlns:a16="http://schemas.microsoft.com/office/drawing/2014/main" id="{98CA8892-1833-4259-9A7E-264130277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4" name="Rectangle 32">
            <a:extLst>
              <a:ext uri="{FF2B5EF4-FFF2-40B4-BE49-F238E27FC236}">
                <a16:creationId xmlns:a16="http://schemas.microsoft.com/office/drawing/2014/main" id="{CFBD2264-50C0-4566-8F2F-8285EC4CA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5" name="Rectangle 33">
            <a:extLst>
              <a:ext uri="{FF2B5EF4-FFF2-40B4-BE49-F238E27FC236}">
                <a16:creationId xmlns:a16="http://schemas.microsoft.com/office/drawing/2014/main" id="{27ACF1BB-D98B-4F36-9E0D-7D2D4BCE4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6" name="Rectangle 34">
            <a:extLst>
              <a:ext uri="{FF2B5EF4-FFF2-40B4-BE49-F238E27FC236}">
                <a16:creationId xmlns:a16="http://schemas.microsoft.com/office/drawing/2014/main" id="{696ED949-4F28-4E1C-8974-0F4E4D88A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7" name="Rectangle 35">
            <a:extLst>
              <a:ext uri="{FF2B5EF4-FFF2-40B4-BE49-F238E27FC236}">
                <a16:creationId xmlns:a16="http://schemas.microsoft.com/office/drawing/2014/main" id="{9D57DBE2-E741-4F71-97CD-47433950C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8" name="Rectangle 36">
            <a:extLst>
              <a:ext uri="{FF2B5EF4-FFF2-40B4-BE49-F238E27FC236}">
                <a16:creationId xmlns:a16="http://schemas.microsoft.com/office/drawing/2014/main" id="{4C992680-3366-4E6C-B7B2-666BD7F2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9" name="Rectangle 37">
            <a:extLst>
              <a:ext uri="{FF2B5EF4-FFF2-40B4-BE49-F238E27FC236}">
                <a16:creationId xmlns:a16="http://schemas.microsoft.com/office/drawing/2014/main" id="{EA01D12E-47FD-407B-A5FF-0DA9716A3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0" name="Rectangle 38">
            <a:extLst>
              <a:ext uri="{FF2B5EF4-FFF2-40B4-BE49-F238E27FC236}">
                <a16:creationId xmlns:a16="http://schemas.microsoft.com/office/drawing/2014/main" id="{5661D404-CA55-4ACA-95BB-6ABD2BDEF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1" name="Rectangle 39">
            <a:extLst>
              <a:ext uri="{FF2B5EF4-FFF2-40B4-BE49-F238E27FC236}">
                <a16:creationId xmlns:a16="http://schemas.microsoft.com/office/drawing/2014/main" id="{9B89ACA1-1DD0-4B11-AC98-80A727147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2" name="Rectangle 40">
            <a:extLst>
              <a:ext uri="{FF2B5EF4-FFF2-40B4-BE49-F238E27FC236}">
                <a16:creationId xmlns:a16="http://schemas.microsoft.com/office/drawing/2014/main" id="{B47A5430-F3C8-4DE7-B98F-E962D7A0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3" name="Rectangle 41">
            <a:extLst>
              <a:ext uri="{FF2B5EF4-FFF2-40B4-BE49-F238E27FC236}">
                <a16:creationId xmlns:a16="http://schemas.microsoft.com/office/drawing/2014/main" id="{554C4015-C298-478E-B237-6D88D79C7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4" name="Rectangle 42">
            <a:extLst>
              <a:ext uri="{FF2B5EF4-FFF2-40B4-BE49-F238E27FC236}">
                <a16:creationId xmlns:a16="http://schemas.microsoft.com/office/drawing/2014/main" id="{DF91EF2C-39BF-4A68-B7F5-80019552A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5" name="Rectangle 43">
            <a:extLst>
              <a:ext uri="{FF2B5EF4-FFF2-40B4-BE49-F238E27FC236}">
                <a16:creationId xmlns:a16="http://schemas.microsoft.com/office/drawing/2014/main" id="{AC203FD9-E98D-48B5-98E2-B35F780A6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6" name="Rectangle 44">
            <a:extLst>
              <a:ext uri="{FF2B5EF4-FFF2-40B4-BE49-F238E27FC236}">
                <a16:creationId xmlns:a16="http://schemas.microsoft.com/office/drawing/2014/main" id="{7EB4B20C-E8B6-4EAD-9421-311664051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7" name="Rectangle 45">
            <a:extLst>
              <a:ext uri="{FF2B5EF4-FFF2-40B4-BE49-F238E27FC236}">
                <a16:creationId xmlns:a16="http://schemas.microsoft.com/office/drawing/2014/main" id="{608EF721-4CBD-42F7-8069-074D9C1F0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8" name="Rectangle 46">
            <a:extLst>
              <a:ext uri="{FF2B5EF4-FFF2-40B4-BE49-F238E27FC236}">
                <a16:creationId xmlns:a16="http://schemas.microsoft.com/office/drawing/2014/main" id="{0DEA11A1-62A7-4E32-BD48-4443A0F62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9" name="Rectangle 47">
            <a:extLst>
              <a:ext uri="{FF2B5EF4-FFF2-40B4-BE49-F238E27FC236}">
                <a16:creationId xmlns:a16="http://schemas.microsoft.com/office/drawing/2014/main" id="{253AEE75-1B0D-44B1-A0AF-D1997B9FD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50" name="Rectangle 48">
            <a:extLst>
              <a:ext uri="{FF2B5EF4-FFF2-40B4-BE49-F238E27FC236}">
                <a16:creationId xmlns:a16="http://schemas.microsoft.com/office/drawing/2014/main" id="{98367099-A87B-4F22-A40C-2B762E05E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51" name="Text Box 49">
            <a:extLst>
              <a:ext uri="{FF2B5EF4-FFF2-40B4-BE49-F238E27FC236}">
                <a16:creationId xmlns:a16="http://schemas.microsoft.com/office/drawing/2014/main" id="{A1CADB02-CA0B-4C6C-941C-C21329A58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81200"/>
            <a:ext cx="77724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Nedostatak Gouraud-ovog sjenčanja: ne uklanja u potpunosti Mach-ov pojasni efekt.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Zašto? - Jer algoritam osigurava kontinuitet intenziteta duž rubova poligona ali ne i kontinuitet promjene intenziteta.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Također, silueta objekta ostaje poligonalna jer je temeljna struktura podataka poligonalna. </a:t>
            </a:r>
          </a:p>
          <a:p>
            <a:pPr eaLnBrk="1" hangingPunct="1">
              <a:defRPr/>
            </a:pPr>
            <a:endParaRPr lang="en-GB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52" name="Rectangle 50">
            <a:extLst>
              <a:ext uri="{FF2B5EF4-FFF2-40B4-BE49-F238E27FC236}">
                <a16:creationId xmlns:a16="http://schemas.microsoft.com/office/drawing/2014/main" id="{5456B57F-B92D-4D2A-9FB7-E2A9750E6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53" name="Rectangle 51">
            <a:extLst>
              <a:ext uri="{FF2B5EF4-FFF2-40B4-BE49-F238E27FC236}">
                <a16:creationId xmlns:a16="http://schemas.microsoft.com/office/drawing/2014/main" id="{AA61660E-B4F4-4400-B03C-6A3A30BF4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9FD00F4-4138-4913-9C22-54C8F87DD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2227" name="Date Placeholder 2">
            <a:extLst>
              <a:ext uri="{FF2B5EF4-FFF2-40B4-BE49-F238E27FC236}">
                <a16:creationId xmlns:a16="http://schemas.microsoft.com/office/drawing/2014/main" id="{83356BF9-02F6-4905-9F87-CC1ED51534D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AF902DBB-DBDE-4215-9C00-FF7E617AB7B5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6" name="Slide Number Placeholder 4">
            <a:extLst>
              <a:ext uri="{FF2B5EF4-FFF2-40B4-BE49-F238E27FC236}">
                <a16:creationId xmlns:a16="http://schemas.microsoft.com/office/drawing/2014/main" id="{2A3E8729-10DE-462C-A36C-C0C79C08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F3E21CE0-6A40-4411-BEFF-4B0282F86A09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11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5320CDE6-CD72-4429-B3DA-0B0A63C3F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B460C7AB-5EC9-4027-A173-B434E3FA7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1" name="Rectangle 5">
            <a:extLst>
              <a:ext uri="{FF2B5EF4-FFF2-40B4-BE49-F238E27FC236}">
                <a16:creationId xmlns:a16="http://schemas.microsoft.com/office/drawing/2014/main" id="{DB35B686-8144-41BC-9881-023298089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2" name="Rectangle 6">
            <a:extLst>
              <a:ext uri="{FF2B5EF4-FFF2-40B4-BE49-F238E27FC236}">
                <a16:creationId xmlns:a16="http://schemas.microsoft.com/office/drawing/2014/main" id="{9F370481-419E-42C0-9F17-C0A2BA28C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3" name="Rectangle 7">
            <a:extLst>
              <a:ext uri="{FF2B5EF4-FFF2-40B4-BE49-F238E27FC236}">
                <a16:creationId xmlns:a16="http://schemas.microsoft.com/office/drawing/2014/main" id="{33A7B9D4-EE93-465E-92A5-0EB15D291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4" name="Rectangle 8">
            <a:extLst>
              <a:ext uri="{FF2B5EF4-FFF2-40B4-BE49-F238E27FC236}">
                <a16:creationId xmlns:a16="http://schemas.microsoft.com/office/drawing/2014/main" id="{B3DE745A-1DB5-4C47-B726-8A5A2DA6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5" name="Rectangle 9">
            <a:extLst>
              <a:ext uri="{FF2B5EF4-FFF2-40B4-BE49-F238E27FC236}">
                <a16:creationId xmlns:a16="http://schemas.microsoft.com/office/drawing/2014/main" id="{1D3D8EF1-B789-468C-A7B8-9B7E61D26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6" name="Rectangle 10">
            <a:extLst>
              <a:ext uri="{FF2B5EF4-FFF2-40B4-BE49-F238E27FC236}">
                <a16:creationId xmlns:a16="http://schemas.microsoft.com/office/drawing/2014/main" id="{44FD725B-0D15-40E7-875A-BF2D873B8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7" name="Rectangle 11">
            <a:extLst>
              <a:ext uri="{FF2B5EF4-FFF2-40B4-BE49-F238E27FC236}">
                <a16:creationId xmlns:a16="http://schemas.microsoft.com/office/drawing/2014/main" id="{CE592608-DB8D-4CEC-8F1C-63C322C76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8" name="Rectangle 12">
            <a:extLst>
              <a:ext uri="{FF2B5EF4-FFF2-40B4-BE49-F238E27FC236}">
                <a16:creationId xmlns:a16="http://schemas.microsoft.com/office/drawing/2014/main" id="{B62BFFD2-5359-475C-A683-D6ABC090D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9" name="Rectangle 13">
            <a:extLst>
              <a:ext uri="{FF2B5EF4-FFF2-40B4-BE49-F238E27FC236}">
                <a16:creationId xmlns:a16="http://schemas.microsoft.com/office/drawing/2014/main" id="{08A3E9D6-60E1-45C4-A1EF-F3C497C26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0" name="Rectangle 14">
            <a:extLst>
              <a:ext uri="{FF2B5EF4-FFF2-40B4-BE49-F238E27FC236}">
                <a16:creationId xmlns:a16="http://schemas.microsoft.com/office/drawing/2014/main" id="{DE4DDB7B-F26B-48E5-8664-10F621370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1" name="Rectangle 15">
            <a:extLst>
              <a:ext uri="{FF2B5EF4-FFF2-40B4-BE49-F238E27FC236}">
                <a16:creationId xmlns:a16="http://schemas.microsoft.com/office/drawing/2014/main" id="{0831C758-BE74-4635-A614-50B7E45D4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2" name="Rectangle 16">
            <a:extLst>
              <a:ext uri="{FF2B5EF4-FFF2-40B4-BE49-F238E27FC236}">
                <a16:creationId xmlns:a16="http://schemas.microsoft.com/office/drawing/2014/main" id="{12264488-DC7B-424D-9857-340A35C2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3" name="Rectangle 17">
            <a:extLst>
              <a:ext uri="{FF2B5EF4-FFF2-40B4-BE49-F238E27FC236}">
                <a16:creationId xmlns:a16="http://schemas.microsoft.com/office/drawing/2014/main" id="{46E30A84-A0A5-47CD-8820-9A45EC100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4" name="Rectangle 18">
            <a:extLst>
              <a:ext uri="{FF2B5EF4-FFF2-40B4-BE49-F238E27FC236}">
                <a16:creationId xmlns:a16="http://schemas.microsoft.com/office/drawing/2014/main" id="{B415889D-96C0-4D8B-AE83-ECCA2F008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5" name="Rectangle 19">
            <a:extLst>
              <a:ext uri="{FF2B5EF4-FFF2-40B4-BE49-F238E27FC236}">
                <a16:creationId xmlns:a16="http://schemas.microsoft.com/office/drawing/2014/main" id="{41645D8F-5FF6-4804-9F27-2F27E7359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6" name="Rectangle 20">
            <a:extLst>
              <a:ext uri="{FF2B5EF4-FFF2-40B4-BE49-F238E27FC236}">
                <a16:creationId xmlns:a16="http://schemas.microsoft.com/office/drawing/2014/main" id="{D8F717F6-17D6-4273-8823-F8F649797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7" name="Rectangle 21">
            <a:extLst>
              <a:ext uri="{FF2B5EF4-FFF2-40B4-BE49-F238E27FC236}">
                <a16:creationId xmlns:a16="http://schemas.microsoft.com/office/drawing/2014/main" id="{CCD2CB79-D0EC-41C6-986C-9F4824972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8" name="Rectangle 22">
            <a:extLst>
              <a:ext uri="{FF2B5EF4-FFF2-40B4-BE49-F238E27FC236}">
                <a16:creationId xmlns:a16="http://schemas.microsoft.com/office/drawing/2014/main" id="{D50DC079-FB7E-4319-96F2-D7E990FB6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9" name="Rectangle 23">
            <a:extLst>
              <a:ext uri="{FF2B5EF4-FFF2-40B4-BE49-F238E27FC236}">
                <a16:creationId xmlns:a16="http://schemas.microsoft.com/office/drawing/2014/main" id="{58495BDD-488A-459F-B760-B2B0EF26F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0" name="Rectangle 24">
            <a:extLst>
              <a:ext uri="{FF2B5EF4-FFF2-40B4-BE49-F238E27FC236}">
                <a16:creationId xmlns:a16="http://schemas.microsoft.com/office/drawing/2014/main" id="{C0187DEF-4EC0-45B5-8527-251EEC9E9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1" name="Rectangle 25">
            <a:extLst>
              <a:ext uri="{FF2B5EF4-FFF2-40B4-BE49-F238E27FC236}">
                <a16:creationId xmlns:a16="http://schemas.microsoft.com/office/drawing/2014/main" id="{AFED632F-526B-439A-84D1-ED6DC0BA3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2" name="Rectangle 26">
            <a:extLst>
              <a:ext uri="{FF2B5EF4-FFF2-40B4-BE49-F238E27FC236}">
                <a16:creationId xmlns:a16="http://schemas.microsoft.com/office/drawing/2014/main" id="{92130387-C9F9-443B-AFE5-20735BDD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3" name="Rectangle 27">
            <a:extLst>
              <a:ext uri="{FF2B5EF4-FFF2-40B4-BE49-F238E27FC236}">
                <a16:creationId xmlns:a16="http://schemas.microsoft.com/office/drawing/2014/main" id="{14D2B968-8AEB-480E-9716-89A5B5D2A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4" name="Rectangle 28">
            <a:extLst>
              <a:ext uri="{FF2B5EF4-FFF2-40B4-BE49-F238E27FC236}">
                <a16:creationId xmlns:a16="http://schemas.microsoft.com/office/drawing/2014/main" id="{CDF029DC-D5E0-4324-A2A9-975B843D8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5" name="Rectangle 29">
            <a:extLst>
              <a:ext uri="{FF2B5EF4-FFF2-40B4-BE49-F238E27FC236}">
                <a16:creationId xmlns:a16="http://schemas.microsoft.com/office/drawing/2014/main" id="{857243D2-B262-4A07-B0D7-F26420F47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6" name="Rectangle 30">
            <a:extLst>
              <a:ext uri="{FF2B5EF4-FFF2-40B4-BE49-F238E27FC236}">
                <a16:creationId xmlns:a16="http://schemas.microsoft.com/office/drawing/2014/main" id="{1B4FF26A-E719-475A-9064-DB60F196E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7" name="Rectangle 31">
            <a:extLst>
              <a:ext uri="{FF2B5EF4-FFF2-40B4-BE49-F238E27FC236}">
                <a16:creationId xmlns:a16="http://schemas.microsoft.com/office/drawing/2014/main" id="{3D67BB7F-657E-450F-BD3C-50231660D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8" name="Rectangle 32">
            <a:extLst>
              <a:ext uri="{FF2B5EF4-FFF2-40B4-BE49-F238E27FC236}">
                <a16:creationId xmlns:a16="http://schemas.microsoft.com/office/drawing/2014/main" id="{E4D75F97-D05E-4F45-A382-AC4EED290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9" name="Rectangle 33">
            <a:extLst>
              <a:ext uri="{FF2B5EF4-FFF2-40B4-BE49-F238E27FC236}">
                <a16:creationId xmlns:a16="http://schemas.microsoft.com/office/drawing/2014/main" id="{C0AAC0B9-0F01-4DB8-A356-B9153ED91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0" name="Rectangle 34">
            <a:extLst>
              <a:ext uri="{FF2B5EF4-FFF2-40B4-BE49-F238E27FC236}">
                <a16:creationId xmlns:a16="http://schemas.microsoft.com/office/drawing/2014/main" id="{F650EA3B-3380-4410-A0EA-0BAE42D23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1" name="Rectangle 35">
            <a:extLst>
              <a:ext uri="{FF2B5EF4-FFF2-40B4-BE49-F238E27FC236}">
                <a16:creationId xmlns:a16="http://schemas.microsoft.com/office/drawing/2014/main" id="{F59E4289-3BB0-4C55-ACF7-827BE724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2" name="Rectangle 36">
            <a:extLst>
              <a:ext uri="{FF2B5EF4-FFF2-40B4-BE49-F238E27FC236}">
                <a16:creationId xmlns:a16="http://schemas.microsoft.com/office/drawing/2014/main" id="{A6F1642E-8E0F-475C-8825-A683A33FB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3" name="Rectangle 37">
            <a:extLst>
              <a:ext uri="{FF2B5EF4-FFF2-40B4-BE49-F238E27FC236}">
                <a16:creationId xmlns:a16="http://schemas.microsoft.com/office/drawing/2014/main" id="{12638818-A88C-46EE-8B06-DBCEE3C1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4" name="Rectangle 38">
            <a:extLst>
              <a:ext uri="{FF2B5EF4-FFF2-40B4-BE49-F238E27FC236}">
                <a16:creationId xmlns:a16="http://schemas.microsoft.com/office/drawing/2014/main" id="{75846E8C-D7EC-4144-B9C6-7EEB7A5A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5" name="Rectangle 39">
            <a:extLst>
              <a:ext uri="{FF2B5EF4-FFF2-40B4-BE49-F238E27FC236}">
                <a16:creationId xmlns:a16="http://schemas.microsoft.com/office/drawing/2014/main" id="{F8CF4E9D-A1A8-40C9-8A55-7B8524B8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6" name="Rectangle 40">
            <a:extLst>
              <a:ext uri="{FF2B5EF4-FFF2-40B4-BE49-F238E27FC236}">
                <a16:creationId xmlns:a16="http://schemas.microsoft.com/office/drawing/2014/main" id="{DE3AB48F-175D-46F2-927F-8A10C7E38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7" name="Rectangle 41">
            <a:extLst>
              <a:ext uri="{FF2B5EF4-FFF2-40B4-BE49-F238E27FC236}">
                <a16:creationId xmlns:a16="http://schemas.microsoft.com/office/drawing/2014/main" id="{CD2838EC-2281-45BA-9AE1-5F6CF5114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8" name="Rectangle 42">
            <a:extLst>
              <a:ext uri="{FF2B5EF4-FFF2-40B4-BE49-F238E27FC236}">
                <a16:creationId xmlns:a16="http://schemas.microsoft.com/office/drawing/2014/main" id="{927D8DDC-3B81-4B99-8E5A-66142E934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9" name="Rectangle 43">
            <a:extLst>
              <a:ext uri="{FF2B5EF4-FFF2-40B4-BE49-F238E27FC236}">
                <a16:creationId xmlns:a16="http://schemas.microsoft.com/office/drawing/2014/main" id="{25B12501-BE7B-49B8-8A38-AB706D155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0" name="Rectangle 44">
            <a:extLst>
              <a:ext uri="{FF2B5EF4-FFF2-40B4-BE49-F238E27FC236}">
                <a16:creationId xmlns:a16="http://schemas.microsoft.com/office/drawing/2014/main" id="{B7B48B48-807A-4C5D-B3D0-6AD8F1D5C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1" name="Rectangle 45">
            <a:extLst>
              <a:ext uri="{FF2B5EF4-FFF2-40B4-BE49-F238E27FC236}">
                <a16:creationId xmlns:a16="http://schemas.microsoft.com/office/drawing/2014/main" id="{9DF57950-F8A7-47CE-BE53-120B00501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2" name="Rectangle 46">
            <a:extLst>
              <a:ext uri="{FF2B5EF4-FFF2-40B4-BE49-F238E27FC236}">
                <a16:creationId xmlns:a16="http://schemas.microsoft.com/office/drawing/2014/main" id="{DDBC396F-C8B6-43E9-B40E-4FA717EEF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3" name="Rectangle 47">
            <a:extLst>
              <a:ext uri="{FF2B5EF4-FFF2-40B4-BE49-F238E27FC236}">
                <a16:creationId xmlns:a16="http://schemas.microsoft.com/office/drawing/2014/main" id="{B5025BA2-4D3A-462A-926F-3281C8FFC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4" name="Rectangle 48">
            <a:extLst>
              <a:ext uri="{FF2B5EF4-FFF2-40B4-BE49-F238E27FC236}">
                <a16:creationId xmlns:a16="http://schemas.microsoft.com/office/drawing/2014/main" id="{26F50DE8-FFF8-47D0-8A50-6713E0772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5" name="Text Box 49">
            <a:extLst>
              <a:ext uri="{FF2B5EF4-FFF2-40B4-BE49-F238E27FC236}">
                <a16:creationId xmlns:a16="http://schemas.microsoft.com/office/drawing/2014/main" id="{6AB293DF-C336-457C-9329-2D5EAD2B6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81200"/>
            <a:ext cx="77724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Per-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pixel</a:t>
            </a: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 sjenčanje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Računski zahtjevnije od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Gouraud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sjenčanja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Phong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-ovo sjenčanje daje bolje rezultate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Gouraud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: interpolira vrijednosti intenziteta duž linije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skaniranja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Phong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: interpolira vektore normala duž linije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skaniranja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Model osvjetljenja se potom primjenjuje za svaki piksel, korištenjem interpoliranih normala za izračunavanje intenziteta. </a:t>
            </a:r>
            <a:endParaRPr lang="en-GB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76" name="Rectangle 50">
            <a:extLst>
              <a:ext uri="{FF2B5EF4-FFF2-40B4-BE49-F238E27FC236}">
                <a16:creationId xmlns:a16="http://schemas.microsoft.com/office/drawing/2014/main" id="{3C30DF4E-5FA5-422E-BAD1-0A27374DD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77" name="Rectangle 51">
            <a:extLst>
              <a:ext uri="{FF2B5EF4-FFF2-40B4-BE49-F238E27FC236}">
                <a16:creationId xmlns:a16="http://schemas.microsoft.com/office/drawing/2014/main" id="{F4F4B658-CCBE-434E-ACA4-FD0BEA182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F2B6AB9-459D-479E-BAA1-710A66E2C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3251" name="Date Placeholder 2">
            <a:extLst>
              <a:ext uri="{FF2B5EF4-FFF2-40B4-BE49-F238E27FC236}">
                <a16:creationId xmlns:a16="http://schemas.microsoft.com/office/drawing/2014/main" id="{F923665F-85A5-40FC-9B7A-BE91E98509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A1607B92-41EE-42F1-AC2F-25CC50B881E5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40" name="Slide Number Placeholder 4">
            <a:extLst>
              <a:ext uri="{FF2B5EF4-FFF2-40B4-BE49-F238E27FC236}">
                <a16:creationId xmlns:a16="http://schemas.microsoft.com/office/drawing/2014/main" id="{4D94ED51-17F8-4EB8-8012-303B1514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20D9D84B-CAC1-4C7C-9EE3-38806CF0EA40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12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4D97A32C-E07E-46BE-9FF4-8708FC589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4" name="Rectangle 4">
            <a:extLst>
              <a:ext uri="{FF2B5EF4-FFF2-40B4-BE49-F238E27FC236}">
                <a16:creationId xmlns:a16="http://schemas.microsoft.com/office/drawing/2014/main" id="{B29A114F-9AE6-48B7-91CF-FDFD9D22E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5" name="Rectangle 5">
            <a:extLst>
              <a:ext uri="{FF2B5EF4-FFF2-40B4-BE49-F238E27FC236}">
                <a16:creationId xmlns:a16="http://schemas.microsoft.com/office/drawing/2014/main" id="{C3B6E72A-A45C-4585-AB33-B118A48F5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6" name="Rectangle 6">
            <a:extLst>
              <a:ext uri="{FF2B5EF4-FFF2-40B4-BE49-F238E27FC236}">
                <a16:creationId xmlns:a16="http://schemas.microsoft.com/office/drawing/2014/main" id="{D7FA607F-68D0-46BF-9C41-B6396BAA4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7" name="Rectangle 7">
            <a:extLst>
              <a:ext uri="{FF2B5EF4-FFF2-40B4-BE49-F238E27FC236}">
                <a16:creationId xmlns:a16="http://schemas.microsoft.com/office/drawing/2014/main" id="{25FFB5CC-C8F5-458D-BEF0-EDDE04EAD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8" name="Rectangle 8">
            <a:extLst>
              <a:ext uri="{FF2B5EF4-FFF2-40B4-BE49-F238E27FC236}">
                <a16:creationId xmlns:a16="http://schemas.microsoft.com/office/drawing/2014/main" id="{875DE246-9ECC-4701-B565-4324F4C97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9" name="Rectangle 9">
            <a:extLst>
              <a:ext uri="{FF2B5EF4-FFF2-40B4-BE49-F238E27FC236}">
                <a16:creationId xmlns:a16="http://schemas.microsoft.com/office/drawing/2014/main" id="{855C486B-143E-4CFB-8AB7-FBA4E74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0" name="Rectangle 10">
            <a:extLst>
              <a:ext uri="{FF2B5EF4-FFF2-40B4-BE49-F238E27FC236}">
                <a16:creationId xmlns:a16="http://schemas.microsoft.com/office/drawing/2014/main" id="{360DDC1C-10DD-4561-AC4C-6D877865D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1" name="Rectangle 11">
            <a:extLst>
              <a:ext uri="{FF2B5EF4-FFF2-40B4-BE49-F238E27FC236}">
                <a16:creationId xmlns:a16="http://schemas.microsoft.com/office/drawing/2014/main" id="{EDDED40A-F86A-4EBC-97C5-61F4AEAD8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2" name="Rectangle 12">
            <a:extLst>
              <a:ext uri="{FF2B5EF4-FFF2-40B4-BE49-F238E27FC236}">
                <a16:creationId xmlns:a16="http://schemas.microsoft.com/office/drawing/2014/main" id="{05D17221-21CC-497E-8622-B060F1B81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3" name="Rectangle 13">
            <a:extLst>
              <a:ext uri="{FF2B5EF4-FFF2-40B4-BE49-F238E27FC236}">
                <a16:creationId xmlns:a16="http://schemas.microsoft.com/office/drawing/2014/main" id="{236D0E39-7892-4B74-92ED-7C226A511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4" name="Rectangle 14">
            <a:extLst>
              <a:ext uri="{FF2B5EF4-FFF2-40B4-BE49-F238E27FC236}">
                <a16:creationId xmlns:a16="http://schemas.microsoft.com/office/drawing/2014/main" id="{210012DE-6386-4445-8879-ABDFDE9B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5" name="Rectangle 15">
            <a:extLst>
              <a:ext uri="{FF2B5EF4-FFF2-40B4-BE49-F238E27FC236}">
                <a16:creationId xmlns:a16="http://schemas.microsoft.com/office/drawing/2014/main" id="{61DC7AAD-46C4-45DC-9908-B564CD3D5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6" name="Rectangle 16">
            <a:extLst>
              <a:ext uri="{FF2B5EF4-FFF2-40B4-BE49-F238E27FC236}">
                <a16:creationId xmlns:a16="http://schemas.microsoft.com/office/drawing/2014/main" id="{82340E33-BA32-4421-99C2-96B7D2769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7" name="Rectangle 17">
            <a:extLst>
              <a:ext uri="{FF2B5EF4-FFF2-40B4-BE49-F238E27FC236}">
                <a16:creationId xmlns:a16="http://schemas.microsoft.com/office/drawing/2014/main" id="{4C14C8D1-91F0-42BA-9B73-561366DDE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8" name="Rectangle 18">
            <a:extLst>
              <a:ext uri="{FF2B5EF4-FFF2-40B4-BE49-F238E27FC236}">
                <a16:creationId xmlns:a16="http://schemas.microsoft.com/office/drawing/2014/main" id="{8E39EE3A-C229-46AD-8D21-AEED0B41A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9" name="Rectangle 19">
            <a:extLst>
              <a:ext uri="{FF2B5EF4-FFF2-40B4-BE49-F238E27FC236}">
                <a16:creationId xmlns:a16="http://schemas.microsoft.com/office/drawing/2014/main" id="{FF1E2860-49AB-4948-B1F2-90F5C582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0" name="Rectangle 20">
            <a:extLst>
              <a:ext uri="{FF2B5EF4-FFF2-40B4-BE49-F238E27FC236}">
                <a16:creationId xmlns:a16="http://schemas.microsoft.com/office/drawing/2014/main" id="{E67E1479-4B72-4087-8B25-163AAD925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1" name="Rectangle 21">
            <a:extLst>
              <a:ext uri="{FF2B5EF4-FFF2-40B4-BE49-F238E27FC236}">
                <a16:creationId xmlns:a16="http://schemas.microsoft.com/office/drawing/2014/main" id="{4AF8B2DB-4165-4A8B-B093-65DEC32AC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2" name="Rectangle 22">
            <a:extLst>
              <a:ext uri="{FF2B5EF4-FFF2-40B4-BE49-F238E27FC236}">
                <a16:creationId xmlns:a16="http://schemas.microsoft.com/office/drawing/2014/main" id="{C1722B8C-6C06-4968-88EE-CB08AE109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3" name="Rectangle 23">
            <a:extLst>
              <a:ext uri="{FF2B5EF4-FFF2-40B4-BE49-F238E27FC236}">
                <a16:creationId xmlns:a16="http://schemas.microsoft.com/office/drawing/2014/main" id="{7038C766-C389-45C2-B6D8-DB7EFE763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4" name="Rectangle 24">
            <a:extLst>
              <a:ext uri="{FF2B5EF4-FFF2-40B4-BE49-F238E27FC236}">
                <a16:creationId xmlns:a16="http://schemas.microsoft.com/office/drawing/2014/main" id="{BB4595D6-D281-4207-ACA4-6653373D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5" name="Rectangle 25">
            <a:extLst>
              <a:ext uri="{FF2B5EF4-FFF2-40B4-BE49-F238E27FC236}">
                <a16:creationId xmlns:a16="http://schemas.microsoft.com/office/drawing/2014/main" id="{C1741FA0-DA4F-46E7-88B2-E6DE7D3A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6" name="Rectangle 26">
            <a:extLst>
              <a:ext uri="{FF2B5EF4-FFF2-40B4-BE49-F238E27FC236}">
                <a16:creationId xmlns:a16="http://schemas.microsoft.com/office/drawing/2014/main" id="{B2887658-A670-4E30-9BB1-F40AFB8A7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7" name="Rectangle 27">
            <a:extLst>
              <a:ext uri="{FF2B5EF4-FFF2-40B4-BE49-F238E27FC236}">
                <a16:creationId xmlns:a16="http://schemas.microsoft.com/office/drawing/2014/main" id="{167BE1BE-3E01-4AFF-8B9F-877C127A8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8" name="Rectangle 28">
            <a:extLst>
              <a:ext uri="{FF2B5EF4-FFF2-40B4-BE49-F238E27FC236}">
                <a16:creationId xmlns:a16="http://schemas.microsoft.com/office/drawing/2014/main" id="{6348E7B8-5ECC-483E-BB3D-E0DA3C6A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79" name="Rectangle 29">
            <a:extLst>
              <a:ext uri="{FF2B5EF4-FFF2-40B4-BE49-F238E27FC236}">
                <a16:creationId xmlns:a16="http://schemas.microsoft.com/office/drawing/2014/main" id="{2997155F-11FE-4BD6-938D-B005B5CF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0" name="Rectangle 30">
            <a:extLst>
              <a:ext uri="{FF2B5EF4-FFF2-40B4-BE49-F238E27FC236}">
                <a16:creationId xmlns:a16="http://schemas.microsoft.com/office/drawing/2014/main" id="{5269AC26-6C81-4C9C-9102-FA53483A0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81" name="Rectangle 31">
            <a:extLst>
              <a:ext uri="{FF2B5EF4-FFF2-40B4-BE49-F238E27FC236}">
                <a16:creationId xmlns:a16="http://schemas.microsoft.com/office/drawing/2014/main" id="{B6166109-126E-4B63-8147-47BB0F3A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2" name="Rectangle 32">
            <a:extLst>
              <a:ext uri="{FF2B5EF4-FFF2-40B4-BE49-F238E27FC236}">
                <a16:creationId xmlns:a16="http://schemas.microsoft.com/office/drawing/2014/main" id="{654AA70D-B60A-4E97-9305-75C2435B1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3" name="Rectangle 33">
            <a:extLst>
              <a:ext uri="{FF2B5EF4-FFF2-40B4-BE49-F238E27FC236}">
                <a16:creationId xmlns:a16="http://schemas.microsoft.com/office/drawing/2014/main" id="{53568320-A9F7-4029-908C-D8A1DF16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4" name="Rectangle 34">
            <a:extLst>
              <a:ext uri="{FF2B5EF4-FFF2-40B4-BE49-F238E27FC236}">
                <a16:creationId xmlns:a16="http://schemas.microsoft.com/office/drawing/2014/main" id="{722F6854-193E-474E-B217-EE197A6E6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5" name="Rectangle 35">
            <a:extLst>
              <a:ext uri="{FF2B5EF4-FFF2-40B4-BE49-F238E27FC236}">
                <a16:creationId xmlns:a16="http://schemas.microsoft.com/office/drawing/2014/main" id="{761F307A-1CC7-4F6A-942D-AEDA5291A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6" name="Rectangle 36">
            <a:extLst>
              <a:ext uri="{FF2B5EF4-FFF2-40B4-BE49-F238E27FC236}">
                <a16:creationId xmlns:a16="http://schemas.microsoft.com/office/drawing/2014/main" id="{AF7CE7DD-822F-4AD0-A88D-E450A4107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7" name="Rectangle 37">
            <a:extLst>
              <a:ext uri="{FF2B5EF4-FFF2-40B4-BE49-F238E27FC236}">
                <a16:creationId xmlns:a16="http://schemas.microsoft.com/office/drawing/2014/main" id="{8D29BE8E-EF35-4D5D-B924-DB4EC2BFD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8" name="Rectangle 38">
            <a:extLst>
              <a:ext uri="{FF2B5EF4-FFF2-40B4-BE49-F238E27FC236}">
                <a16:creationId xmlns:a16="http://schemas.microsoft.com/office/drawing/2014/main" id="{1B110752-4DFC-42FB-BDF7-FDF0FD9DF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89" name="Rectangle 39">
            <a:extLst>
              <a:ext uri="{FF2B5EF4-FFF2-40B4-BE49-F238E27FC236}">
                <a16:creationId xmlns:a16="http://schemas.microsoft.com/office/drawing/2014/main" id="{46A813E4-8C59-45AF-BBAC-34C96BB9B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0" name="Rectangle 40">
            <a:extLst>
              <a:ext uri="{FF2B5EF4-FFF2-40B4-BE49-F238E27FC236}">
                <a16:creationId xmlns:a16="http://schemas.microsoft.com/office/drawing/2014/main" id="{98D61BFC-7DE9-4659-8798-7CBB0220C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1" name="Rectangle 41">
            <a:extLst>
              <a:ext uri="{FF2B5EF4-FFF2-40B4-BE49-F238E27FC236}">
                <a16:creationId xmlns:a16="http://schemas.microsoft.com/office/drawing/2014/main" id="{A535D162-42AC-4169-BFC9-BE318CB2E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2" name="Rectangle 42">
            <a:extLst>
              <a:ext uri="{FF2B5EF4-FFF2-40B4-BE49-F238E27FC236}">
                <a16:creationId xmlns:a16="http://schemas.microsoft.com/office/drawing/2014/main" id="{430F099B-6723-4114-9230-DC7258EEE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3" name="Rectangle 43">
            <a:extLst>
              <a:ext uri="{FF2B5EF4-FFF2-40B4-BE49-F238E27FC236}">
                <a16:creationId xmlns:a16="http://schemas.microsoft.com/office/drawing/2014/main" id="{3C6059BE-41EF-4D74-8832-8869425BA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4" name="Rectangle 44">
            <a:extLst>
              <a:ext uri="{FF2B5EF4-FFF2-40B4-BE49-F238E27FC236}">
                <a16:creationId xmlns:a16="http://schemas.microsoft.com/office/drawing/2014/main" id="{BBBE56B0-675C-4216-A57B-1366748C4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5" name="Rectangle 45">
            <a:extLst>
              <a:ext uri="{FF2B5EF4-FFF2-40B4-BE49-F238E27FC236}">
                <a16:creationId xmlns:a16="http://schemas.microsoft.com/office/drawing/2014/main" id="{7567C935-97D9-4154-9C09-23B90102D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6" name="Rectangle 46">
            <a:extLst>
              <a:ext uri="{FF2B5EF4-FFF2-40B4-BE49-F238E27FC236}">
                <a16:creationId xmlns:a16="http://schemas.microsoft.com/office/drawing/2014/main" id="{D1C9EE83-4744-48C6-B31C-5CCC5ECA5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7" name="Rectangle 47">
            <a:extLst>
              <a:ext uri="{FF2B5EF4-FFF2-40B4-BE49-F238E27FC236}">
                <a16:creationId xmlns:a16="http://schemas.microsoft.com/office/drawing/2014/main" id="{B93487DE-820E-473D-8282-8AF14CC33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8" name="Rectangle 48">
            <a:extLst>
              <a:ext uri="{FF2B5EF4-FFF2-40B4-BE49-F238E27FC236}">
                <a16:creationId xmlns:a16="http://schemas.microsoft.com/office/drawing/2014/main" id="{7B75EDC6-1E13-4F36-AD0E-CCC47087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9" name="Text Box 49">
            <a:extLst>
              <a:ext uri="{FF2B5EF4-FFF2-40B4-BE49-F238E27FC236}">
                <a16:creationId xmlns:a16="http://schemas.microsoft.com/office/drawing/2014/main" id="{332C880A-A6BE-445D-8CEF-8BEC8A6A2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81200"/>
            <a:ext cx="77724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Daje bolju lokalnu aproksimaciju zakrivljenosti površine, pa stoga i bolje renderiranje površine. 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Naročito je poboljšana realističnost zrcalnog sjaja.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Phong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-ovo sjenčanje prvo aproksimira zakrivljenost površine u vrhovima poligona aproksimacijom normala u vrhovima. 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Nakon toga primjenjujemo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bilinearnu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aproksimaciju za određivanje normale u svakom pikselu. </a:t>
            </a:r>
          </a:p>
        </p:txBody>
      </p:sp>
      <p:sp>
        <p:nvSpPr>
          <p:cNvPr id="53300" name="Rectangle 50">
            <a:extLst>
              <a:ext uri="{FF2B5EF4-FFF2-40B4-BE49-F238E27FC236}">
                <a16:creationId xmlns:a16="http://schemas.microsoft.com/office/drawing/2014/main" id="{DD3A54BE-A3EA-40F6-9D37-423610054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01" name="Rectangle 51">
            <a:extLst>
              <a:ext uri="{FF2B5EF4-FFF2-40B4-BE49-F238E27FC236}">
                <a16:creationId xmlns:a16="http://schemas.microsoft.com/office/drawing/2014/main" id="{673CDB66-A96C-48FA-87A2-D368E9813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6292CB9F-40A6-4FA1-8A6F-959DF964A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4275" name="Date Placeholder 2">
            <a:extLst>
              <a:ext uri="{FF2B5EF4-FFF2-40B4-BE49-F238E27FC236}">
                <a16:creationId xmlns:a16="http://schemas.microsoft.com/office/drawing/2014/main" id="{BE047D3C-999B-41D0-95D8-31DA581C21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6CD7C4B-2DA7-4526-AB53-97B296659981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2" name="Slide Number Placeholder 4">
            <a:extLst>
              <a:ext uri="{FF2B5EF4-FFF2-40B4-BE49-F238E27FC236}">
                <a16:creationId xmlns:a16="http://schemas.microsoft.com/office/drawing/2014/main" id="{4B5EF723-8621-41D5-8DB0-B43BBA11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1A0A410C-7036-4FB6-A1FC-1EEA853A2B3A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13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1F35E7C9-CF74-4587-AA7B-7AB733CE4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8" name="Rectangle 4">
            <a:extLst>
              <a:ext uri="{FF2B5EF4-FFF2-40B4-BE49-F238E27FC236}">
                <a16:creationId xmlns:a16="http://schemas.microsoft.com/office/drawing/2014/main" id="{6A4C30E3-E666-43F2-BA05-B3A5CB2E3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9" name="Rectangle 5">
            <a:extLst>
              <a:ext uri="{FF2B5EF4-FFF2-40B4-BE49-F238E27FC236}">
                <a16:creationId xmlns:a16="http://schemas.microsoft.com/office/drawing/2014/main" id="{7BBB787C-917A-4B80-A18C-FE582188C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0" name="Rectangle 6">
            <a:extLst>
              <a:ext uri="{FF2B5EF4-FFF2-40B4-BE49-F238E27FC236}">
                <a16:creationId xmlns:a16="http://schemas.microsoft.com/office/drawing/2014/main" id="{1B2F11D3-E4B4-4904-8E8C-211DDE1A5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1" name="Rectangle 7">
            <a:extLst>
              <a:ext uri="{FF2B5EF4-FFF2-40B4-BE49-F238E27FC236}">
                <a16:creationId xmlns:a16="http://schemas.microsoft.com/office/drawing/2014/main" id="{02D304ED-AA53-4998-BFBE-21F7B77DF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2" name="Rectangle 8">
            <a:extLst>
              <a:ext uri="{FF2B5EF4-FFF2-40B4-BE49-F238E27FC236}">
                <a16:creationId xmlns:a16="http://schemas.microsoft.com/office/drawing/2014/main" id="{AE74724B-D21D-4700-A4BC-AD2D29A7A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3" name="Rectangle 9">
            <a:extLst>
              <a:ext uri="{FF2B5EF4-FFF2-40B4-BE49-F238E27FC236}">
                <a16:creationId xmlns:a16="http://schemas.microsoft.com/office/drawing/2014/main" id="{F11AB863-BAE9-45F4-A211-4B8948766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4" name="Rectangle 10">
            <a:extLst>
              <a:ext uri="{FF2B5EF4-FFF2-40B4-BE49-F238E27FC236}">
                <a16:creationId xmlns:a16="http://schemas.microsoft.com/office/drawing/2014/main" id="{3902667F-931D-4B78-8318-C34A552C6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5" name="Rectangle 11">
            <a:extLst>
              <a:ext uri="{FF2B5EF4-FFF2-40B4-BE49-F238E27FC236}">
                <a16:creationId xmlns:a16="http://schemas.microsoft.com/office/drawing/2014/main" id="{A4D5A1AC-0039-4EA1-977C-5E7788F10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6" name="Rectangle 12">
            <a:extLst>
              <a:ext uri="{FF2B5EF4-FFF2-40B4-BE49-F238E27FC236}">
                <a16:creationId xmlns:a16="http://schemas.microsoft.com/office/drawing/2014/main" id="{CC43533C-AC0B-4DD1-9536-54D6D7FA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7" name="Rectangle 13">
            <a:extLst>
              <a:ext uri="{FF2B5EF4-FFF2-40B4-BE49-F238E27FC236}">
                <a16:creationId xmlns:a16="http://schemas.microsoft.com/office/drawing/2014/main" id="{37D44449-4B76-4FE8-B7DB-8F722E71C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8" name="Rectangle 14">
            <a:extLst>
              <a:ext uri="{FF2B5EF4-FFF2-40B4-BE49-F238E27FC236}">
                <a16:creationId xmlns:a16="http://schemas.microsoft.com/office/drawing/2014/main" id="{2923137D-43E9-4373-8B5A-2B9D59773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9" name="Rectangle 15">
            <a:extLst>
              <a:ext uri="{FF2B5EF4-FFF2-40B4-BE49-F238E27FC236}">
                <a16:creationId xmlns:a16="http://schemas.microsoft.com/office/drawing/2014/main" id="{E505F3AA-E101-447D-8405-0F49B4A2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0" name="Rectangle 16">
            <a:extLst>
              <a:ext uri="{FF2B5EF4-FFF2-40B4-BE49-F238E27FC236}">
                <a16:creationId xmlns:a16="http://schemas.microsoft.com/office/drawing/2014/main" id="{913FA771-07AD-4DFE-AB12-EBF04840A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1" name="Rectangle 17">
            <a:extLst>
              <a:ext uri="{FF2B5EF4-FFF2-40B4-BE49-F238E27FC236}">
                <a16:creationId xmlns:a16="http://schemas.microsoft.com/office/drawing/2014/main" id="{FA1A717E-12D2-46B5-AAD2-4AAA0CDA2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2" name="Rectangle 18">
            <a:extLst>
              <a:ext uri="{FF2B5EF4-FFF2-40B4-BE49-F238E27FC236}">
                <a16:creationId xmlns:a16="http://schemas.microsoft.com/office/drawing/2014/main" id="{F7A12969-9F10-4AA8-9216-4AC577607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3" name="Rectangle 19">
            <a:extLst>
              <a:ext uri="{FF2B5EF4-FFF2-40B4-BE49-F238E27FC236}">
                <a16:creationId xmlns:a16="http://schemas.microsoft.com/office/drawing/2014/main" id="{004DE765-E4F5-44A1-8012-F02315B1C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4" name="Rectangle 20">
            <a:extLst>
              <a:ext uri="{FF2B5EF4-FFF2-40B4-BE49-F238E27FC236}">
                <a16:creationId xmlns:a16="http://schemas.microsoft.com/office/drawing/2014/main" id="{70D4C4D6-31B4-4CA6-8AB1-B9F1C41CD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5" name="Rectangle 21">
            <a:extLst>
              <a:ext uri="{FF2B5EF4-FFF2-40B4-BE49-F238E27FC236}">
                <a16:creationId xmlns:a16="http://schemas.microsoft.com/office/drawing/2014/main" id="{9238364F-1510-42AA-8E1C-0360BB936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6" name="Rectangle 22">
            <a:extLst>
              <a:ext uri="{FF2B5EF4-FFF2-40B4-BE49-F238E27FC236}">
                <a16:creationId xmlns:a16="http://schemas.microsoft.com/office/drawing/2014/main" id="{52C1C691-CA97-4D0F-8C9A-6CDFE026E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7" name="Rectangle 23">
            <a:extLst>
              <a:ext uri="{FF2B5EF4-FFF2-40B4-BE49-F238E27FC236}">
                <a16:creationId xmlns:a16="http://schemas.microsoft.com/office/drawing/2014/main" id="{1E9554F3-E9F5-46E7-9144-CC96AFE8A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8" name="Rectangle 24">
            <a:extLst>
              <a:ext uri="{FF2B5EF4-FFF2-40B4-BE49-F238E27FC236}">
                <a16:creationId xmlns:a16="http://schemas.microsoft.com/office/drawing/2014/main" id="{36FC018F-EE97-4149-96C6-85F7DB828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99" name="Rectangle 25">
            <a:extLst>
              <a:ext uri="{FF2B5EF4-FFF2-40B4-BE49-F238E27FC236}">
                <a16:creationId xmlns:a16="http://schemas.microsoft.com/office/drawing/2014/main" id="{202307BE-7CE5-434A-B076-AC586D38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0" name="Rectangle 26">
            <a:extLst>
              <a:ext uri="{FF2B5EF4-FFF2-40B4-BE49-F238E27FC236}">
                <a16:creationId xmlns:a16="http://schemas.microsoft.com/office/drawing/2014/main" id="{9DB6F6BA-7960-44E4-BB99-E546EA1E3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1" name="Rectangle 27">
            <a:extLst>
              <a:ext uri="{FF2B5EF4-FFF2-40B4-BE49-F238E27FC236}">
                <a16:creationId xmlns:a16="http://schemas.microsoft.com/office/drawing/2014/main" id="{C6B047DD-4CBB-4025-8F54-D5A6C13D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2" name="Rectangle 29">
            <a:extLst>
              <a:ext uri="{FF2B5EF4-FFF2-40B4-BE49-F238E27FC236}">
                <a16:creationId xmlns:a16="http://schemas.microsoft.com/office/drawing/2014/main" id="{D3CE4D08-BA9C-4F17-AB3F-5A1B71088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3" name="Rectangle 30">
            <a:extLst>
              <a:ext uri="{FF2B5EF4-FFF2-40B4-BE49-F238E27FC236}">
                <a16:creationId xmlns:a16="http://schemas.microsoft.com/office/drawing/2014/main" id="{7F89311B-918F-4AA6-9745-D7AECBF35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4" name="Rectangle 31">
            <a:extLst>
              <a:ext uri="{FF2B5EF4-FFF2-40B4-BE49-F238E27FC236}">
                <a16:creationId xmlns:a16="http://schemas.microsoft.com/office/drawing/2014/main" id="{65AECC37-D3C1-4C6C-9800-CB1D3C7CE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5" name="Rectangle 32">
            <a:extLst>
              <a:ext uri="{FF2B5EF4-FFF2-40B4-BE49-F238E27FC236}">
                <a16:creationId xmlns:a16="http://schemas.microsoft.com/office/drawing/2014/main" id="{37E73D6E-4A8A-4538-B974-53A32654A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6" name="Rectangle 33">
            <a:extLst>
              <a:ext uri="{FF2B5EF4-FFF2-40B4-BE49-F238E27FC236}">
                <a16:creationId xmlns:a16="http://schemas.microsoft.com/office/drawing/2014/main" id="{FF81AB4C-9FF9-4023-8DAB-469529719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7" name="Rectangle 34">
            <a:extLst>
              <a:ext uri="{FF2B5EF4-FFF2-40B4-BE49-F238E27FC236}">
                <a16:creationId xmlns:a16="http://schemas.microsoft.com/office/drawing/2014/main" id="{BFF99E76-0E61-414C-9722-92427F78A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8" name="Rectangle 35">
            <a:extLst>
              <a:ext uri="{FF2B5EF4-FFF2-40B4-BE49-F238E27FC236}">
                <a16:creationId xmlns:a16="http://schemas.microsoft.com/office/drawing/2014/main" id="{214A6B37-C7DB-4E48-BC30-D2A533BDB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9" name="Rectangle 36">
            <a:extLst>
              <a:ext uri="{FF2B5EF4-FFF2-40B4-BE49-F238E27FC236}">
                <a16:creationId xmlns:a16="http://schemas.microsoft.com/office/drawing/2014/main" id="{7F6B6BF6-4D1E-4E50-87EB-B195FEE2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0" name="Rectangle 37">
            <a:extLst>
              <a:ext uri="{FF2B5EF4-FFF2-40B4-BE49-F238E27FC236}">
                <a16:creationId xmlns:a16="http://schemas.microsoft.com/office/drawing/2014/main" id="{7FC0963A-D366-4948-9CA0-CA7EE1AA7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1" name="Rectangle 38">
            <a:extLst>
              <a:ext uri="{FF2B5EF4-FFF2-40B4-BE49-F238E27FC236}">
                <a16:creationId xmlns:a16="http://schemas.microsoft.com/office/drawing/2014/main" id="{75A6255A-8781-4AED-8F29-35095E839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2" name="Rectangle 39">
            <a:extLst>
              <a:ext uri="{FF2B5EF4-FFF2-40B4-BE49-F238E27FC236}">
                <a16:creationId xmlns:a16="http://schemas.microsoft.com/office/drawing/2014/main" id="{1A2F947F-E831-4F3D-A81B-BC5F485C8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3" name="Rectangle 40">
            <a:extLst>
              <a:ext uri="{FF2B5EF4-FFF2-40B4-BE49-F238E27FC236}">
                <a16:creationId xmlns:a16="http://schemas.microsoft.com/office/drawing/2014/main" id="{28B2B177-F863-40F6-8AF0-3DC058A1A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4" name="Rectangle 41">
            <a:extLst>
              <a:ext uri="{FF2B5EF4-FFF2-40B4-BE49-F238E27FC236}">
                <a16:creationId xmlns:a16="http://schemas.microsoft.com/office/drawing/2014/main" id="{F8982DEE-616D-4E5F-A2F0-23B722FA8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5" name="Rectangle 42">
            <a:extLst>
              <a:ext uri="{FF2B5EF4-FFF2-40B4-BE49-F238E27FC236}">
                <a16:creationId xmlns:a16="http://schemas.microsoft.com/office/drawing/2014/main" id="{C00A75F5-3FA3-4776-A821-3C4FA9D2F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6" name="Rectangle 43">
            <a:extLst>
              <a:ext uri="{FF2B5EF4-FFF2-40B4-BE49-F238E27FC236}">
                <a16:creationId xmlns:a16="http://schemas.microsoft.com/office/drawing/2014/main" id="{23E1DC1E-5A5B-4496-9186-7C9A08D5E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7" name="Rectangle 44">
            <a:extLst>
              <a:ext uri="{FF2B5EF4-FFF2-40B4-BE49-F238E27FC236}">
                <a16:creationId xmlns:a16="http://schemas.microsoft.com/office/drawing/2014/main" id="{5EF0B84D-EE39-404D-BE4E-DBD4960A6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8" name="Rectangle 45">
            <a:extLst>
              <a:ext uri="{FF2B5EF4-FFF2-40B4-BE49-F238E27FC236}">
                <a16:creationId xmlns:a16="http://schemas.microsoft.com/office/drawing/2014/main" id="{DCB473CA-771E-4DD9-BD37-BB46A9D5E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9" name="Rectangle 46">
            <a:extLst>
              <a:ext uri="{FF2B5EF4-FFF2-40B4-BE49-F238E27FC236}">
                <a16:creationId xmlns:a16="http://schemas.microsoft.com/office/drawing/2014/main" id="{C5254A6E-AE1C-4AC5-87EB-E84779FE9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20" name="Rectangle 47">
            <a:extLst>
              <a:ext uri="{FF2B5EF4-FFF2-40B4-BE49-F238E27FC236}">
                <a16:creationId xmlns:a16="http://schemas.microsoft.com/office/drawing/2014/main" id="{0D886BBC-2CB2-40C7-A5CC-47EC1F568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21" name="Rectangle 50">
            <a:extLst>
              <a:ext uri="{FF2B5EF4-FFF2-40B4-BE49-F238E27FC236}">
                <a16:creationId xmlns:a16="http://schemas.microsoft.com/office/drawing/2014/main" id="{A7A1A9D0-91A8-477A-B679-1871A7015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22" name="Rectangle 51">
            <a:extLst>
              <a:ext uri="{FF2B5EF4-FFF2-40B4-BE49-F238E27FC236}">
                <a16:creationId xmlns:a16="http://schemas.microsoft.com/office/drawing/2014/main" id="{455ABF8A-8776-43C3-98D0-218B8CB69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4323" name="Picture 52" descr="slika713">
            <a:extLst>
              <a:ext uri="{FF2B5EF4-FFF2-40B4-BE49-F238E27FC236}">
                <a16:creationId xmlns:a16="http://schemas.microsoft.com/office/drawing/2014/main" id="{2C29CA3E-06E8-409C-BA85-AD6570059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996952"/>
            <a:ext cx="5219700" cy="282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324" name="Rectangle 54">
            <a:extLst>
              <a:ext uri="{FF2B5EF4-FFF2-40B4-BE49-F238E27FC236}">
                <a16:creationId xmlns:a16="http://schemas.microsoft.com/office/drawing/2014/main" id="{089A6E3E-5E0D-416C-86D8-6261F8406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4325" name="Object 53">
            <a:extLst>
              <a:ext uri="{FF2B5EF4-FFF2-40B4-BE49-F238E27FC236}">
                <a16:creationId xmlns:a16="http://schemas.microsoft.com/office/drawing/2014/main" id="{1F7AAB70-84FB-4A12-9F32-973E1459B4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676400"/>
          <a:ext cx="3657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54200" imgH="622300" progId="Equation.3">
                  <p:embed/>
                </p:oleObj>
              </mc:Choice>
              <mc:Fallback>
                <p:oleObj r:id="rId4" imgW="1854200" imgH="622300" progId="Equation.3">
                  <p:embed/>
                  <p:pic>
                    <p:nvPicPr>
                      <p:cNvPr id="54325" name="Object 53">
                        <a:extLst>
                          <a:ext uri="{FF2B5EF4-FFF2-40B4-BE49-F238E27FC236}">
                            <a16:creationId xmlns:a16="http://schemas.microsoft.com/office/drawing/2014/main" id="{1F7AAB70-84FB-4A12-9F32-973E1459B4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3657600" cy="1219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26" name="Object 55">
            <a:extLst>
              <a:ext uri="{FF2B5EF4-FFF2-40B4-BE49-F238E27FC236}">
                <a16:creationId xmlns:a16="http://schemas.microsoft.com/office/drawing/2014/main" id="{225B37C3-780B-4299-80FC-A25A6D093E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1676400"/>
          <a:ext cx="12192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190500" progId="Equation.3">
                  <p:embed/>
                </p:oleObj>
              </mc:Choice>
              <mc:Fallback>
                <p:oleObj r:id="rId6" imgW="685800" imgH="190500" progId="Equation.3">
                  <p:embed/>
                  <p:pic>
                    <p:nvPicPr>
                      <p:cNvPr id="54326" name="Object 55">
                        <a:extLst>
                          <a:ext uri="{FF2B5EF4-FFF2-40B4-BE49-F238E27FC236}">
                            <a16:creationId xmlns:a16="http://schemas.microsoft.com/office/drawing/2014/main" id="{225B37C3-780B-4299-80FC-A25A6D093E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76400"/>
                        <a:ext cx="1219200" cy="331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27" name="Object 56">
            <a:extLst>
              <a:ext uri="{FF2B5EF4-FFF2-40B4-BE49-F238E27FC236}">
                <a16:creationId xmlns:a16="http://schemas.microsoft.com/office/drawing/2014/main" id="{CDB82708-72E7-4B5F-BF87-DB66C9AC28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133600"/>
          <a:ext cx="1219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47419" imgH="165028" progId="Equation.3">
                  <p:embed/>
                </p:oleObj>
              </mc:Choice>
              <mc:Fallback>
                <p:oleObj r:id="rId8" imgW="647419" imgH="165028" progId="Equation.3">
                  <p:embed/>
                  <p:pic>
                    <p:nvPicPr>
                      <p:cNvPr id="54327" name="Object 56">
                        <a:extLst>
                          <a:ext uri="{FF2B5EF4-FFF2-40B4-BE49-F238E27FC236}">
                            <a16:creationId xmlns:a16="http://schemas.microsoft.com/office/drawing/2014/main" id="{CDB82708-72E7-4B5F-BF87-DB66C9AC28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133600"/>
                        <a:ext cx="1219200" cy="304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28" name="Object 57">
            <a:extLst>
              <a:ext uri="{FF2B5EF4-FFF2-40B4-BE49-F238E27FC236}">
                <a16:creationId xmlns:a16="http://schemas.microsoft.com/office/drawing/2014/main" id="{B5CDDC35-FC2B-4204-8E0A-A810CCA11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514600"/>
          <a:ext cx="12192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34449" imgH="177646" progId="Equation.3">
                  <p:embed/>
                </p:oleObj>
              </mc:Choice>
              <mc:Fallback>
                <p:oleObj r:id="rId10" imgW="634449" imgH="177646" progId="Equation.3">
                  <p:embed/>
                  <p:pic>
                    <p:nvPicPr>
                      <p:cNvPr id="54328" name="Object 57">
                        <a:extLst>
                          <a:ext uri="{FF2B5EF4-FFF2-40B4-BE49-F238E27FC236}">
                            <a16:creationId xmlns:a16="http://schemas.microsoft.com/office/drawing/2014/main" id="{B5CDDC35-FC2B-4204-8E0A-A810CCA116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514600"/>
                        <a:ext cx="1219200" cy="3413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7">
            <a:extLst>
              <a:ext uri="{FF2B5EF4-FFF2-40B4-BE49-F238E27FC236}">
                <a16:creationId xmlns:a16="http://schemas.microsoft.com/office/drawing/2014/main" id="{357A791C-8509-CC41-76CF-DE20EC085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638383"/>
              </p:ext>
            </p:extLst>
          </p:nvPr>
        </p:nvGraphicFramePr>
        <p:xfrm>
          <a:off x="523875" y="5891215"/>
          <a:ext cx="47339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373870" imgH="215806" progId="Equation.3">
                  <p:embed/>
                </p:oleObj>
              </mc:Choice>
              <mc:Fallback>
                <p:oleObj r:id="rId12" imgW="2373870" imgH="215806" progId="Equation.3">
                  <p:embed/>
                  <p:pic>
                    <p:nvPicPr>
                      <p:cNvPr id="55350" name="Object 57">
                        <a:extLst>
                          <a:ext uri="{FF2B5EF4-FFF2-40B4-BE49-F238E27FC236}">
                            <a16:creationId xmlns:a16="http://schemas.microsoft.com/office/drawing/2014/main" id="{B1911A1A-584A-4BF6-B2D2-CE63CCBF7B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5891215"/>
                        <a:ext cx="4733925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6">
            <a:extLst>
              <a:ext uri="{FF2B5EF4-FFF2-40B4-BE49-F238E27FC236}">
                <a16:creationId xmlns:a16="http://schemas.microsoft.com/office/drawing/2014/main" id="{1268E5F4-0702-8C37-466A-1ECBB6641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" y="4508492"/>
            <a:ext cx="267176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Inkrementalna metoda za proračun normale duž linije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skaniranja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6B12525-6B3A-4012-B757-C9FCF374E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 sjenčanje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323" name="Date Placeholder 2">
            <a:extLst>
              <a:ext uri="{FF2B5EF4-FFF2-40B4-BE49-F238E27FC236}">
                <a16:creationId xmlns:a16="http://schemas.microsoft.com/office/drawing/2014/main" id="{D0F54050-0ADF-4500-A6B4-0FF620E76B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BEC8D61-D78F-4DFE-BF94-87A5C559FC65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4.12.2025.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4" name="Slide Number Placeholder 4">
            <a:extLst>
              <a:ext uri="{FF2B5EF4-FFF2-40B4-BE49-F238E27FC236}">
                <a16:creationId xmlns:a16="http://schemas.microsoft.com/office/drawing/2014/main" id="{5CC9D53D-D5BD-439A-B4CE-CED361F1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8BE3F031-9D8D-4CDF-8256-2A808EA37CFC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14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06C78EED-506B-4FD7-8FC9-B478D4E62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6" name="Rectangle 4">
            <a:extLst>
              <a:ext uri="{FF2B5EF4-FFF2-40B4-BE49-F238E27FC236}">
                <a16:creationId xmlns:a16="http://schemas.microsoft.com/office/drawing/2014/main" id="{C9D990B1-2C92-405E-A1BD-4A80DC91D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7" name="Rectangle 5">
            <a:extLst>
              <a:ext uri="{FF2B5EF4-FFF2-40B4-BE49-F238E27FC236}">
                <a16:creationId xmlns:a16="http://schemas.microsoft.com/office/drawing/2014/main" id="{8ED5705F-EF22-4F90-9DD9-E5CB6456F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8" name="Rectangle 6">
            <a:extLst>
              <a:ext uri="{FF2B5EF4-FFF2-40B4-BE49-F238E27FC236}">
                <a16:creationId xmlns:a16="http://schemas.microsoft.com/office/drawing/2014/main" id="{1AA54574-DC79-4B45-955E-5EC01770C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9" name="Rectangle 7">
            <a:extLst>
              <a:ext uri="{FF2B5EF4-FFF2-40B4-BE49-F238E27FC236}">
                <a16:creationId xmlns:a16="http://schemas.microsoft.com/office/drawing/2014/main" id="{C2BBA396-F632-48F9-87C8-C7B06C74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0" name="Rectangle 8">
            <a:extLst>
              <a:ext uri="{FF2B5EF4-FFF2-40B4-BE49-F238E27FC236}">
                <a16:creationId xmlns:a16="http://schemas.microsoft.com/office/drawing/2014/main" id="{8517643F-3A9D-4DFF-A0E9-5AEC3E8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1" name="Rectangle 9">
            <a:extLst>
              <a:ext uri="{FF2B5EF4-FFF2-40B4-BE49-F238E27FC236}">
                <a16:creationId xmlns:a16="http://schemas.microsoft.com/office/drawing/2014/main" id="{25B69263-818C-4A34-96F6-C8F893B78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2" name="Rectangle 10">
            <a:extLst>
              <a:ext uri="{FF2B5EF4-FFF2-40B4-BE49-F238E27FC236}">
                <a16:creationId xmlns:a16="http://schemas.microsoft.com/office/drawing/2014/main" id="{40E81179-BA51-482D-A6A7-CE77B2BEE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3" name="Rectangle 11">
            <a:extLst>
              <a:ext uri="{FF2B5EF4-FFF2-40B4-BE49-F238E27FC236}">
                <a16:creationId xmlns:a16="http://schemas.microsoft.com/office/drawing/2014/main" id="{914C2F4C-F66E-4057-A90D-0E51B6505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4" name="Rectangle 12">
            <a:extLst>
              <a:ext uri="{FF2B5EF4-FFF2-40B4-BE49-F238E27FC236}">
                <a16:creationId xmlns:a16="http://schemas.microsoft.com/office/drawing/2014/main" id="{66B08721-A09C-4C71-BD22-B9ABEA757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5" name="Rectangle 13">
            <a:extLst>
              <a:ext uri="{FF2B5EF4-FFF2-40B4-BE49-F238E27FC236}">
                <a16:creationId xmlns:a16="http://schemas.microsoft.com/office/drawing/2014/main" id="{D8D26C74-E56A-429C-B1CA-D4D69A4E3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6" name="Rectangle 14">
            <a:extLst>
              <a:ext uri="{FF2B5EF4-FFF2-40B4-BE49-F238E27FC236}">
                <a16:creationId xmlns:a16="http://schemas.microsoft.com/office/drawing/2014/main" id="{0A45793E-F74E-4FA9-842A-C593678C7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7" name="Rectangle 15">
            <a:extLst>
              <a:ext uri="{FF2B5EF4-FFF2-40B4-BE49-F238E27FC236}">
                <a16:creationId xmlns:a16="http://schemas.microsoft.com/office/drawing/2014/main" id="{4126C693-CAA5-4945-9C79-9BF77E08E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8" name="Rectangle 16">
            <a:extLst>
              <a:ext uri="{FF2B5EF4-FFF2-40B4-BE49-F238E27FC236}">
                <a16:creationId xmlns:a16="http://schemas.microsoft.com/office/drawing/2014/main" id="{EC44D7DC-4196-474C-8C52-C589C9982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9" name="Rectangle 17">
            <a:extLst>
              <a:ext uri="{FF2B5EF4-FFF2-40B4-BE49-F238E27FC236}">
                <a16:creationId xmlns:a16="http://schemas.microsoft.com/office/drawing/2014/main" id="{D3593CE4-8401-4D27-A525-48CC4059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0" name="Rectangle 18">
            <a:extLst>
              <a:ext uri="{FF2B5EF4-FFF2-40B4-BE49-F238E27FC236}">
                <a16:creationId xmlns:a16="http://schemas.microsoft.com/office/drawing/2014/main" id="{25998A3F-9DCC-4F5F-8393-F74390CBB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1" name="Rectangle 19">
            <a:extLst>
              <a:ext uri="{FF2B5EF4-FFF2-40B4-BE49-F238E27FC236}">
                <a16:creationId xmlns:a16="http://schemas.microsoft.com/office/drawing/2014/main" id="{174FB572-ABF3-4A4C-A46F-AA738B8BB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2" name="Rectangle 20">
            <a:extLst>
              <a:ext uri="{FF2B5EF4-FFF2-40B4-BE49-F238E27FC236}">
                <a16:creationId xmlns:a16="http://schemas.microsoft.com/office/drawing/2014/main" id="{9EEE450C-6286-43C2-A077-F7ECDD639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3" name="Rectangle 21">
            <a:extLst>
              <a:ext uri="{FF2B5EF4-FFF2-40B4-BE49-F238E27FC236}">
                <a16:creationId xmlns:a16="http://schemas.microsoft.com/office/drawing/2014/main" id="{6CA89694-1AF1-4498-9561-3FBAD9BF5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4" name="Rectangle 22">
            <a:extLst>
              <a:ext uri="{FF2B5EF4-FFF2-40B4-BE49-F238E27FC236}">
                <a16:creationId xmlns:a16="http://schemas.microsoft.com/office/drawing/2014/main" id="{4B5643ED-7C97-477A-AD1B-93458529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5" name="Rectangle 23">
            <a:extLst>
              <a:ext uri="{FF2B5EF4-FFF2-40B4-BE49-F238E27FC236}">
                <a16:creationId xmlns:a16="http://schemas.microsoft.com/office/drawing/2014/main" id="{6D02ECD8-A1C3-4363-8117-35F24D5DE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6" name="Rectangle 24">
            <a:extLst>
              <a:ext uri="{FF2B5EF4-FFF2-40B4-BE49-F238E27FC236}">
                <a16:creationId xmlns:a16="http://schemas.microsoft.com/office/drawing/2014/main" id="{1F70EF11-9560-4C5F-B258-0754B21D6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7" name="Rectangle 25">
            <a:extLst>
              <a:ext uri="{FF2B5EF4-FFF2-40B4-BE49-F238E27FC236}">
                <a16:creationId xmlns:a16="http://schemas.microsoft.com/office/drawing/2014/main" id="{B8B5E69E-3EF4-43C0-9418-2B7E35572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8" name="Rectangle 26">
            <a:extLst>
              <a:ext uri="{FF2B5EF4-FFF2-40B4-BE49-F238E27FC236}">
                <a16:creationId xmlns:a16="http://schemas.microsoft.com/office/drawing/2014/main" id="{187E7025-9F89-46FE-A2B3-0487735B0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9" name="Rectangle 27">
            <a:extLst>
              <a:ext uri="{FF2B5EF4-FFF2-40B4-BE49-F238E27FC236}">
                <a16:creationId xmlns:a16="http://schemas.microsoft.com/office/drawing/2014/main" id="{79FD80EA-811E-425E-8D28-82EA9E967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0" name="Rectangle 28">
            <a:extLst>
              <a:ext uri="{FF2B5EF4-FFF2-40B4-BE49-F238E27FC236}">
                <a16:creationId xmlns:a16="http://schemas.microsoft.com/office/drawing/2014/main" id="{537676BB-377B-4F6E-AABC-F9B99A0C5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1" name="Rectangle 29">
            <a:extLst>
              <a:ext uri="{FF2B5EF4-FFF2-40B4-BE49-F238E27FC236}">
                <a16:creationId xmlns:a16="http://schemas.microsoft.com/office/drawing/2014/main" id="{A7BDD345-530B-409A-8A86-D44C2D4D2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52" name="Rectangle 30">
            <a:extLst>
              <a:ext uri="{FF2B5EF4-FFF2-40B4-BE49-F238E27FC236}">
                <a16:creationId xmlns:a16="http://schemas.microsoft.com/office/drawing/2014/main" id="{7409390D-9111-406A-BF35-1928B39AD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3" name="Rectangle 31">
            <a:extLst>
              <a:ext uri="{FF2B5EF4-FFF2-40B4-BE49-F238E27FC236}">
                <a16:creationId xmlns:a16="http://schemas.microsoft.com/office/drawing/2014/main" id="{A25B446E-2CB6-425E-B647-F65A96BC6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4" name="Rectangle 32">
            <a:extLst>
              <a:ext uri="{FF2B5EF4-FFF2-40B4-BE49-F238E27FC236}">
                <a16:creationId xmlns:a16="http://schemas.microsoft.com/office/drawing/2014/main" id="{F42567D9-5DFB-438B-872A-60E7375CF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5" name="Rectangle 33">
            <a:extLst>
              <a:ext uri="{FF2B5EF4-FFF2-40B4-BE49-F238E27FC236}">
                <a16:creationId xmlns:a16="http://schemas.microsoft.com/office/drawing/2014/main" id="{C6646B2F-E66D-4E0D-BDDD-24262285B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6" name="Rectangle 34">
            <a:extLst>
              <a:ext uri="{FF2B5EF4-FFF2-40B4-BE49-F238E27FC236}">
                <a16:creationId xmlns:a16="http://schemas.microsoft.com/office/drawing/2014/main" id="{0435B72F-CDCA-4369-BDC3-73D45C7A3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7" name="Rectangle 35">
            <a:extLst>
              <a:ext uri="{FF2B5EF4-FFF2-40B4-BE49-F238E27FC236}">
                <a16:creationId xmlns:a16="http://schemas.microsoft.com/office/drawing/2014/main" id="{1C776BE8-F90B-42F1-AD18-D8A0CB901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8" name="Rectangle 36">
            <a:extLst>
              <a:ext uri="{FF2B5EF4-FFF2-40B4-BE49-F238E27FC236}">
                <a16:creationId xmlns:a16="http://schemas.microsoft.com/office/drawing/2014/main" id="{1469DBD0-F8F0-42A4-A5F7-A71CFD1A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9" name="Rectangle 37">
            <a:extLst>
              <a:ext uri="{FF2B5EF4-FFF2-40B4-BE49-F238E27FC236}">
                <a16:creationId xmlns:a16="http://schemas.microsoft.com/office/drawing/2014/main" id="{ECDFDB9D-196B-4E9F-B2E0-C77A8A697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0" name="Rectangle 38">
            <a:extLst>
              <a:ext uri="{FF2B5EF4-FFF2-40B4-BE49-F238E27FC236}">
                <a16:creationId xmlns:a16="http://schemas.microsoft.com/office/drawing/2014/main" id="{4CAE9828-285B-4D68-BBA9-6373970FA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1" name="Rectangle 39">
            <a:extLst>
              <a:ext uri="{FF2B5EF4-FFF2-40B4-BE49-F238E27FC236}">
                <a16:creationId xmlns:a16="http://schemas.microsoft.com/office/drawing/2014/main" id="{0F7444DE-B59E-45D4-B7A9-BA3EDC086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2" name="Rectangle 40">
            <a:extLst>
              <a:ext uri="{FF2B5EF4-FFF2-40B4-BE49-F238E27FC236}">
                <a16:creationId xmlns:a16="http://schemas.microsoft.com/office/drawing/2014/main" id="{334B85D5-022E-48CA-9F89-64AF10891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3" name="Rectangle 41">
            <a:extLst>
              <a:ext uri="{FF2B5EF4-FFF2-40B4-BE49-F238E27FC236}">
                <a16:creationId xmlns:a16="http://schemas.microsoft.com/office/drawing/2014/main" id="{4EDC4D2D-21E5-4484-8D87-6B1FDDC9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4" name="Rectangle 42">
            <a:extLst>
              <a:ext uri="{FF2B5EF4-FFF2-40B4-BE49-F238E27FC236}">
                <a16:creationId xmlns:a16="http://schemas.microsoft.com/office/drawing/2014/main" id="{443556F4-C475-4EB0-B8E7-8428098BD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5" name="Rectangle 43">
            <a:extLst>
              <a:ext uri="{FF2B5EF4-FFF2-40B4-BE49-F238E27FC236}">
                <a16:creationId xmlns:a16="http://schemas.microsoft.com/office/drawing/2014/main" id="{34E7798C-C5FA-439E-B452-53719C519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6" name="Rectangle 44">
            <a:extLst>
              <a:ext uri="{FF2B5EF4-FFF2-40B4-BE49-F238E27FC236}">
                <a16:creationId xmlns:a16="http://schemas.microsoft.com/office/drawing/2014/main" id="{0139BCA4-329F-4C15-98B1-8CBFF9435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3324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7" name="Rectangle 45">
            <a:extLst>
              <a:ext uri="{FF2B5EF4-FFF2-40B4-BE49-F238E27FC236}">
                <a16:creationId xmlns:a16="http://schemas.microsoft.com/office/drawing/2014/main" id="{8A1B85B3-60BA-45E7-97D9-93BD4D65A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8" name="Rectangle 46">
            <a:extLst>
              <a:ext uri="{FF2B5EF4-FFF2-40B4-BE49-F238E27FC236}">
                <a16:creationId xmlns:a16="http://schemas.microsoft.com/office/drawing/2014/main" id="{0DF875AF-027C-404A-9081-C7EBD989D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9" name="Rectangle 47">
            <a:extLst>
              <a:ext uri="{FF2B5EF4-FFF2-40B4-BE49-F238E27FC236}">
                <a16:creationId xmlns:a16="http://schemas.microsoft.com/office/drawing/2014/main" id="{963A35EF-7E51-458A-BD24-57C6C7F90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0" name="Rectangle 48">
            <a:extLst>
              <a:ext uri="{FF2B5EF4-FFF2-40B4-BE49-F238E27FC236}">
                <a16:creationId xmlns:a16="http://schemas.microsoft.com/office/drawing/2014/main" id="{EFD6F9B2-27B1-49FF-871D-4CD225CE5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1" name="Rectangle 49">
            <a:extLst>
              <a:ext uri="{FF2B5EF4-FFF2-40B4-BE49-F238E27FC236}">
                <a16:creationId xmlns:a16="http://schemas.microsoft.com/office/drawing/2014/main" id="{4FAD1F03-477D-4197-9AC2-41E40982C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2" name="Text Box 50">
            <a:extLst>
              <a:ext uri="{FF2B5EF4-FFF2-40B4-BE49-F238E27FC236}">
                <a16:creationId xmlns:a16="http://schemas.microsoft.com/office/drawing/2014/main" id="{4BB9C8AB-1FC0-4C16-9D5B-18807928A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57338"/>
            <a:ext cx="80645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Phong-ovo sjenčanje reducira najveći broj problema koje povezujemo s Gouraud-ovim sjenčanjem,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Ipak - i dalje primjenjuje linearnu interpolaciju - ostaje problem diskontinuiteta prve derivacije intenziteta koji dovodi do Mach-ovog pojasnog efekta. </a:t>
            </a:r>
          </a:p>
          <a:p>
            <a:pPr eaLnBrk="1" hangingPunct="1">
              <a:defRPr/>
            </a:pPr>
            <a:endParaRPr lang="en-GB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73" name="Rectangle 51">
            <a:extLst>
              <a:ext uri="{FF2B5EF4-FFF2-40B4-BE49-F238E27FC236}">
                <a16:creationId xmlns:a16="http://schemas.microsoft.com/office/drawing/2014/main" id="{16D3F732-AB40-4E7E-9EEA-F94AFE73E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6374" name="Picture 59" descr="gpedge">
            <a:extLst>
              <a:ext uri="{FF2B5EF4-FFF2-40B4-BE49-F238E27FC236}">
                <a16:creationId xmlns:a16="http://schemas.microsoft.com/office/drawing/2014/main" id="{4E818F95-971F-496B-B762-F1B28DE2B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141663"/>
            <a:ext cx="54419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75" name="Text Box 50">
            <a:extLst>
              <a:ext uri="{FF2B5EF4-FFF2-40B4-BE49-F238E27FC236}">
                <a16:creationId xmlns:a16="http://schemas.microsoft.com/office/drawing/2014/main" id="{7D959793-8C65-4396-B0CC-6A4D7031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803650"/>
            <a:ext cx="231616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Efekti su ipak znatno manji nego kod Gouraud-ove tehnike. 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0">
            <a:extLst>
              <a:ext uri="{FF2B5EF4-FFF2-40B4-BE49-F238E27FC236}">
                <a16:creationId xmlns:a16="http://schemas.microsoft.com/office/drawing/2014/main" id="{FFC99DD6-1951-49E1-BE6D-5D9A9B4C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87325"/>
            <a:ext cx="5772150" cy="383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>
            <a:extLst>
              <a:ext uri="{FF2B5EF4-FFF2-40B4-BE49-F238E27FC236}">
                <a16:creationId xmlns:a16="http://schemas.microsoft.com/office/drawing/2014/main" id="{8D8ECE5F-74CA-407C-800C-A7D34AB5C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381000"/>
            <a:ext cx="7772400" cy="990600"/>
          </a:xfrm>
        </p:spPr>
        <p:txBody>
          <a:bodyPr/>
          <a:lstStyle/>
          <a:p>
            <a:pPr algn="r"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2" name="Picture 19">
            <a:extLst>
              <a:ext uri="{FF2B5EF4-FFF2-40B4-BE49-F238E27FC236}">
                <a16:creationId xmlns:a16="http://schemas.microsoft.com/office/drawing/2014/main" id="{0AC6B42A-1AC8-4832-884A-8ABA3D638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160713"/>
            <a:ext cx="6264275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6C0EE66A-09F4-9916-B77F-B2B73C5BD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D46D48-BF98-4C0B-9CF5-246B48239A42}" type="datetime1">
              <a:rPr lang="hr-HR" smtClean="0"/>
              <a:t>4.12.2025.</a:t>
            </a:fld>
            <a:endParaRPr lang="en-GB"/>
          </a:p>
        </p:txBody>
      </p:sp>
      <p:sp>
        <p:nvSpPr>
          <p:cNvPr id="3" name="Rezervirano mjesto broja slajda 2">
            <a:extLst>
              <a:ext uri="{FF2B5EF4-FFF2-40B4-BE49-F238E27FC236}">
                <a16:creationId xmlns:a16="http://schemas.microsoft.com/office/drawing/2014/main" id="{E7E2A5EB-FA2E-49D3-BA03-D2BBBC50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15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111379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6C0EE66A-09F4-9916-B77F-B2B73C5BD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D46D48-BF98-4C0B-9CF5-246B48239A42}" type="datetime1">
              <a:rPr lang="hr-HR" smtClean="0"/>
              <a:t>4.12.2025.</a:t>
            </a:fld>
            <a:endParaRPr lang="en-GB"/>
          </a:p>
        </p:txBody>
      </p:sp>
      <p:sp>
        <p:nvSpPr>
          <p:cNvPr id="3" name="Rezervirano mjesto broja slajda 2">
            <a:extLst>
              <a:ext uri="{FF2B5EF4-FFF2-40B4-BE49-F238E27FC236}">
                <a16:creationId xmlns:a16="http://schemas.microsoft.com/office/drawing/2014/main" id="{E7E2A5EB-FA2E-49D3-BA03-D2BBBC50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16</a:t>
            </a:fld>
            <a:endParaRPr lang="en-GB" altLang="sr-Latn-R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C732F57-DDFF-6D51-77A9-2B12D420A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381000"/>
            <a:ext cx="7772400" cy="990600"/>
          </a:xfrm>
        </p:spPr>
        <p:txBody>
          <a:bodyPr/>
          <a:lstStyle/>
          <a:p>
            <a:pPr eaLnBrk="1" hangingPunct="1"/>
            <a:r>
              <a:rPr lang="hr-HR" altLang="sr-Latn-R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Slika 7" descr="Slika na kojoj se prikazuje snimka zaslona, crta, uzorak, simetrija&#10;&#10;Opis je automatski generiran">
            <a:extLst>
              <a:ext uri="{FF2B5EF4-FFF2-40B4-BE49-F238E27FC236}">
                <a16:creationId xmlns:a16="http://schemas.microsoft.com/office/drawing/2014/main" id="{E8B0E8A3-7325-B3DB-E53A-1FBD51230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340768"/>
            <a:ext cx="2471382" cy="2512572"/>
          </a:xfrm>
          <a:prstGeom prst="rect">
            <a:avLst/>
          </a:prstGeom>
        </p:spPr>
      </p:pic>
      <p:pic>
        <p:nvPicPr>
          <p:cNvPr id="10" name="Slika 9" descr="Slika na kojoj se prikazuje uzorak, kvadrat, crveno, šarenilo&#10;&#10;Opis je automatski generiran">
            <a:extLst>
              <a:ext uri="{FF2B5EF4-FFF2-40B4-BE49-F238E27FC236}">
                <a16:creationId xmlns:a16="http://schemas.microsoft.com/office/drawing/2014/main" id="{D9A4404C-5CDD-CE29-6E60-D32324AAE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340768"/>
            <a:ext cx="2471383" cy="2512572"/>
          </a:xfrm>
          <a:prstGeom prst="rect">
            <a:avLst/>
          </a:prstGeom>
        </p:spPr>
      </p:pic>
      <p:pic>
        <p:nvPicPr>
          <p:cNvPr id="12" name="Slika 11" descr="Slika na kojoj se prikazuje uzorak, snimka zaslona, crta, šarenilo&#10;&#10;Opis je automatski generiran">
            <a:extLst>
              <a:ext uri="{FF2B5EF4-FFF2-40B4-BE49-F238E27FC236}">
                <a16:creationId xmlns:a16="http://schemas.microsoft.com/office/drawing/2014/main" id="{3FE1B697-23A8-7B20-9B52-4CC6552AF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7" y="1340768"/>
            <a:ext cx="2471382" cy="2508453"/>
          </a:xfrm>
          <a:prstGeom prst="rect">
            <a:avLst/>
          </a:prstGeom>
        </p:spPr>
      </p:pic>
      <p:pic>
        <p:nvPicPr>
          <p:cNvPr id="14" name="Slika 13" descr="Slika na kojoj se prikazuje uzorak, crveno, umjetničko djelo, karmin crvena&#10;&#10;Opis je automatski generiran">
            <a:extLst>
              <a:ext uri="{FF2B5EF4-FFF2-40B4-BE49-F238E27FC236}">
                <a16:creationId xmlns:a16="http://schemas.microsoft.com/office/drawing/2014/main" id="{27299E05-E0E8-6BA0-4B8E-876EA80937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025" y="3933056"/>
            <a:ext cx="2471383" cy="2508454"/>
          </a:xfrm>
          <a:prstGeom prst="rect">
            <a:avLst/>
          </a:prstGeom>
        </p:spPr>
      </p:pic>
      <p:pic>
        <p:nvPicPr>
          <p:cNvPr id="16" name="Slika 15" descr="Slika na kojoj se prikazuje snimka zaslona, dizajn&#10;&#10;Opis je automatski generiran">
            <a:extLst>
              <a:ext uri="{FF2B5EF4-FFF2-40B4-BE49-F238E27FC236}">
                <a16:creationId xmlns:a16="http://schemas.microsoft.com/office/drawing/2014/main" id="{D77C8B8B-692D-CCA5-6C3C-2F6A4544E8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6" y="4299720"/>
            <a:ext cx="5014944" cy="193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17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D31EEC3-900C-4684-877F-DF665A209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381000"/>
            <a:ext cx="7772400" cy="990600"/>
          </a:xfrm>
        </p:spPr>
        <p:txBody>
          <a:bodyPr/>
          <a:lstStyle/>
          <a:p>
            <a:pPr eaLnBrk="1" hangingPunct="1"/>
            <a:r>
              <a:rPr lang="hr-HR" altLang="sr-Latn-R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Text Box 8">
            <a:extLst>
              <a:ext uri="{FF2B5EF4-FFF2-40B4-BE49-F238E27FC236}">
                <a16:creationId xmlns:a16="http://schemas.microsoft.com/office/drawing/2014/main" id="{2CAC0A55-9EE0-49AE-9FDA-9E2B37281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1533525"/>
            <a:ext cx="8001000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Pojam aliasing dolazi iz područja digitalne obrade signala. </a:t>
            </a:r>
          </a:p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endParaRPr lang="hr-HR" altLang="sr-Latn-R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Da bi uspješno uzorkovali signal, najviša frekvencija u tom signalu ne smije biti veća od Nyquistove. </a:t>
            </a:r>
          </a:p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endParaRPr lang="hr-HR" altLang="sr-Latn-R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Aliasing nastaje ukoliko ulazni signal ipak sadrži veće frekvencije od Nyquistove, pa će se te frekvencije pogrešno rekonstruirati kao neke druge. </a:t>
            </a:r>
          </a:p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endParaRPr lang="hr-HR" altLang="sr-Latn-R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Nyquistova frekvencija kod računalne grafike određena je rezolucijom tj. veličinom piksela.</a:t>
            </a:r>
          </a:p>
        </p:txBody>
      </p:sp>
      <p:pic>
        <p:nvPicPr>
          <p:cNvPr id="8196" name="Picture 17">
            <a:extLst>
              <a:ext uri="{FF2B5EF4-FFF2-40B4-BE49-F238E27FC236}">
                <a16:creationId xmlns:a16="http://schemas.microsoft.com/office/drawing/2014/main" id="{DE041F27-6C97-4AC9-8FEE-A0739CF7E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88" y="188913"/>
            <a:ext cx="20193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21">
            <a:extLst>
              <a:ext uri="{FF2B5EF4-FFF2-40B4-BE49-F238E27FC236}">
                <a16:creationId xmlns:a16="http://schemas.microsoft.com/office/drawing/2014/main" id="{27EFD80B-7AE4-4D1D-9EA7-F682B2993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2238"/>
            <a:ext cx="303847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0">
            <a:extLst>
              <a:ext uri="{FF2B5EF4-FFF2-40B4-BE49-F238E27FC236}">
                <a16:creationId xmlns:a16="http://schemas.microsoft.com/office/drawing/2014/main" id="{286D07C9-C94C-4A1C-92C1-1B2C55845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724400"/>
            <a:ext cx="84804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Rectangle 11">
            <a:extLst>
              <a:ext uri="{FF2B5EF4-FFF2-40B4-BE49-F238E27FC236}">
                <a16:creationId xmlns:a16="http://schemas.microsoft.com/office/drawing/2014/main" id="{7390FBB0-E809-4C33-935C-60579A094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156200"/>
            <a:ext cx="3312244" cy="828675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089DD450-139E-9CE6-75AC-4A6791C0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6423AD-B05A-4D2A-AEF6-06ECA4D040D1}" type="datetime1">
              <a:rPr lang="hr-HR" smtClean="0"/>
              <a:t>4.12.2025.</a:t>
            </a:fld>
            <a:endParaRPr lang="en-GB"/>
          </a:p>
        </p:txBody>
      </p:sp>
      <p:sp>
        <p:nvSpPr>
          <p:cNvPr id="3" name="Rezervirano mjesto broja slajda 2">
            <a:extLst>
              <a:ext uri="{FF2B5EF4-FFF2-40B4-BE49-F238E27FC236}">
                <a16:creationId xmlns:a16="http://schemas.microsoft.com/office/drawing/2014/main" id="{C513F388-41CE-B358-BFDD-762035E0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17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97800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DE081A7-968F-4051-B980-873A67104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D51FC0-89F6-4A1E-B7B7-CFF78A022B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fontAlgn="auto" hangingPunct="1">
              <a:spcBef>
                <a:spcPts val="58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Originalni signal i uzorci	   b) Rekonstruirani signal</a:t>
            </a:r>
          </a:p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hr-HR" sz="1800" dirty="0">
                <a:latin typeface="Arial" panose="020B0604020202020204" pitchFamily="34" charset="0"/>
                <a:cs typeface="Arial" panose="020B0604020202020204" pitchFamily="34" charset="0"/>
              </a:rPr>
              <a:t>a) Originalni signal i uzorci	   		b) Rekonstruirani signal</a:t>
            </a:r>
          </a:p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FREKVENCIJA UZORKOVANJA MANJA OD POTREBNE!</a:t>
            </a:r>
          </a:p>
        </p:txBody>
      </p:sp>
      <p:sp>
        <p:nvSpPr>
          <p:cNvPr id="9220" name="Text Box 8">
            <a:extLst>
              <a:ext uri="{FF2B5EF4-FFF2-40B4-BE49-F238E27FC236}">
                <a16:creationId xmlns:a16="http://schemas.microsoft.com/office/drawing/2014/main" id="{ECA10F64-EF61-4122-979A-C425EDFC0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80010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Originalni signal potrebno je uzorkovati barem dvostruko većom frekvencijom od najviše frekvencije originalnog signala (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hr-HR" altLang="sr-Latn-RS" sz="20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algn="just" eaLnBrk="1" hangingPunct="1">
              <a:spcBef>
                <a:spcPct val="5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Minimalna frekvencija uzorkovanja -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Nyquistova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frekvencija (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hr-HR" altLang="sr-Latn-RS" sz="20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 : </a:t>
            </a:r>
            <a:r>
              <a:rPr lang="hr-HR" altLang="sr-Latn-R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hr-HR" altLang="sr-Latn-RS" sz="2000" i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 i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=2∙</a:t>
            </a:r>
            <a:r>
              <a:rPr lang="hr-HR" altLang="sr-Latn-R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hr-HR" altLang="sr-Latn-RS" sz="2000" i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endParaRPr lang="hr-HR" altLang="sr-Latn-R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16">
            <a:extLst>
              <a:ext uri="{FF2B5EF4-FFF2-40B4-BE49-F238E27FC236}">
                <a16:creationId xmlns:a16="http://schemas.microsoft.com/office/drawing/2014/main" id="{28FF5597-8D32-4BD7-A1A0-94F7B3857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1412776"/>
            <a:ext cx="394335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17">
            <a:extLst>
              <a:ext uri="{FF2B5EF4-FFF2-40B4-BE49-F238E27FC236}">
                <a16:creationId xmlns:a16="http://schemas.microsoft.com/office/drawing/2014/main" id="{D6152E56-1EAC-4312-A07B-F3AD9B693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1412776"/>
            <a:ext cx="3990975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486CFD0A-EE7F-A77F-D0A1-0B658A6A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C3D328-6587-4FEA-B179-4DA912EDCE09}" type="datetime1">
              <a:rPr lang="hr-HR" smtClean="0"/>
              <a:t>4.12.2025.</a:t>
            </a:fld>
            <a:endParaRPr lang="en-GB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25239F1-4179-BCC1-B6AE-9FCDF2C9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18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791100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E8B3C40-7629-488F-80B9-15372B03B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5" name="Text Box 9">
            <a:extLst>
              <a:ext uri="{FF2B5EF4-FFF2-40B4-BE49-F238E27FC236}">
                <a16:creationId xmlns:a16="http://schemas.microsoft.com/office/drawing/2014/main" id="{FF321054-F59C-4B85-A1FA-A0D494B64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57338"/>
            <a:ext cx="8001000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"/>
              </a:spcBef>
              <a:defRPr/>
            </a:pPr>
            <a:r>
              <a:rPr lang="hr-HR" altLang="sr-Latn-RS" sz="2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Zašto nastaje aliasing? </a:t>
            </a:r>
          </a:p>
          <a:p>
            <a:pPr algn="l" eaLnBrk="1" hangingPunct="1">
              <a:spcBef>
                <a:spcPct val="5000"/>
              </a:spcBef>
              <a:defRPr/>
            </a:pPr>
            <a:endParaRPr lang="hr-HR" altLang="sr-Latn-R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ct val="5000"/>
              </a:spcBef>
              <a:buFontTx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bi bilo koji podatak iz realnog svijeta mogli zapisati u računalo, moramo ga prvo digitalizirati, to jest pretvoriti u brojeve.</a:t>
            </a:r>
            <a:endParaRPr lang="hr-HR" altLang="sr-Latn-R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ct val="5000"/>
              </a:spcBef>
              <a:buFontTx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Stvarni svijet je kontinuiran, a računalo može jedino raditi s diskretnim vrijednostima.</a:t>
            </a:r>
            <a:endParaRPr lang="hr-HR" altLang="sr-Latn-R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ct val="5000"/>
              </a:spcBef>
              <a:buFontTx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Aliasing nastaje zbog uzorkovanja u diskretnim točkama sa preniskom razlučivošću. </a:t>
            </a:r>
          </a:p>
          <a:p>
            <a:pPr marL="0" indent="0" algn="l" eaLnBrk="1" hangingPunct="1">
              <a:spcBef>
                <a:spcPct val="5000"/>
              </a:spcBef>
              <a:defRPr/>
            </a:pPr>
            <a:endParaRPr lang="hr-HR" altLang="sr-Latn-R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44" name="Object 1">
            <a:extLst>
              <a:ext uri="{FF2B5EF4-FFF2-40B4-BE49-F238E27FC236}">
                <a16:creationId xmlns:a16="http://schemas.microsoft.com/office/drawing/2014/main" id="{C5658B90-4083-4EC7-96F4-1E65F9A94FC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771775" y="4221163"/>
          <a:ext cx="2479675" cy="249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602137" imgH="1611563" progId="Word.Document.8">
                  <p:embed/>
                </p:oleObj>
              </mc:Choice>
              <mc:Fallback>
                <p:oleObj name="Document" r:id="rId3" imgW="1602137" imgH="1611563" progId="Word.Document.8">
                  <p:embed/>
                  <p:pic>
                    <p:nvPicPr>
                      <p:cNvPr id="10244" name="Object 1">
                        <a:extLst>
                          <a:ext uri="{FF2B5EF4-FFF2-40B4-BE49-F238E27FC236}">
                            <a16:creationId xmlns:a16="http://schemas.microsoft.com/office/drawing/2014/main" id="{C5658B90-4083-4EC7-96F4-1E65F9A94FC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221163"/>
                        <a:ext cx="2479675" cy="249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5E574E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2">
            <a:extLst>
              <a:ext uri="{FF2B5EF4-FFF2-40B4-BE49-F238E27FC236}">
                <a16:creationId xmlns:a16="http://schemas.microsoft.com/office/drawing/2014/main" id="{41227262-13D0-4FD6-8523-3F592EB1B89B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651500" y="4221163"/>
          <a:ext cx="2481263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1602137" imgH="1611563" progId="Word.Document.8">
                  <p:embed/>
                </p:oleObj>
              </mc:Choice>
              <mc:Fallback>
                <p:oleObj name="Document" r:id="rId5" imgW="1602137" imgH="1611563" progId="Word.Document.8">
                  <p:embed/>
                  <p:pic>
                    <p:nvPicPr>
                      <p:cNvPr id="10245" name="Object 2">
                        <a:extLst>
                          <a:ext uri="{FF2B5EF4-FFF2-40B4-BE49-F238E27FC236}">
                            <a16:creationId xmlns:a16="http://schemas.microsoft.com/office/drawing/2014/main" id="{41227262-13D0-4FD6-8523-3F592EB1B89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221163"/>
                        <a:ext cx="2481263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5E574E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Date Placeholder 1">
            <a:extLst>
              <a:ext uri="{FF2B5EF4-FFF2-40B4-BE49-F238E27FC236}">
                <a16:creationId xmlns:a16="http://schemas.microsoft.com/office/drawing/2014/main" id="{10B56178-AD45-4D99-BE10-CA3B077093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8D85FFC-37CB-4F24-9749-22FAF0069CC4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C3DD94F8-F661-849F-8E88-A4A79A90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19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583220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C0023B5-1F85-45D5-925A-70EFFB067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7" name="Picture 8" descr="bresenheim">
            <a:extLst>
              <a:ext uri="{FF2B5EF4-FFF2-40B4-BE49-F238E27FC236}">
                <a16:creationId xmlns:a16="http://schemas.microsoft.com/office/drawing/2014/main" id="{9DCB3047-2AD6-4BC6-9EC1-A6B311EC992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773238"/>
            <a:ext cx="3097212" cy="3082925"/>
          </a:xfrm>
          <a:noFill/>
        </p:spPr>
      </p:pic>
      <p:pic>
        <p:nvPicPr>
          <p:cNvPr id="11268" name="Picture 11">
            <a:extLst>
              <a:ext uri="{FF2B5EF4-FFF2-40B4-BE49-F238E27FC236}">
                <a16:creationId xmlns:a16="http://schemas.microsoft.com/office/drawing/2014/main" id="{FE0F3C77-A006-44F8-BD4D-604AE7A5A4B1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24300" y="1773238"/>
            <a:ext cx="4679950" cy="3127375"/>
          </a:xfrm>
          <a:noFill/>
        </p:spPr>
      </p:pic>
      <p:sp>
        <p:nvSpPr>
          <p:cNvPr id="11269" name="Text Box 5">
            <a:extLst>
              <a:ext uri="{FF2B5EF4-FFF2-40B4-BE49-F238E27FC236}">
                <a16:creationId xmlns:a16="http://schemas.microsoft.com/office/drawing/2014/main" id="{45727AC8-421D-4B15-8277-251B928D3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13325"/>
            <a:ext cx="80010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Na slici lijevo trebala bi se vidjeti lepeza ravnih linija, ali zbog aliasinga na lepezi vidimo brojne šare. </a:t>
            </a:r>
          </a:p>
          <a:p>
            <a:pPr algn="ctr"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(Moiréova interferencija javlja se na područjima u kojima se sastavni objekti izmjenjuju visokom frekvencijom)</a:t>
            </a:r>
          </a:p>
        </p:txBody>
      </p:sp>
      <p:sp>
        <p:nvSpPr>
          <p:cNvPr id="11270" name="Date Placeholder 1">
            <a:extLst>
              <a:ext uri="{FF2B5EF4-FFF2-40B4-BE49-F238E27FC236}">
                <a16:creationId xmlns:a16="http://schemas.microsoft.com/office/drawing/2014/main" id="{13048E09-A19B-4DD0-9F1F-E29BA352F6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2FEAF1BB-81BF-4274-8EA3-5C2C45C6C906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21A0037-1086-3631-4AE0-6A690B59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20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482249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71ECE92-D90B-44CA-8CB0-6A291C218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1" name="Picture 11">
            <a:extLst>
              <a:ext uri="{FF2B5EF4-FFF2-40B4-BE49-F238E27FC236}">
                <a16:creationId xmlns:a16="http://schemas.microsoft.com/office/drawing/2014/main" id="{8C87B01C-BE4A-4144-98E3-D1E698F6059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5938" y="1606550"/>
            <a:ext cx="5786437" cy="4340225"/>
          </a:xfrm>
          <a:noFill/>
        </p:spPr>
      </p:pic>
      <p:sp>
        <p:nvSpPr>
          <p:cNvPr id="12292" name="Date Placeholder 1">
            <a:extLst>
              <a:ext uri="{FF2B5EF4-FFF2-40B4-BE49-F238E27FC236}">
                <a16:creationId xmlns:a16="http://schemas.microsoft.com/office/drawing/2014/main" id="{93DD69DE-00F0-47EC-AF25-652D5C8B32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389C0D6A-B6D2-4EFF-81ED-E734F1A60499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1983FB50-A376-6CA1-D402-059F114F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21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406704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3355DD4-75C7-41D4-92E3-5136A4DE1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Text Box 15">
            <a:extLst>
              <a:ext uri="{FF2B5EF4-FFF2-40B4-BE49-F238E27FC236}">
                <a16:creationId xmlns:a16="http://schemas.microsoft.com/office/drawing/2014/main" id="{DA0B7BEC-DD07-4DA0-ADE7-1AC8B9B31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7848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Nazubljenost rubova objekata uklanja se povećanjem razlučivosti i tzv. FSAA (full screen anti-aliasing) metodama u koje spadaju metode naduzorkovanja, adaptivnog uzorkovanja te njihovih različitih varijacija (OGSS, RGSS, Multisampling).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 stvarnom životu udaljeni objekti gube na detaljima zbog fizičkih ograničenja kao i zbog nesavršenosti oka.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Zbog toga se koriste manje i detaljima siromašnije teksture za udaljene objekte.</a:t>
            </a:r>
          </a:p>
        </p:txBody>
      </p:sp>
      <p:pic>
        <p:nvPicPr>
          <p:cNvPr id="13316" name="Picture 8" descr="mipmap">
            <a:extLst>
              <a:ext uri="{FF2B5EF4-FFF2-40B4-BE49-F238E27FC236}">
                <a16:creationId xmlns:a16="http://schemas.microsoft.com/office/drawing/2014/main" id="{90F1CDFD-E32C-42A6-BC6E-C15B91CD5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3933825"/>
            <a:ext cx="53594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Date Placeholder 1">
            <a:extLst>
              <a:ext uri="{FF2B5EF4-FFF2-40B4-BE49-F238E27FC236}">
                <a16:creationId xmlns:a16="http://schemas.microsoft.com/office/drawing/2014/main" id="{874BDBA3-8FBA-4EA4-96D6-E8C34388D5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3F65975-7268-49D1-80D1-3AD1EE2CF42F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4689D104-7257-8B06-F975-A82DFFA0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22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689019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D2C6641-2A87-4704-8E95-3314FADE8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Text Box 7">
            <a:extLst>
              <a:ext uri="{FF2B5EF4-FFF2-40B4-BE49-F238E27FC236}">
                <a16:creationId xmlns:a16="http://schemas.microsoft.com/office/drawing/2014/main" id="{DAF05E8C-C871-43BC-9FCF-35E927FB2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Ovaj proces se naziva "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mip-mapping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" (latinski: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multum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parvam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ili "mnogo u malo") jer često postoji mnogo različitih "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mip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-nivoa" na koje su pojedinačne slike tekstura skalirane za specifičnu udaljenost (LOD –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detail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LOD postavke na video karticama koje se postavljaju od strane igara ili samog korisnika omogućavaju detaljniju sliku objekata uz manje usporavanje rada kartice.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Ovaj povećani broj detalja nije fizički ispravan i često dovodi do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aliasinga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tekstura.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40" name="Picture 12" descr="File:MipMap Example STS101.jpg">
            <a:extLst>
              <a:ext uri="{FF2B5EF4-FFF2-40B4-BE49-F238E27FC236}">
                <a16:creationId xmlns:a16="http://schemas.microsoft.com/office/drawing/2014/main" id="{F1748834-D4A2-4D1F-9A31-CCBD4678A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60350"/>
            <a:ext cx="3657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Date Placeholder 1">
            <a:extLst>
              <a:ext uri="{FF2B5EF4-FFF2-40B4-BE49-F238E27FC236}">
                <a16:creationId xmlns:a16="http://schemas.microsoft.com/office/drawing/2014/main" id="{1E410304-F595-4D3C-87D2-41073835EA4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5320E593-0417-4897-8ACE-F786FCBD8A07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2F4853FC-ADD6-FCC3-D983-C3E6ABF6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23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521064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E62261E-5881-4290-B10C-10CA28F08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Text Box 7">
            <a:extLst>
              <a:ext uri="{FF2B5EF4-FFF2-40B4-BE49-F238E27FC236}">
                <a16:creationId xmlns:a16="http://schemas.microsoft.com/office/drawing/2014/main" id="{D77C0146-BEDB-4E85-A681-1CF6BE8F8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Aliasing tekstura je različit od aliasinga rubova koju pokušava ukloniti FSAA.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Kod aliasinga tekstura, neki pikseli teksture dominiraju što za posljedicu ima da izgledaju pokretni umjesto da su stacionarni – to je takozvani efekt plivajućih piksela.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Da bi uklonili ove efekte, prikazane slike je potrebno filtrirati nekom od mogućih metoda (npr. bilinearno filtriranje, trilinearno filtriranje, anizotropno filtriranje).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Date Placeholder 1">
            <a:extLst>
              <a:ext uri="{FF2B5EF4-FFF2-40B4-BE49-F238E27FC236}">
                <a16:creationId xmlns:a16="http://schemas.microsoft.com/office/drawing/2014/main" id="{0E007437-F852-4A21-BDAC-F093DAE184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F8F24B8-058B-4302-B2C1-88DEA4C6201D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E3DFF033-925F-E6D0-88A2-BF494400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24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709164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9555DC8-33AC-4223-BA16-26AFAC4B9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Text Box 7">
            <a:extLst>
              <a:ext uri="{FF2B5EF4-FFF2-40B4-BE49-F238E27FC236}">
                <a16:creationId xmlns:a16="http://schemas.microsoft.com/office/drawing/2014/main" id="{07C5BFED-8B7B-45A3-8897-432743857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Antialiasing metode mogu se kategorizirati na više načina.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Jedna od kategorizacija: pred- i post- metode filtriranja.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u="sng">
                <a:latin typeface="Arial" panose="020B0604020202020204" pitchFamily="34" charset="0"/>
                <a:cs typeface="Arial" panose="020B0604020202020204" pitchFamily="34" charset="0"/>
              </a:rPr>
              <a:t>Pred-filtriranje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se odnosi na uklanjanje frekvencija iz slike koje nadilaze Nyquistovu, prije obavljanja uzorkovanja.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 osnovi, ovo znači primjenu nisko-pojasnog filtera na sliku i nakon toga uzorkovanje.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Za svaki piksel se izračunava područje doprinosa pojedinih poligona. </a:t>
            </a:r>
          </a:p>
        </p:txBody>
      </p:sp>
      <p:sp>
        <p:nvSpPr>
          <p:cNvPr id="16388" name="Date Placeholder 1">
            <a:extLst>
              <a:ext uri="{FF2B5EF4-FFF2-40B4-BE49-F238E27FC236}">
                <a16:creationId xmlns:a16="http://schemas.microsoft.com/office/drawing/2014/main" id="{78E391EF-0573-41E2-8E97-7D53354FCF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0B542E4-60F1-4A13-8F37-4674A12AA84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CFE126A7-E933-9C4D-8E3E-51A3EF71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25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32950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BD4D097-B040-4966-9FD2-D36F9B1CF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Text Box 7">
            <a:extLst>
              <a:ext uri="{FF2B5EF4-FFF2-40B4-BE49-F238E27FC236}">
                <a16:creationId xmlns:a16="http://schemas.microsoft.com/office/drawing/2014/main" id="{F1E92A8D-98BA-4E17-BC6D-225C59D92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Pred-filtriranje je jedina metoda koja u potpunosti uklanja efekte aliasinga.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Pred-filtriranje se mora obaviti prije rasterizacije (uzorkovanja), i stoga ju nije tako jednostavno dodati standardnom rendereru.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Metode </a:t>
            </a:r>
            <a:r>
              <a:rPr lang="hr-HR" altLang="sr-Latn-RS" sz="2000" u="sng">
                <a:latin typeface="Arial" panose="020B0604020202020204" pitchFamily="34" charset="0"/>
                <a:cs typeface="Arial" panose="020B0604020202020204" pitchFamily="34" charset="0"/>
              </a:rPr>
              <a:t>post-filtriranja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razmatraju prekrivenost piksela samo u diskretnim točkama, umjesto izračunavanja točne površine. 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Date Placeholder 1">
            <a:extLst>
              <a:ext uri="{FF2B5EF4-FFF2-40B4-BE49-F238E27FC236}">
                <a16:creationId xmlns:a16="http://schemas.microsoft.com/office/drawing/2014/main" id="{210F097B-0D69-450E-92B9-CA1E58574A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2A5BB83D-B10C-4AF1-9CFE-60F3CA07EE9E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CFECF65F-F80E-7006-725D-EADDB7CB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26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436663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E7B944A-7852-469E-8E48-AB7AE20CA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Text Box 7">
            <a:extLst>
              <a:ext uri="{FF2B5EF4-FFF2-40B4-BE49-F238E27FC236}">
                <a16:creationId xmlns:a16="http://schemas.microsoft.com/office/drawing/2014/main" id="{B41F5894-011B-4B71-B9EC-02C821EB0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Metode </a:t>
            </a:r>
            <a:r>
              <a:rPr lang="hr-HR" altLang="sr-Latn-RS" sz="2000" u="sng">
                <a:latin typeface="Arial" panose="020B0604020202020204" pitchFamily="34" charset="0"/>
                <a:cs typeface="Arial" panose="020B0604020202020204" pitchFamily="34" charset="0"/>
              </a:rPr>
              <a:t>post-filtriranja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se lakše hardverski implementiraju, a i dovoljno su brze za renderiranje u stvarnom vremenu.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Zbog njihove diskretne naravi, one nikad u potpunosti ne mogu ukloniti aliasing.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Sve što one mogu jest pomaknuti prag aliasinga više u frekvenciji dodavanjem subpiksel uzoraka, i po mogućnosti zamijeniti vidljivi aliasing za šum (pseudoslučajnim uzorkovanjem piksela) ili zamućenjem (blurring-interpoliranjem više subpiksela u jednu vrijednost). 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6" name="Date Placeholder 1">
            <a:extLst>
              <a:ext uri="{FF2B5EF4-FFF2-40B4-BE49-F238E27FC236}">
                <a16:creationId xmlns:a16="http://schemas.microsoft.com/office/drawing/2014/main" id="{42F57AA9-03C8-45C7-ADE8-E399D7F38D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CC08B62E-EEC6-414E-B1DA-F7899889D16D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FAC73F65-FF57-8DF3-C42F-F0B31CBE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27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769903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B3D5FA7-7477-4CD6-86E0-3E129E03F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7" name="Text Box 7">
            <a:extLst>
              <a:ext uri="{FF2B5EF4-FFF2-40B4-BE49-F238E27FC236}">
                <a16:creationId xmlns:a16="http://schemas.microsoft.com/office/drawing/2014/main" id="{A2422433-9A92-4607-96F4-B7B67D877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hr-HR" altLang="sr-Latn-R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 1</a:t>
            </a:r>
            <a:r>
              <a:rPr lang="hr-HR" altLang="sr-Latn-R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povećanje razlučivosti</a:t>
            </a:r>
          </a:p>
          <a:p>
            <a:pPr eaLnBrk="1" hangingPunct="1">
              <a:defRPr/>
            </a:pPr>
            <a:endParaRPr lang="hr-HR" altLang="sr-Latn-R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Kako aliasing nastaje prvenstveno zbog niske razlučivosti - jednostavna metoda je povećati razlučivost.</a:t>
            </a:r>
          </a:p>
          <a:p>
            <a:pPr eaLnBrk="1" hangingPunct="1">
              <a:buFontTx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Povećavanje razlučivosti zahtijeva sofisticiran hardware, to jest preciznije izlazne jedinice, i dodatnu procesorsku snagu. </a:t>
            </a:r>
          </a:p>
          <a:p>
            <a:pPr eaLnBrk="1" hangingPunct="1">
              <a:buFontTx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Char char="•"/>
              <a:defRPr/>
            </a:pP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Prosječno ljudsko oko može registrirati maksimalno </a:t>
            </a:r>
            <a:r>
              <a:rPr lang="en-US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287 </a:t>
            </a:r>
            <a:r>
              <a:rPr lang="en-US" altLang="sr-Latn-RS" sz="16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ppi</a:t>
            </a: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(250-300) s udaljenosti ~ 76 cm</a:t>
            </a:r>
            <a:r>
              <a:rPr lang="en-US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hr-HR" altLang="sr-Latn-RS" sz="1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defRPr/>
            </a:pP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″ monitor </a:t>
            </a: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rezolucijom</a:t>
            </a:r>
            <a:r>
              <a:rPr lang="en-US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1920×1080 </a:t>
            </a: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92 ppi, Retina display – 300 ppi</a:t>
            </a:r>
          </a:p>
          <a:p>
            <a:pPr marL="0" indent="0" eaLnBrk="1" hangingPunct="1">
              <a:defRPr/>
            </a:pPr>
            <a:r>
              <a:rPr lang="hr-HR" altLang="sr-Latn-R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Samsung S24+ &gt; 500 ppi, iPhone 15 - 460 ppi</a:t>
            </a:r>
            <a:endParaRPr lang="en-US" altLang="sr-Latn-RS" sz="1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Date Placeholder 1">
            <a:extLst>
              <a:ext uri="{FF2B5EF4-FFF2-40B4-BE49-F238E27FC236}">
                <a16:creationId xmlns:a16="http://schemas.microsoft.com/office/drawing/2014/main" id="{3B57EB8A-D6C9-4499-91B5-4AADB94D48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1069DAE-26A5-4B6C-8873-FAA1072EF0F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D625896-7A75-490D-269C-DBDAD018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28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21147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EB39B30-6363-4ED7-AD69-56C13B184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Text Box 7">
            <a:extLst>
              <a:ext uri="{FF2B5EF4-FFF2-40B4-BE49-F238E27FC236}">
                <a16:creationId xmlns:a16="http://schemas.microsoft.com/office/drawing/2014/main" id="{40DF8D26-6FDC-4145-B923-D16E2B845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43487"/>
            <a:ext cx="7848600" cy="247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0" indent="0" algn="just" eaLnBrk="1" hangingPunct="1">
              <a:spcBef>
                <a:spcPct val="50000"/>
              </a:spcBef>
              <a:buClrTx/>
              <a:buSzTx/>
              <a:buNone/>
            </a:pPr>
            <a:r>
              <a:rPr lang="hr-HR" altLang="sr-Latn-RS" sz="20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Metoda 1</a:t>
            </a:r>
            <a:r>
              <a:rPr lang="hr-HR" altLang="sr-Latn-R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povećanje razlučivosti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Ovo nije prihvatljivo rješenje radi velikog povećanja cijene sustava.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Na ovaj način ne uklanjamo u potpunosti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aliasing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jer je povećanje razlučivosti uvijek konačno, a slika može sadržavati beskonačno visoke frekvencije (npr. oštri rubovi).</a:t>
            </a:r>
            <a:endParaRPr lang="en-US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Date Placeholder 1">
            <a:extLst>
              <a:ext uri="{FF2B5EF4-FFF2-40B4-BE49-F238E27FC236}">
                <a16:creationId xmlns:a16="http://schemas.microsoft.com/office/drawing/2014/main" id="{F93C7D15-5720-45AA-B28F-8D8F4F6E1D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F0C7190-3FB6-4AE7-9DDC-4147465669C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CAAA36FB-C0DB-E73C-5A43-192F8F79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29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271368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DB38964-070D-428F-9B0E-002AEBEA7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Text Box 7">
            <a:extLst>
              <a:ext uri="{FF2B5EF4-FFF2-40B4-BE49-F238E27FC236}">
                <a16:creationId xmlns:a16="http://schemas.microsoft.com/office/drawing/2014/main" id="{F66F45DA-1DE5-47A8-9EC4-AA5C50525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 i="1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 2</a:t>
            </a:r>
            <a:r>
              <a:rPr lang="hr-HR" altLang="sr-Latn-R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Supersampling (naduzorkovanje, višestruko uzorkovanje)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Često se koristi i izraz multisampling (MSAA - nije potpuno isto</a:t>
            </a:r>
            <a:r>
              <a:rPr lang="hr-HR" altLang="sr-Latn-R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- jednostavnije).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Uzorkujemo sliku na većoj razlučivosti, a zatim filtrom uklonimo visoke frekvencije.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Drugim riječima, uzimamo više uzoraka po svakom pikselu (na različitim mjestima unutar piksela), i zatim računamo srednju vrijednost dobivenih uzoraka.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Preciznije: za više točaka unutar površine piksela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grafička kartica uzorkuje podatke o teksturi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vrši sjenčanje svake točke</a:t>
            </a:r>
            <a:r>
              <a:rPr lang="hr-HR" altLang="sr-Latn-R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shader operations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) i 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z-buffer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provjeru – skupe operacije.</a:t>
            </a:r>
          </a:p>
        </p:txBody>
      </p:sp>
      <p:sp>
        <p:nvSpPr>
          <p:cNvPr id="21508" name="Date Placeholder 1">
            <a:extLst>
              <a:ext uri="{FF2B5EF4-FFF2-40B4-BE49-F238E27FC236}">
                <a16:creationId xmlns:a16="http://schemas.microsoft.com/office/drawing/2014/main" id="{44323B6B-F6C1-46DE-B432-CF967DDB19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438BB8C5-84FB-44EA-925B-E362153354D0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3F6153E3-ADF2-0731-50B6-A664E55E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30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668204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BCB3375-AA63-4325-9023-F3779D695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Text Box 7">
            <a:extLst>
              <a:ext uri="{FF2B5EF4-FFF2-40B4-BE49-F238E27FC236}">
                <a16:creationId xmlns:a16="http://schemas.microsoft.com/office/drawing/2014/main" id="{88069D30-2766-4FA2-AE79-C74522C94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8486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Osim srednje vrijednosti - često se koriste i drugi filteri.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Supersampling iz slike uspješno otklanja sve frekvencije do nove povećane gornje Nyquistove frekvencije (ona se poveća zbog povećane razlučivosti).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Rub poligona može imati polutonove jer boju piksela određujemo iz srednje vrijednosti više uzoraka.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Ne uklanjamo u potpunosti aliasing (npr. oštri rubovi – beskonačna frekvencija).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Najčešće izgleda dobro - u foto realističnim slikama jako visoke frekvencije imaju jako male amplitude, pa se ne primjećuju.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Procesorski vrlo zahtjevna (koliko puta povećamo razlučivost, toliko puta više moramo procesirati).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2" name="Date Placeholder 1">
            <a:extLst>
              <a:ext uri="{FF2B5EF4-FFF2-40B4-BE49-F238E27FC236}">
                <a16:creationId xmlns:a16="http://schemas.microsoft.com/office/drawing/2014/main" id="{4DE175EC-B1A8-4D1E-B865-C17F5F1530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D1AD919-5694-41AF-8D47-01DEC5A7E7A5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F04EE006-ED51-30F6-2022-066BC3FC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31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879362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A0F1C8E-597C-44C3-8242-1917BD623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Text Box 7">
            <a:extLst>
              <a:ext uri="{FF2B5EF4-FFF2-40B4-BE49-F238E27FC236}">
                <a16:creationId xmlns:a16="http://schemas.microsoft.com/office/drawing/2014/main" id="{9D4615E7-B8BF-4426-A156-471D745D0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060575"/>
            <a:ext cx="78486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OGSS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– Ordered Grid SuperSampling; najjednostavniji način Antialiasing objekata. Izvršava se renderiranjem dvije (2x) ili četiri (4x) puta više rezolucije, izračunavaju se prosječne vrijednosti okolnih piksela te slika vraća u početnu rezoluciju. Zamućuje teksture i sliku.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RGSS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– Rotated Grid SuperSampling; renderira se više slika u istoj rezoluciji pod kutem od 30 stupnjeva u različitim smjerovima. Uspoređuje dijelove piksela i ujednačava ih. Ne zamućuje teksture.</a:t>
            </a:r>
          </a:p>
        </p:txBody>
      </p:sp>
      <p:sp>
        <p:nvSpPr>
          <p:cNvPr id="23556" name="Date Placeholder 1">
            <a:extLst>
              <a:ext uri="{FF2B5EF4-FFF2-40B4-BE49-F238E27FC236}">
                <a16:creationId xmlns:a16="http://schemas.microsoft.com/office/drawing/2014/main" id="{A04E0A87-EBD3-40D1-8AFB-B0F7FD130D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07660F9-2C62-417F-8E4E-54B1ABC216F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C225C072-08F1-9E90-C1FF-8C9C3EA3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32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608581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610628D-573F-4048-9DDE-C2AB02269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41" name="Text Box 7">
            <a:extLst>
              <a:ext uri="{FF2B5EF4-FFF2-40B4-BE49-F238E27FC236}">
                <a16:creationId xmlns:a16="http://schemas.microsoft.com/office/drawing/2014/main" id="{3B7C38E6-C720-4EA4-B608-025C12667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1557338"/>
            <a:ext cx="3963988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0" indent="0" eaLnBrk="1" hangingPunct="1">
              <a:defRPr/>
            </a:pPr>
            <a:r>
              <a:rPr lang="hr-HR" altLang="sr-Latn-R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MultiSampling AA</a:t>
            </a: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l" eaLnBrk="1" hangingPunct="1">
              <a:buFontTx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akumulacijski međuspremnik koristi algoritam koji uspoređuje boju iz originalnog uzorka za sve pod-uzorke (ovisno o modu – 2, 4, 8 uzoraka unutar jednog piksela) i izračunava idealnu boju za svaki pojedini uzorak</a:t>
            </a:r>
            <a:endParaRPr lang="en-US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11" descr="http://mynameismjp.files.wordpress.com/2012/10/msaa-edges.png">
            <a:extLst>
              <a:ext uri="{FF2B5EF4-FFF2-40B4-BE49-F238E27FC236}">
                <a16:creationId xmlns:a16="http://schemas.microsoft.com/office/drawing/2014/main" id="{37EAF694-51C7-4872-9081-3965BF2DD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525588"/>
            <a:ext cx="3810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12">
            <a:extLst>
              <a:ext uri="{FF2B5EF4-FFF2-40B4-BE49-F238E27FC236}">
                <a16:creationId xmlns:a16="http://schemas.microsoft.com/office/drawing/2014/main" id="{7CA6853D-95EA-4210-8334-374713CDA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4868863"/>
            <a:ext cx="61722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Date Placeholder 1">
            <a:extLst>
              <a:ext uri="{FF2B5EF4-FFF2-40B4-BE49-F238E27FC236}">
                <a16:creationId xmlns:a16="http://schemas.microsoft.com/office/drawing/2014/main" id="{8B0797F0-E427-4609-9A01-A3F153F417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C36C288A-E331-4271-97CA-D81F6CA936BA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67A0F361-19F1-4CEC-AD86-CA8B7F61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33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098973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1" name="Text Box 7">
            <a:extLst>
              <a:ext uri="{FF2B5EF4-FFF2-40B4-BE49-F238E27FC236}">
                <a16:creationId xmlns:a16="http://schemas.microsoft.com/office/drawing/2014/main" id="{E4233EA5-551A-4A7D-9A54-844FC60C1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2447925" cy="401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Rasteriza</a:t>
            </a:r>
            <a:r>
              <a:rPr lang="hr-H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cijski sustavi</a:t>
            </a:r>
          </a:p>
          <a:p>
            <a:pPr marL="457200" indent="-457200">
              <a:buFontTx/>
              <a:buAutoNum type="alphaLcParenBoth"/>
              <a:defRPr/>
            </a:pPr>
            <a:r>
              <a:rPr lang="hr-H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Konvencionalno uzorkovanje točaka</a:t>
            </a:r>
          </a:p>
          <a:p>
            <a:pPr marL="457200" indent="-457200">
              <a:buFontTx/>
              <a:buAutoNum type="alphaLcParenBoth"/>
              <a:defRPr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</a:t>
            </a:r>
            <a:r>
              <a:rPr lang="hr-H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filtriranjem</a:t>
            </a:r>
          </a:p>
          <a:p>
            <a:pPr marL="457200" indent="-457200">
              <a:buFontTx/>
              <a:buAutoNum type="alphaLcParenBoth"/>
              <a:defRPr/>
            </a:pPr>
            <a:r>
              <a:rPr lang="hr-H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ntialiasing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praksi – sa naduzorkovanjem i filtriranjem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603" name="Picture 9" descr="Antialiasing metode.wmf">
            <a:extLst>
              <a:ext uri="{FF2B5EF4-FFF2-40B4-BE49-F238E27FC236}">
                <a16:creationId xmlns:a16="http://schemas.microsoft.com/office/drawing/2014/main" id="{36D55432-57D3-437C-AD36-1F1CC57AE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60350"/>
            <a:ext cx="5618163" cy="591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Date Placeholder 1">
            <a:extLst>
              <a:ext uri="{FF2B5EF4-FFF2-40B4-BE49-F238E27FC236}">
                <a16:creationId xmlns:a16="http://schemas.microsoft.com/office/drawing/2014/main" id="{E8E5162B-9951-43D4-A4E0-671ED26C0C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E9B7A45-43A0-4E80-B357-18D163206B7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85B0BC1-6CAA-C884-1634-3BD55540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34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766962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85ACA7-0553-4664-BCCF-2F7514DA153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684213" y="476250"/>
            <a:ext cx="7772400" cy="990600"/>
          </a:xfrm>
        </p:spPr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627" name="Picture 8" descr="aaFULL">
            <a:extLst>
              <a:ext uri="{FF2B5EF4-FFF2-40B4-BE49-F238E27FC236}">
                <a16:creationId xmlns:a16="http://schemas.microsoft.com/office/drawing/2014/main" id="{CE117A5A-BA5B-4A8D-A557-B355426944A3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1557338"/>
            <a:ext cx="4032250" cy="2589212"/>
          </a:xfrm>
          <a:noFill/>
        </p:spPr>
      </p:pic>
      <p:pic>
        <p:nvPicPr>
          <p:cNvPr id="26628" name="Picture 10" descr="aaOFF">
            <a:extLst>
              <a:ext uri="{FF2B5EF4-FFF2-40B4-BE49-F238E27FC236}">
                <a16:creationId xmlns:a16="http://schemas.microsoft.com/office/drawing/2014/main" id="{5A827C6A-8DAC-435B-9A16-66321F516F3B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4292600"/>
            <a:ext cx="3810000" cy="1682750"/>
          </a:xfrm>
          <a:noFill/>
        </p:spPr>
      </p:pic>
      <p:pic>
        <p:nvPicPr>
          <p:cNvPr id="26629" name="Picture 12" descr="aa2X">
            <a:extLst>
              <a:ext uri="{FF2B5EF4-FFF2-40B4-BE49-F238E27FC236}">
                <a16:creationId xmlns:a16="http://schemas.microsoft.com/office/drawing/2014/main" id="{7D801A85-11C7-4CC3-838A-4E3F9E638421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557338"/>
            <a:ext cx="3816350" cy="1655762"/>
          </a:xfrm>
          <a:noFill/>
        </p:spPr>
      </p:pic>
      <p:pic>
        <p:nvPicPr>
          <p:cNvPr id="26630" name="Picture 14" descr="aa6X">
            <a:extLst>
              <a:ext uri="{FF2B5EF4-FFF2-40B4-BE49-F238E27FC236}">
                <a16:creationId xmlns:a16="http://schemas.microsoft.com/office/drawing/2014/main" id="{1E44C6E7-9EB7-40DC-BC68-C9F9B3B1D090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3357563"/>
            <a:ext cx="3816350" cy="1679575"/>
          </a:xfrm>
          <a:noFill/>
        </p:spPr>
      </p:pic>
      <p:sp>
        <p:nvSpPr>
          <p:cNvPr id="26631" name="Date Placeholder 1">
            <a:extLst>
              <a:ext uri="{FF2B5EF4-FFF2-40B4-BE49-F238E27FC236}">
                <a16:creationId xmlns:a16="http://schemas.microsoft.com/office/drawing/2014/main" id="{2CF4A0B7-C2B3-4015-B7B9-F64A97DEBA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F472894-506C-4FD5-9842-CC5BB769A3BB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1ED43478-E8A9-AB38-7A61-4A568FCF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1BC11-38EE-4C92-A8DF-1736B1888BBB}" type="slidenum">
              <a:rPr lang="en-GB" altLang="sr-Latn-RS" smtClean="0"/>
              <a:pPr/>
              <a:t>35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930219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113F82C-01FB-4D4A-8E8D-6FCC9496E71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684213" y="463550"/>
            <a:ext cx="7772400" cy="990600"/>
          </a:xfrm>
        </p:spPr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Text Box 16">
            <a:extLst>
              <a:ext uri="{FF2B5EF4-FFF2-40B4-BE49-F238E27FC236}">
                <a16:creationId xmlns:a16="http://schemas.microsoft.com/office/drawing/2014/main" id="{FB47D2A2-D39A-4D51-A8CD-2FCD5019F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71613"/>
            <a:ext cx="76327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sr-Latn-R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supersampling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Kod metode adaptive supersamplinga (prilagodljivog naduzorkovanja) o razlučivosti uzorkovanja odlučujemo lokalno.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Pri tome je potreban algoritam koji zna kad treba povećati razlučivost.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Povećamo razlučivost naduzorkovanja na rubovima poligona i u vrhovima, jer se na tim mjestima pojavljuju nagli prijelazi.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Ovo je najpopularnija metoda za rubove poligona (3D akceleratori).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Date Placeholder 1">
            <a:extLst>
              <a:ext uri="{FF2B5EF4-FFF2-40B4-BE49-F238E27FC236}">
                <a16:creationId xmlns:a16="http://schemas.microsoft.com/office/drawing/2014/main" id="{C0A18FFC-39B5-4B4B-96C6-103A4C24EB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DA319C09-D944-481B-9067-584CCC5426AE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D2004D12-F609-4368-343D-1C0DAC6D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1BC11-38EE-4C92-A8DF-1736B1888BBB}" type="slidenum">
              <a:rPr lang="en-GB" altLang="sr-Latn-RS" smtClean="0"/>
              <a:pPr/>
              <a:t>36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295463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8C42E49-744B-49C4-B724-86606F750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675" name="Picture 8">
            <a:extLst>
              <a:ext uri="{FF2B5EF4-FFF2-40B4-BE49-F238E27FC236}">
                <a16:creationId xmlns:a16="http://schemas.microsoft.com/office/drawing/2014/main" id="{D2ECEE18-E9A8-4CFD-AD42-C178105C7B1B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773238"/>
            <a:ext cx="3522662" cy="4103687"/>
          </a:xfrm>
          <a:noFill/>
        </p:spPr>
      </p:pic>
      <p:sp>
        <p:nvSpPr>
          <p:cNvPr id="28676" name="Text Box 7">
            <a:extLst>
              <a:ext uri="{FF2B5EF4-FFF2-40B4-BE49-F238E27FC236}">
                <a16:creationId xmlns:a16="http://schemas.microsoft.com/office/drawing/2014/main" id="{40AE09E2-5440-4DD9-9B18-DD3265B9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924175"/>
            <a:ext cx="45370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Supersampling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Gore: bez SS; Sredina: SS 3x3;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Dolje: SS 7x7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7" name="Date Placeholder 1">
            <a:extLst>
              <a:ext uri="{FF2B5EF4-FFF2-40B4-BE49-F238E27FC236}">
                <a16:creationId xmlns:a16="http://schemas.microsoft.com/office/drawing/2014/main" id="{61AFFE5C-F3E3-47CF-8BC2-C2219385C2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2647C25C-867D-4CB2-89A2-6874BBD57F70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3BB13C11-106D-90A4-2766-498F5335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37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936342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DC13E54-5B19-4526-8881-77F0CF1C2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699" name="Picture 15" descr="ss">
            <a:extLst>
              <a:ext uri="{FF2B5EF4-FFF2-40B4-BE49-F238E27FC236}">
                <a16:creationId xmlns:a16="http://schemas.microsoft.com/office/drawing/2014/main" id="{496BFA1E-5D35-4E6F-B1B5-DB166010761D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1989138"/>
            <a:ext cx="3959225" cy="2508250"/>
          </a:xfrm>
          <a:noFill/>
        </p:spPr>
      </p:pic>
      <p:sp>
        <p:nvSpPr>
          <p:cNvPr id="29700" name="Text Box 16">
            <a:extLst>
              <a:ext uri="{FF2B5EF4-FFF2-40B4-BE49-F238E27FC236}">
                <a16:creationId xmlns:a16="http://schemas.microsoft.com/office/drawing/2014/main" id="{3F764298-B615-4645-AD22-0EAA695E0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24400"/>
            <a:ext cx="78486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Naduzorkovanje (supersampling- SS)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Rezultantna boja dobije se kao prosječna vrijednost uzoraka uzetih unutar piksela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1" name="Date Placeholder 1">
            <a:extLst>
              <a:ext uri="{FF2B5EF4-FFF2-40B4-BE49-F238E27FC236}">
                <a16:creationId xmlns:a16="http://schemas.microsoft.com/office/drawing/2014/main" id="{297BFC46-53E0-404D-841F-A4F475AB0A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FBE69D76-A071-4453-AA25-9DEB6F472312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827E8B7-14AF-ABF4-ABAC-E0E8C93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38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643074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8676173-8E72-48EB-8651-596D52375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Text Box 7">
            <a:extLst>
              <a:ext uri="{FF2B5EF4-FFF2-40B4-BE49-F238E27FC236}">
                <a16:creationId xmlns:a16="http://schemas.microsoft.com/office/drawing/2014/main" id="{19BFDAC8-C804-4DA5-B709-C48528E34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16113"/>
            <a:ext cx="82073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 i="1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 3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r-HR" altLang="sr-Latn-R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Uzorkovanje površine (area sampling).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Kod ove metode visoke frekvencije se uklanjaju filtriranjem</a:t>
            </a:r>
          </a:p>
        </p:txBody>
      </p:sp>
      <p:sp>
        <p:nvSpPr>
          <p:cNvPr id="30724" name="Date Placeholder 1">
            <a:extLst>
              <a:ext uri="{FF2B5EF4-FFF2-40B4-BE49-F238E27FC236}">
                <a16:creationId xmlns:a16="http://schemas.microsoft.com/office/drawing/2014/main" id="{4A8C42E0-CAFE-4A7D-8E52-A91F6AA9521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55B4D2C0-315E-4AD1-BB24-1085C30CB7E9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27264267-FDEE-3931-284F-4DAF32C3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39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449376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CEFE642-CB57-4826-9434-74B0B581F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Text Box 7">
            <a:extLst>
              <a:ext uri="{FF2B5EF4-FFF2-40B4-BE49-F238E27FC236}">
                <a16:creationId xmlns:a16="http://schemas.microsoft.com/office/drawing/2014/main" id="{28097731-B78D-4646-B819-9F3461BCE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571625"/>
            <a:ext cx="5072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hr-HR" altLang="sr-Latn-RS" sz="2000" b="1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Netežinsko uzorkovanje površine (unweighted area sampling)</a:t>
            </a:r>
          </a:p>
        </p:txBody>
      </p:sp>
      <p:pic>
        <p:nvPicPr>
          <p:cNvPr id="31748" name="Picture 11">
            <a:extLst>
              <a:ext uri="{FF2B5EF4-FFF2-40B4-BE49-F238E27FC236}">
                <a16:creationId xmlns:a16="http://schemas.microsoft.com/office/drawing/2014/main" id="{EE3E5226-D467-433F-A724-35A59DAAE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571625"/>
            <a:ext cx="3000375" cy="450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7">
            <a:extLst>
              <a:ext uri="{FF2B5EF4-FFF2-40B4-BE49-F238E27FC236}">
                <a16:creationId xmlns:a16="http://schemas.microsoft.com/office/drawing/2014/main" id="{86513219-9C28-40A8-BFDB-6F9C76B48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428875"/>
            <a:ext cx="5286375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Intenzitet piksela je proporcionalan prekrivenoj površini piksela.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Pikseli u stvarnosti najčešće nisu kvadrati (ćelije CCD-a na digitalnim fotoaparatima, pikseli na monitoru...).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Ljudska percepcija nije ustrojena da prepoznaje piksele kao kvadratične oblike (mi raspoznajemo linije i oblike)</a:t>
            </a:r>
          </a:p>
        </p:txBody>
      </p:sp>
      <p:sp>
        <p:nvSpPr>
          <p:cNvPr id="31750" name="Date Placeholder 1">
            <a:extLst>
              <a:ext uri="{FF2B5EF4-FFF2-40B4-BE49-F238E27FC236}">
                <a16:creationId xmlns:a16="http://schemas.microsoft.com/office/drawing/2014/main" id="{0E4D3ECE-5FB1-4F78-B171-A5E32302D74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512EF2DC-06F3-4294-86AD-3109C0827B66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8254CE5F-C46D-0FBE-A726-CB46D68D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40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751864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6C7B876-DFC5-4BCB-9BCE-7D6074AEC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metode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Text Box 7">
            <a:extLst>
              <a:ext uri="{FF2B5EF4-FFF2-40B4-BE49-F238E27FC236}">
                <a16:creationId xmlns:a16="http://schemas.microsoft.com/office/drawing/2014/main" id="{4FD0639D-7D28-4871-A0B6-A0B32C349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44675"/>
            <a:ext cx="8207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b="1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Težinsko uzorkovanje površine (weighted area sampling)</a:t>
            </a:r>
          </a:p>
        </p:txBody>
      </p:sp>
      <p:sp>
        <p:nvSpPr>
          <p:cNvPr id="32772" name="Text Box 7">
            <a:extLst>
              <a:ext uri="{FF2B5EF4-FFF2-40B4-BE49-F238E27FC236}">
                <a16:creationId xmlns:a16="http://schemas.microsoft.com/office/drawing/2014/main" id="{3AA42094-7286-4AAC-89E2-A2740BDD1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286000"/>
            <a:ext cx="3571875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Piksel je svjetliji u središtu nego na rubu.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Zato u središte stavljamo veću "težinu".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Izbor težinske funkcije zapravo je pitanje odabira optimalnog filtera.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Filteri mogu biti procesorski vrlo zahtjevni i zato se najčešće koriste jednostavni filteri.</a:t>
            </a:r>
          </a:p>
        </p:txBody>
      </p:sp>
      <p:pic>
        <p:nvPicPr>
          <p:cNvPr id="32773" name="Picture 10">
            <a:extLst>
              <a:ext uri="{FF2B5EF4-FFF2-40B4-BE49-F238E27FC236}">
                <a16:creationId xmlns:a16="http://schemas.microsoft.com/office/drawing/2014/main" id="{C5632E00-BD0A-47E8-A1CB-82B69FBED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357438"/>
            <a:ext cx="4529137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TextBox 11">
            <a:extLst>
              <a:ext uri="{FF2B5EF4-FFF2-40B4-BE49-F238E27FC236}">
                <a16:creationId xmlns:a16="http://schemas.microsoft.com/office/drawing/2014/main" id="{5A109FD4-8F68-428B-864E-18F97DE77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5500688"/>
            <a:ext cx="45005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Cone filter za kružne piksele sa radijusom od dvije jedinice rešetke</a:t>
            </a:r>
          </a:p>
        </p:txBody>
      </p:sp>
      <p:sp>
        <p:nvSpPr>
          <p:cNvPr id="32775" name="Date Placeholder 1">
            <a:extLst>
              <a:ext uri="{FF2B5EF4-FFF2-40B4-BE49-F238E27FC236}">
                <a16:creationId xmlns:a16="http://schemas.microsoft.com/office/drawing/2014/main" id="{38474B4C-CAC4-4592-BFC1-C83B0F1596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80F1F9A-6CD9-4D07-BD33-88696A732208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47C1B0DD-A960-C2DE-875C-AE955169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41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037833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81B6162-A869-4986-9CF3-F3541814C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Text Box 7">
            <a:extLst>
              <a:ext uri="{FF2B5EF4-FFF2-40B4-BE49-F238E27FC236}">
                <a16:creationId xmlns:a16="http://schemas.microsoft.com/office/drawing/2014/main" id="{40D12027-5E87-494C-93D2-23AF0499A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4675187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filter (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netežinski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 - slika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(sin x)/x - procesorski prezahtjevan jer nije ograničen u prostoru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Gausov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filter - dobra kvaliteta slike (izgleda zvonoliko). Također nije ograničen u prostoru, ali sa najčešće ograniči na nekoliko susjednih uzoraka.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Signal rekonstruiran</a:t>
            </a:r>
          </a:p>
          <a:p>
            <a:pPr marL="0" indent="0" algn="just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 filterom</a:t>
            </a:r>
          </a:p>
          <a:p>
            <a:pPr marL="0" indent="0" algn="just" eaLnBrk="1" hangingPunct="1">
              <a:spcBef>
                <a:spcPct val="50000"/>
              </a:spcBef>
              <a:buClrTx/>
              <a:buSzTx/>
              <a:buNone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796" name="Picture 10">
            <a:extLst>
              <a:ext uri="{FF2B5EF4-FFF2-40B4-BE49-F238E27FC236}">
                <a16:creationId xmlns:a16="http://schemas.microsoft.com/office/drawing/2014/main" id="{9ECD903A-AD72-4F2D-9092-5CA629CBE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188640"/>
            <a:ext cx="3338513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Date Placeholder 1">
            <a:extLst>
              <a:ext uri="{FF2B5EF4-FFF2-40B4-BE49-F238E27FC236}">
                <a16:creationId xmlns:a16="http://schemas.microsoft.com/office/drawing/2014/main" id="{ECFAE0DC-B9F0-4CE5-BE5B-2D9FB13D80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5846DF9-8323-4746-B251-F6EF8676B988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FCF04EB2-89DF-12CA-8A9E-3CDB256E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42</a:t>
            </a:fld>
            <a:endParaRPr lang="en-GB" altLang="sr-Latn-RS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4E72ED06-3026-4E93-2A22-AC31BDB82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530" y="4221088"/>
            <a:ext cx="5271331" cy="227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60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CA91F60-367E-411B-AF26-D96E94F38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Text Box 7">
            <a:extLst>
              <a:ext uri="{FF2B5EF4-FFF2-40B4-BE49-F238E27FC236}">
                <a16:creationId xmlns:a16="http://schemas.microsoft.com/office/drawing/2014/main" id="{26FEF95D-C8FC-41B5-9FDE-D5E7C1864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488950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Brzi filteri: (oni se najčešće koriste)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	- linearni – izgleda kao obrnuto slovo V. u svakoj dimenziji koristi dva susjedna uzorka, dakle potrebno je 4 uzorka za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bilinearno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filtriranje. (slika)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	- kubni – u svakoj dimenziji koristi 4 susjedna uzorka, dakle potrebno je 16 susjednih uzoraka za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bikubno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filtriranje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820" name="Picture 10">
            <a:extLst>
              <a:ext uri="{FF2B5EF4-FFF2-40B4-BE49-F238E27FC236}">
                <a16:creationId xmlns:a16="http://schemas.microsoft.com/office/drawing/2014/main" id="{899FBB6F-360E-4C8B-B8DC-3C419C687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813" y="1916832"/>
            <a:ext cx="2706687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Date Placeholder 1">
            <a:extLst>
              <a:ext uri="{FF2B5EF4-FFF2-40B4-BE49-F238E27FC236}">
                <a16:creationId xmlns:a16="http://schemas.microsoft.com/office/drawing/2014/main" id="{979C115B-8F29-4646-9A33-3E1F00AA73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FD66F135-3D0B-41F6-B8AA-0E27DBD2BBA8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CD575AD-DB2A-1787-031D-6D1FC746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43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565147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>
            <a:extLst>
              <a:ext uri="{FF2B5EF4-FFF2-40B4-BE49-F238E27FC236}">
                <a16:creationId xmlns:a16="http://schemas.microsoft.com/office/drawing/2014/main" id="{BE2C557E-9AB0-7064-54D2-D05F5E79B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4468132"/>
            <a:ext cx="5148064" cy="2273235"/>
          </a:xfrm>
          <a:prstGeom prst="rect">
            <a:avLst/>
          </a:prstGeom>
        </p:spPr>
      </p:pic>
      <p:sp>
        <p:nvSpPr>
          <p:cNvPr id="35842" name="Rectangle 2">
            <a:extLst>
              <a:ext uri="{FF2B5EF4-FFF2-40B4-BE49-F238E27FC236}">
                <a16:creationId xmlns:a16="http://schemas.microsoft.com/office/drawing/2014/main" id="{98AC3542-D7EF-4336-BE87-E46213096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Text Box 7">
            <a:extLst>
              <a:ext uri="{FF2B5EF4-FFF2-40B4-BE49-F238E27FC236}">
                <a16:creationId xmlns:a16="http://schemas.microsoft.com/office/drawing/2014/main" id="{3A3A488F-ADB3-4206-B91F-59DD07CD9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06" y="1340768"/>
            <a:ext cx="4247256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Bilinearno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filtriranje</a:t>
            </a:r>
            <a:endParaRPr lang="hr-HR" altLang="sr-Latn-R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Pretpostavlja da su pikseli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kvadratičnog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oblika i jednolikog intenziteta.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Boja interpoliranog piksela određuje se na osnovu boje drugih piksela oko njega.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Ovo je jednostavna i relativno brza metoda, ali zamućuje sliku. </a:t>
            </a:r>
          </a:p>
        </p:txBody>
      </p:sp>
      <p:pic>
        <p:nvPicPr>
          <p:cNvPr id="35844" name="Picture 10">
            <a:extLst>
              <a:ext uri="{FF2B5EF4-FFF2-40B4-BE49-F238E27FC236}">
                <a16:creationId xmlns:a16="http://schemas.microsoft.com/office/drawing/2014/main" id="{07E78F1A-44EC-4E79-BA8B-141EB457A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16632"/>
            <a:ext cx="3608388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Date Placeholder 1">
            <a:extLst>
              <a:ext uri="{FF2B5EF4-FFF2-40B4-BE49-F238E27FC236}">
                <a16:creationId xmlns:a16="http://schemas.microsoft.com/office/drawing/2014/main" id="{D67A7619-344F-40E5-839B-22681974D6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3EE433E-B1CC-448B-84E3-ABE1FB78925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7DD5FBDF-732E-D18E-496E-C14EF9FB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44</a:t>
            </a:fld>
            <a:endParaRPr lang="en-GB" altLang="sr-Latn-RS"/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D764BF2E-BCF4-6208-B107-BEFCB0F4E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009400"/>
            <a:ext cx="32067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Pogodna u slučaju da znatno povećavamo razlučivost slike. 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130F0DD-4833-CD70-3893-F3DEB8DB0DD8}"/>
              </a:ext>
            </a:extLst>
          </p:cNvPr>
          <p:cNvSpPr txBox="1"/>
          <p:nvPr/>
        </p:nvSpPr>
        <p:spPr>
          <a:xfrm>
            <a:off x="6228184" y="4079876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Signal rekonstruiran</a:t>
            </a:r>
          </a:p>
          <a:p>
            <a:pPr marL="0" indent="0" algn="r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linearnim filterom (</a:t>
            </a:r>
            <a:r>
              <a:rPr lang="hr-HR" altLang="sr-Latn-R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tent</a:t>
            </a: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 filter)</a:t>
            </a:r>
          </a:p>
        </p:txBody>
      </p:sp>
    </p:spTree>
    <p:extLst>
      <p:ext uri="{BB962C8B-B14F-4D97-AF65-F5344CB8AC3E}">
        <p14:creationId xmlns:p14="http://schemas.microsoft.com/office/powerpoint/2010/main" val="140096524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2BE15C9-5939-4E08-9FD7-F6943A10F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Text Box 7">
            <a:extLst>
              <a:ext uri="{FF2B5EF4-FFF2-40B4-BE49-F238E27FC236}">
                <a16:creationId xmlns:a16="http://schemas.microsoft.com/office/drawing/2014/main" id="{5C61C150-2337-4F50-AB54-DAE82DAB1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8207375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Bilinearno filtriranje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 slučaju da su razlučivosti obje slike približno jednake (uvećanje i umanjenje za najviše 2x):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filter za izoštravanje "sharpen" + bilinearno filtriranje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Koristi se u 3D akceleratorima  (3-linearno + anizotropno + ASS daje odličnu sliku).</a:t>
            </a:r>
            <a:endParaRPr lang="hr-HR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Moramo odrediti koliko snažno izoštravanje želimo.</a:t>
            </a:r>
          </a:p>
        </p:txBody>
      </p:sp>
      <p:sp>
        <p:nvSpPr>
          <p:cNvPr id="36868" name="Date Placeholder 1">
            <a:extLst>
              <a:ext uri="{FF2B5EF4-FFF2-40B4-BE49-F238E27FC236}">
                <a16:creationId xmlns:a16="http://schemas.microsoft.com/office/drawing/2014/main" id="{FB774272-9742-4B14-9BFF-6D936885C0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847B409-C9FF-4A45-920E-C0BC41207F15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6A5FF92D-8662-8400-D788-DB870732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45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89622940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DF74C0C-C492-4798-D136-BA6EB4578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53" y="5615240"/>
            <a:ext cx="1666826" cy="521312"/>
          </a:xfrm>
          <a:prstGeom prst="rect">
            <a:avLst/>
          </a:prstGeom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0946AF14-21D3-090F-45B6-566FF1B55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4275169"/>
            <a:ext cx="5364088" cy="2249456"/>
          </a:xfrm>
          <a:prstGeom prst="rect">
            <a:avLst/>
          </a:prstGeom>
        </p:spPr>
      </p:pic>
      <p:sp>
        <p:nvSpPr>
          <p:cNvPr id="37890" name="Rectangle 2">
            <a:extLst>
              <a:ext uri="{FF2B5EF4-FFF2-40B4-BE49-F238E27FC236}">
                <a16:creationId xmlns:a16="http://schemas.microsoft.com/office/drawing/2014/main" id="{35A63F91-B98C-4FEF-B031-C912B5DAF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Text Box 7">
            <a:extLst>
              <a:ext uri="{FF2B5EF4-FFF2-40B4-BE49-F238E27FC236}">
                <a16:creationId xmlns:a16="http://schemas.microsoft.com/office/drawing/2014/main" id="{9F0D5297-B2B4-409A-87E1-0F922D696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4175125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Bikubno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filtriranje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Također dobro, ali sporije.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U slučaju da smanjujemo sliku koristimo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bikubno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filtriranje.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Oblik kubnog polinoma može biti različit, pa možemo imati "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soft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" i "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sharp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bikubne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filtere.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Signal rekonstruiran</a:t>
            </a:r>
          </a:p>
          <a:p>
            <a:pPr marL="0" indent="0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sinc</a:t>
            </a: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 filterom (složenije</a:t>
            </a:r>
          </a:p>
          <a:p>
            <a:pPr marL="0" indent="0" eaLnBrk="1" hangingPunct="1">
              <a:spcBef>
                <a:spcPts val="0"/>
              </a:spcBef>
              <a:buClrTx/>
              <a:buSzTx/>
              <a:buNone/>
            </a:pP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od </a:t>
            </a:r>
            <a:r>
              <a:rPr lang="hr-HR" altLang="sr-Latn-R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bikubnog</a:t>
            </a:r>
            <a:r>
              <a:rPr lang="hr-HR" altLang="sr-Latn-RS" sz="16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7892" name="Picture 10">
            <a:extLst>
              <a:ext uri="{FF2B5EF4-FFF2-40B4-BE49-F238E27FC236}">
                <a16:creationId xmlns:a16="http://schemas.microsoft.com/office/drawing/2014/main" id="{6B2A607B-5691-4F7A-8A55-10CE8DA74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116632"/>
            <a:ext cx="3738563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Date Placeholder 1">
            <a:extLst>
              <a:ext uri="{FF2B5EF4-FFF2-40B4-BE49-F238E27FC236}">
                <a16:creationId xmlns:a16="http://schemas.microsoft.com/office/drawing/2014/main" id="{3F0D71FD-1D0C-43F8-B408-E833FC2147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C196CB10-21C4-4108-AF9F-8E5CF6A65ACF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A6E374F-A104-3FBE-87BC-7E3F1376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46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191595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D211006-3724-49FF-A108-838D50768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Rectangle 5">
            <a:extLst>
              <a:ext uri="{FF2B5EF4-FFF2-40B4-BE49-F238E27FC236}">
                <a16:creationId xmlns:a16="http://schemas.microsoft.com/office/drawing/2014/main" id="{EE12CC59-6E97-46F8-85AE-17B9806CA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2233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Text Box 7">
            <a:extLst>
              <a:ext uri="{FF2B5EF4-FFF2-40B4-BE49-F238E27FC236}">
                <a16:creationId xmlns:a16="http://schemas.microsoft.com/office/drawing/2014/main" id="{35BDB37E-6BAC-4AB7-B48D-63DFF3673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1557338"/>
            <a:ext cx="8207375" cy="409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Anizotropno filtriranje (AF)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Izotropno – homogeno u svim dimenzijama (smjerovima).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Anizotropno – zavisno o smjeru.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Poboljšava filtriranje tako što pri ubacivanju novog piksela mijenja boju okolnih da bio bolje uklopljen.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Ono omogućava postupno smanjenje veličine mip – mape s udaljenošću bez primjetnih linija razgraničenja različitih područja.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– rubovi izgledaju bolje (glatko)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Ani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zotropno filtriranje poboljšava izgled unutrašnjosti objekata – svih djelova unutar rubova.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7" name="Date Placeholder 1">
            <a:extLst>
              <a:ext uri="{FF2B5EF4-FFF2-40B4-BE49-F238E27FC236}">
                <a16:creationId xmlns:a16="http://schemas.microsoft.com/office/drawing/2014/main" id="{BA9106B6-115E-480E-921D-4D951DFD45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B58F780-2F8B-47E8-9EF3-9E5F6029EAB7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569CCDA1-2D3A-34CC-14EF-1C795944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47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652553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11">
            <a:extLst>
              <a:ext uri="{FF2B5EF4-FFF2-40B4-BE49-F238E27FC236}">
                <a16:creationId xmlns:a16="http://schemas.microsoft.com/office/drawing/2014/main" id="{6654C1DD-0778-4354-805B-EEC8B0D00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970338"/>
            <a:ext cx="4672013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Picture 10">
            <a:extLst>
              <a:ext uri="{FF2B5EF4-FFF2-40B4-BE49-F238E27FC236}">
                <a16:creationId xmlns:a16="http://schemas.microsoft.com/office/drawing/2014/main" id="{19EA1AAC-74B9-4DC0-A3AE-25B0B903A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429000"/>
            <a:ext cx="2693988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2">
            <a:extLst>
              <a:ext uri="{FF2B5EF4-FFF2-40B4-BE49-F238E27FC236}">
                <a16:creationId xmlns:a16="http://schemas.microsoft.com/office/drawing/2014/main" id="{7DDDD302-879E-4333-9FBA-A4CE880D5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D74FFF38-0E30-43D8-A557-090027998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2233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2" name="Text Box 7">
            <a:extLst>
              <a:ext uri="{FF2B5EF4-FFF2-40B4-BE49-F238E27FC236}">
                <a16:creationId xmlns:a16="http://schemas.microsoft.com/office/drawing/2014/main" id="{1AEB7C87-9D74-430A-ACE0-8C61351D2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1268760"/>
            <a:ext cx="8207375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Anizotropno</a:t>
            </a: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filtriranje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Jako dobri rezultati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xeli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(elementi teksture) se ne uzorkuju simetričnim oblikom već se koristi oblik prilagođen perspektivi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(ani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otrop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oblik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– najčešće pravokutnici,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trapezoidi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i paralelogrami.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Broj uzoraka se mijenja zavisno o kutu između površine i kamere.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Oštriji kut – više uzoraka.</a:t>
            </a:r>
          </a:p>
        </p:txBody>
      </p:sp>
      <p:sp>
        <p:nvSpPr>
          <p:cNvPr id="39943" name="Date Placeholder 1">
            <a:extLst>
              <a:ext uri="{FF2B5EF4-FFF2-40B4-BE49-F238E27FC236}">
                <a16:creationId xmlns:a16="http://schemas.microsoft.com/office/drawing/2014/main" id="{D66CB555-45A0-4FFF-8637-F69A055297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DC98A5EC-6823-447C-B76E-2B464DE4214B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3FA66398-41E1-2DFD-9835-66A735CD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48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124056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68B5841-D50C-47C8-804F-C81EDD4A4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Text Box 7">
            <a:extLst>
              <a:ext uri="{FF2B5EF4-FFF2-40B4-BE49-F238E27FC236}">
                <a16:creationId xmlns:a16="http://schemas.microsoft.com/office/drawing/2014/main" id="{1B5FB27F-D696-45C0-9E50-344D6BBF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82073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Filter 3x3 za netežinsko uzorkovanje površine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Filter 3x3 za težinsko uzorkovanje površine 	</a:t>
            </a: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4B07ED9F-52C7-4538-9F74-3AF15DCD0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3429000"/>
            <a:ext cx="6205537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Date Placeholder 1">
            <a:extLst>
              <a:ext uri="{FF2B5EF4-FFF2-40B4-BE49-F238E27FC236}">
                <a16:creationId xmlns:a16="http://schemas.microsoft.com/office/drawing/2014/main" id="{3EAAA2D2-4372-453B-AAA2-B59EA2F448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295BAE1-D8CA-48FC-92C1-56AC5FC603C4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57DA16B7-841E-7B8B-B285-EF19CA2C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49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754998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3057476-1DA3-45BF-825D-2A9E1C4F0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Text Box 7">
            <a:extLst>
              <a:ext uri="{FF2B5EF4-FFF2-40B4-BE49-F238E27FC236}">
                <a16:creationId xmlns:a16="http://schemas.microsoft.com/office/drawing/2014/main" id="{9D26FFDC-392E-447D-8D42-1A64CD884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1544638"/>
            <a:ext cx="8532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	b) Slika filtrirana sa supersampling metodom i 2x2 filterom </a:t>
            </a: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CE69CEAE-0F94-4A76-ACC5-00AA3B88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57413"/>
            <a:ext cx="3857625" cy="398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>
            <a:extLst>
              <a:ext uri="{FF2B5EF4-FFF2-40B4-BE49-F238E27FC236}">
                <a16:creationId xmlns:a16="http://schemas.microsoft.com/office/drawing/2014/main" id="{6CE94D72-BAEB-4C75-9BC6-7C3F8AAFB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Date Placeholder 1">
            <a:extLst>
              <a:ext uri="{FF2B5EF4-FFF2-40B4-BE49-F238E27FC236}">
                <a16:creationId xmlns:a16="http://schemas.microsoft.com/office/drawing/2014/main" id="{FE658FF5-557E-46F0-B7B5-FC9902514C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DDA1928-8322-4428-BA82-A90E61B9E47F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90D78271-7576-6C2E-F645-44CB4A4F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50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8801776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A0D67E2-D2C2-4054-AAAB-C8E9CDBE3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011" name="Picture 5">
            <a:extLst>
              <a:ext uri="{FF2B5EF4-FFF2-40B4-BE49-F238E27FC236}">
                <a16:creationId xmlns:a16="http://schemas.microsoft.com/office/drawing/2014/main" id="{22E765C4-190E-4206-B23F-C6936AD1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2">
            <a:extLst>
              <a:ext uri="{FF2B5EF4-FFF2-40B4-BE49-F238E27FC236}">
                <a16:creationId xmlns:a16="http://schemas.microsoft.com/office/drawing/2014/main" id="{0881828A-1A5E-45E0-B12D-B0425414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55825"/>
            <a:ext cx="3857625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7">
            <a:extLst>
              <a:ext uri="{FF2B5EF4-FFF2-40B4-BE49-F238E27FC236}">
                <a16:creationId xmlns:a16="http://schemas.microsoft.com/office/drawing/2014/main" id="{0BE88217-A496-4909-B5C8-001A8EB9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1544638"/>
            <a:ext cx="8532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	b) Slika filtrirana sa supersampling metodom i 4x4 filterom </a:t>
            </a:r>
          </a:p>
        </p:txBody>
      </p:sp>
      <p:sp>
        <p:nvSpPr>
          <p:cNvPr id="43014" name="Date Placeholder 1">
            <a:extLst>
              <a:ext uri="{FF2B5EF4-FFF2-40B4-BE49-F238E27FC236}">
                <a16:creationId xmlns:a16="http://schemas.microsoft.com/office/drawing/2014/main" id="{28BF692F-9655-40EE-A82B-BABA5359A1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E778F62-293B-48E6-BCB3-457F83916751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E2A5103F-7719-9B48-9D0F-5314F5B9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51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7023847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95465AA-8F0A-4C6B-B2DC-1F07C4373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035" name="Picture 5">
            <a:extLst>
              <a:ext uri="{FF2B5EF4-FFF2-40B4-BE49-F238E27FC236}">
                <a16:creationId xmlns:a16="http://schemas.microsoft.com/office/drawing/2014/main" id="{5E333F3C-1AB6-4E64-8DE2-6B3F07FFE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2">
            <a:extLst>
              <a:ext uri="{FF2B5EF4-FFF2-40B4-BE49-F238E27FC236}">
                <a16:creationId xmlns:a16="http://schemas.microsoft.com/office/drawing/2014/main" id="{FBDA15BC-91C8-48EC-9F55-C7D0BD2E7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55825"/>
            <a:ext cx="3821112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Text Box 7">
            <a:extLst>
              <a:ext uri="{FF2B5EF4-FFF2-40B4-BE49-F238E27FC236}">
                <a16:creationId xmlns:a16="http://schemas.microsoft.com/office/drawing/2014/main" id="{F8819683-8747-499D-9A1E-3A40FAA02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1544638"/>
            <a:ext cx="8532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	b) Slika filtrirana sa supersampling metodom i 8x8 filterom </a:t>
            </a:r>
          </a:p>
        </p:txBody>
      </p:sp>
      <p:sp>
        <p:nvSpPr>
          <p:cNvPr id="44038" name="Date Placeholder 1">
            <a:extLst>
              <a:ext uri="{FF2B5EF4-FFF2-40B4-BE49-F238E27FC236}">
                <a16:creationId xmlns:a16="http://schemas.microsoft.com/office/drawing/2014/main" id="{7FF7DE52-DDE7-442D-912C-B75D129293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85C950EE-9187-4F75-A6DD-5FA14991A5FE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63BCE0F-B6C6-D334-8669-C29430E4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52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3764447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86A91F6-23FE-4A8D-B64C-542F0D075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Text Box 7">
            <a:extLst>
              <a:ext uri="{FF2B5EF4-FFF2-40B4-BE49-F238E27FC236}">
                <a16:creationId xmlns:a16="http://schemas.microsoft.com/office/drawing/2014/main" id="{6961FA48-8CDC-490F-AC48-FC9566580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573213"/>
            <a:ext cx="85328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    b) Slika filtrirana sa netežinskim uzorkovanjem površine i filterom 3x3  </a:t>
            </a:r>
          </a:p>
        </p:txBody>
      </p:sp>
      <p:pic>
        <p:nvPicPr>
          <p:cNvPr id="45060" name="Picture 5">
            <a:extLst>
              <a:ext uri="{FF2B5EF4-FFF2-40B4-BE49-F238E27FC236}">
                <a16:creationId xmlns:a16="http://schemas.microsoft.com/office/drawing/2014/main" id="{52748377-A469-4B13-B913-EE0B19DB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2">
            <a:extLst>
              <a:ext uri="{FF2B5EF4-FFF2-40B4-BE49-F238E27FC236}">
                <a16:creationId xmlns:a16="http://schemas.microsoft.com/office/drawing/2014/main" id="{FA49C8FE-7275-469B-A69B-20ABB684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55825"/>
            <a:ext cx="3803650" cy="395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Date Placeholder 1">
            <a:extLst>
              <a:ext uri="{FF2B5EF4-FFF2-40B4-BE49-F238E27FC236}">
                <a16:creationId xmlns:a16="http://schemas.microsoft.com/office/drawing/2014/main" id="{E050569A-BC50-487A-90E1-3D6083587A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D2DB81CC-F3E3-486C-9E37-BDF2D0F90554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F7CE7CEF-9569-3292-0B74-A7F682EA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53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80229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C6931C1-718B-49AA-9BAE-6ECC16D56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3" name="Text Box 7">
            <a:extLst>
              <a:ext uri="{FF2B5EF4-FFF2-40B4-BE49-F238E27FC236}">
                <a16:creationId xmlns:a16="http://schemas.microsoft.com/office/drawing/2014/main" id="{B7DE5A0F-BCA5-465A-A85F-3F6B050D3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563688"/>
            <a:ext cx="85328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    b) Slika filtrirana sa netežinskim uzorkovanjem površine i filterom 5x5  </a:t>
            </a:r>
          </a:p>
        </p:txBody>
      </p:sp>
      <p:pic>
        <p:nvPicPr>
          <p:cNvPr id="46084" name="Picture 5">
            <a:extLst>
              <a:ext uri="{FF2B5EF4-FFF2-40B4-BE49-F238E27FC236}">
                <a16:creationId xmlns:a16="http://schemas.microsoft.com/office/drawing/2014/main" id="{AC37DDAA-8085-4712-8AC1-7A5B17032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2">
            <a:extLst>
              <a:ext uri="{FF2B5EF4-FFF2-40B4-BE49-F238E27FC236}">
                <a16:creationId xmlns:a16="http://schemas.microsoft.com/office/drawing/2014/main" id="{E4CEF70C-1899-4B4E-81F4-67EBC241E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55825"/>
            <a:ext cx="3956050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Date Placeholder 1">
            <a:extLst>
              <a:ext uri="{FF2B5EF4-FFF2-40B4-BE49-F238E27FC236}">
                <a16:creationId xmlns:a16="http://schemas.microsoft.com/office/drawing/2014/main" id="{294C332C-871D-4BDE-A217-89D37BA8C6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31D991CB-2879-4C87-BD3E-F17E5B8551A4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7BE1753E-FB6F-1F0C-8AA5-B4C8C36E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54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40225092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3E2EA27-3115-4636-B1A7-AE469B5BE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7" name="Text Box 7">
            <a:extLst>
              <a:ext uri="{FF2B5EF4-FFF2-40B4-BE49-F238E27FC236}">
                <a16:creationId xmlns:a16="http://schemas.microsoft.com/office/drawing/2014/main" id="{884D4A92-39D5-4F50-92EB-42106D24D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544638"/>
            <a:ext cx="8532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        b) Slika filtrirana sa težinskim uzorkovanjem površine i filterom 3x3  </a:t>
            </a:r>
          </a:p>
        </p:txBody>
      </p:sp>
      <p:pic>
        <p:nvPicPr>
          <p:cNvPr id="47108" name="Picture 5">
            <a:extLst>
              <a:ext uri="{FF2B5EF4-FFF2-40B4-BE49-F238E27FC236}">
                <a16:creationId xmlns:a16="http://schemas.microsoft.com/office/drawing/2014/main" id="{7DD237FB-08A7-480E-9753-82B734671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2">
            <a:extLst>
              <a:ext uri="{FF2B5EF4-FFF2-40B4-BE49-F238E27FC236}">
                <a16:creationId xmlns:a16="http://schemas.microsoft.com/office/drawing/2014/main" id="{A3431744-5D21-4609-B475-1C85889DB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55825"/>
            <a:ext cx="3871912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Date Placeholder 1">
            <a:extLst>
              <a:ext uri="{FF2B5EF4-FFF2-40B4-BE49-F238E27FC236}">
                <a16:creationId xmlns:a16="http://schemas.microsoft.com/office/drawing/2014/main" id="{5ABF2191-8CD0-4808-B666-F94FD5F287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137CA5D-66CC-4868-BC53-C2ABC3CAA4FF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27CDB1D-5288-F30C-549E-05AAC894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55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3974997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C3C5EA4-3E04-4EE2-945D-D358AD988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1" name="Text Box 7">
            <a:extLst>
              <a:ext uri="{FF2B5EF4-FFF2-40B4-BE49-F238E27FC236}">
                <a16:creationId xmlns:a16="http://schemas.microsoft.com/office/drawing/2014/main" id="{431F7BE0-82F3-43A6-974A-041362CD6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571625"/>
            <a:ext cx="8532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        b) Slika filtrirana sa težinskim uzorkovanjem površine i filterom 5x5  </a:t>
            </a:r>
          </a:p>
        </p:txBody>
      </p:sp>
      <p:pic>
        <p:nvPicPr>
          <p:cNvPr id="48132" name="Picture 5">
            <a:extLst>
              <a:ext uri="{FF2B5EF4-FFF2-40B4-BE49-F238E27FC236}">
                <a16:creationId xmlns:a16="http://schemas.microsoft.com/office/drawing/2014/main" id="{EA0905AB-45F0-43D8-AF04-275644318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57413"/>
            <a:ext cx="38576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Picture 2">
            <a:extLst>
              <a:ext uri="{FF2B5EF4-FFF2-40B4-BE49-F238E27FC236}">
                <a16:creationId xmlns:a16="http://schemas.microsoft.com/office/drawing/2014/main" id="{C038380C-F616-45A4-AFCC-8FA0EC6EF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2143125"/>
            <a:ext cx="388302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Date Placeholder 1">
            <a:extLst>
              <a:ext uri="{FF2B5EF4-FFF2-40B4-BE49-F238E27FC236}">
                <a16:creationId xmlns:a16="http://schemas.microsoft.com/office/drawing/2014/main" id="{2DF68E41-CB8C-4FFD-9702-E07D5AA49C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30590B76-DD58-4BF2-9144-6B5AAB1E90F3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6B63FD12-7599-1D0A-E344-BEA8DF54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56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4569387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AB95006-4ED5-4F6B-9A80-4BE90B6C0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Antialiasing</a:t>
            </a:r>
            <a:r>
              <a:rPr lang="en-US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filteri</a:t>
            </a:r>
            <a:endParaRPr lang="en-GB" altLang="sr-Latn-RS" sz="3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5" name="Text Box 7">
            <a:extLst>
              <a:ext uri="{FF2B5EF4-FFF2-40B4-BE49-F238E27FC236}">
                <a16:creationId xmlns:a16="http://schemas.microsoft.com/office/drawing/2014/main" id="{8AC570B1-AE1B-4120-8835-91544EB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484313"/>
            <a:ext cx="85328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lphaLcParenR"/>
            </a:pPr>
            <a:r>
              <a:rPr lang="hr-HR" altLang="sr-Latn-RS" sz="1600">
                <a:latin typeface="Arial" panose="020B0604020202020204" pitchFamily="34" charset="0"/>
                <a:cs typeface="Arial" panose="020B0604020202020204" pitchFamily="34" charset="0"/>
              </a:rPr>
              <a:t>Nefiltrirana slika b) Slika filtrirana sa Gaussovim filterom, superuzorkovanje 16 točaka/pix</a:t>
            </a:r>
          </a:p>
        </p:txBody>
      </p:sp>
      <p:pic>
        <p:nvPicPr>
          <p:cNvPr id="49156" name="Picture 2">
            <a:extLst>
              <a:ext uri="{FF2B5EF4-FFF2-40B4-BE49-F238E27FC236}">
                <a16:creationId xmlns:a16="http://schemas.microsoft.com/office/drawing/2014/main" id="{1287AFEE-E12A-43F4-AEB1-E54658059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"/>
          <a:stretch>
            <a:fillRect/>
          </a:stretch>
        </p:blipFill>
        <p:spPr bwMode="auto">
          <a:xfrm>
            <a:off x="4627563" y="1981200"/>
            <a:ext cx="4265612" cy="425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3">
            <a:extLst>
              <a:ext uri="{FF2B5EF4-FFF2-40B4-BE49-F238E27FC236}">
                <a16:creationId xmlns:a16="http://schemas.microsoft.com/office/drawing/2014/main" id="{29AF5E03-0FAE-4503-B568-2BA8F884F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989138"/>
            <a:ext cx="42291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Date Placeholder 1">
            <a:extLst>
              <a:ext uri="{FF2B5EF4-FFF2-40B4-BE49-F238E27FC236}">
                <a16:creationId xmlns:a16="http://schemas.microsoft.com/office/drawing/2014/main" id="{DF3665D5-F302-4B95-A499-4BD029D1A1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6586863-4EEE-4EA4-BD3B-1917C4411B69}" type="datetime1">
              <a:rPr lang="hr-HR" altLang="sr-Latn-RS" sz="1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4.12.2025.</a:t>
            </a:fld>
            <a:endParaRPr lang="en-GB" altLang="sr-Latn-RS" sz="1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FE6483B-ECDD-D256-01CE-ADFEA0EA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57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0100105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1987</TotalTime>
  <Words>2491</Words>
  <Application>Microsoft Office PowerPoint</Application>
  <PresentationFormat>Prikaz na zaslonu (4:3)</PresentationFormat>
  <Paragraphs>421</Paragraphs>
  <Slides>57</Slides>
  <Notes>56</Notes>
  <HiddenSlides>1</HiddenSlides>
  <MMClips>0</MMClips>
  <ScaleCrop>false</ScaleCrop>
  <HeadingPairs>
    <vt:vector size="8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Uloženi OLE poslužitelji</vt:lpstr>
      </vt:variant>
      <vt:variant>
        <vt:i4>2</vt:i4>
      </vt:variant>
      <vt:variant>
        <vt:lpstr>Naslovi slajdova</vt:lpstr>
      </vt:variant>
      <vt:variant>
        <vt:i4>57</vt:i4>
      </vt:variant>
    </vt:vector>
  </HeadingPairs>
  <TitlesOfParts>
    <vt:vector size="65" baseType="lpstr">
      <vt:lpstr>Arial</vt:lpstr>
      <vt:lpstr>Calibri</vt:lpstr>
      <vt:lpstr>Calibri Light</vt:lpstr>
      <vt:lpstr>Times New Roman</vt:lpstr>
      <vt:lpstr>Wingdings 2</vt:lpstr>
      <vt:lpstr>Tema sustava Office</vt:lpstr>
      <vt:lpstr>Equation.3</vt:lpstr>
      <vt:lpstr>Document</vt:lpstr>
      <vt:lpstr>Računalna grafika</vt:lpstr>
      <vt:lpstr>Ispunjavanje primitivnih oblika</vt:lpstr>
      <vt:lpstr>Gouraud sjenčanje </vt:lpstr>
      <vt:lpstr>Gouraud sjenčanje </vt:lpstr>
      <vt:lpstr>Gouraud sjenčanje </vt:lpstr>
      <vt:lpstr>Gouraud sjenčanje </vt:lpstr>
      <vt:lpstr>Gouraud sjenčanje </vt:lpstr>
      <vt:lpstr>Gouraud sjenčanje </vt:lpstr>
      <vt:lpstr>Gouraud sjenčanje </vt:lpstr>
      <vt:lpstr>Gouraud sjenčanje </vt:lpstr>
      <vt:lpstr>Phong sjenčanje </vt:lpstr>
      <vt:lpstr>Phong sjenčanje </vt:lpstr>
      <vt:lpstr>Phong sjenčanje </vt:lpstr>
      <vt:lpstr>Phong sjenčanje </vt:lpstr>
      <vt:lpstr>Antialiasing </vt:lpstr>
      <vt:lpstr>Antialiasing </vt:lpstr>
      <vt:lpstr>Antialiasing </vt:lpstr>
      <vt:lpstr>Antialiasing </vt:lpstr>
      <vt:lpstr>Antialiasing </vt:lpstr>
      <vt:lpstr>Antialiasing </vt:lpstr>
      <vt:lpstr>Antialiasing </vt:lpstr>
      <vt:lpstr>Antialiasing </vt:lpstr>
      <vt:lpstr>Antialiasing </vt:lpstr>
      <vt:lpstr>Antialiasing 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metode</vt:lpstr>
      <vt:lpstr>PowerPoint prezentacija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metode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  <vt:lpstr>Antialiasing : filteri</vt:lpstr>
    </vt:vector>
  </TitlesOfParts>
  <Company>University of Edinburgh, Division of 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dc:creator>McKenzie</dc:creator>
  <cp:lastModifiedBy>Vladan Papić</cp:lastModifiedBy>
  <cp:revision>476</cp:revision>
  <dcterms:created xsi:type="dcterms:W3CDTF">2000-10-04T12:12:17Z</dcterms:created>
  <dcterms:modified xsi:type="dcterms:W3CDTF">2025-12-04T10:22:26Z</dcterms:modified>
</cp:coreProperties>
</file>