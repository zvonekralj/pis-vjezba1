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09" r:id="rId1"/>
  </p:sldMasterIdLst>
  <p:notesMasterIdLst>
    <p:notesMasterId r:id="rId76"/>
  </p:notesMasterIdLst>
  <p:sldIdLst>
    <p:sldId id="256" r:id="rId2"/>
    <p:sldId id="428" r:id="rId3"/>
    <p:sldId id="429" r:id="rId4"/>
    <p:sldId id="430" r:id="rId5"/>
    <p:sldId id="431" r:id="rId6"/>
    <p:sldId id="432" r:id="rId7"/>
    <p:sldId id="433" r:id="rId8"/>
    <p:sldId id="434" r:id="rId9"/>
    <p:sldId id="491" r:id="rId10"/>
    <p:sldId id="436" r:id="rId11"/>
    <p:sldId id="437" r:id="rId12"/>
    <p:sldId id="484" r:id="rId13"/>
    <p:sldId id="485" r:id="rId14"/>
    <p:sldId id="486" r:id="rId15"/>
    <p:sldId id="487" r:id="rId16"/>
    <p:sldId id="442" r:id="rId17"/>
    <p:sldId id="443" r:id="rId18"/>
    <p:sldId id="444" r:id="rId19"/>
    <p:sldId id="445" r:id="rId20"/>
    <p:sldId id="446" r:id="rId21"/>
    <p:sldId id="448" r:id="rId22"/>
    <p:sldId id="450" r:id="rId23"/>
    <p:sldId id="451" r:id="rId24"/>
    <p:sldId id="452" r:id="rId25"/>
    <p:sldId id="453" r:id="rId26"/>
    <p:sldId id="455" r:id="rId27"/>
    <p:sldId id="456" r:id="rId28"/>
    <p:sldId id="457" r:id="rId29"/>
    <p:sldId id="458" r:id="rId30"/>
    <p:sldId id="459" r:id="rId31"/>
    <p:sldId id="460" r:id="rId32"/>
    <p:sldId id="461" r:id="rId33"/>
    <p:sldId id="462" r:id="rId34"/>
    <p:sldId id="463" r:id="rId35"/>
    <p:sldId id="464" r:id="rId36"/>
    <p:sldId id="465" r:id="rId37"/>
    <p:sldId id="466" r:id="rId38"/>
    <p:sldId id="467" r:id="rId39"/>
    <p:sldId id="294" r:id="rId40"/>
    <p:sldId id="372" r:id="rId41"/>
    <p:sldId id="295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31" r:id="rId53"/>
    <p:sldId id="307" r:id="rId54"/>
    <p:sldId id="332" r:id="rId55"/>
    <p:sldId id="308" r:id="rId56"/>
    <p:sldId id="309" r:id="rId57"/>
    <p:sldId id="311" r:id="rId58"/>
    <p:sldId id="312" r:id="rId59"/>
    <p:sldId id="340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25" r:id="rId72"/>
    <p:sldId id="326" r:id="rId73"/>
    <p:sldId id="327" r:id="rId74"/>
    <p:sldId id="328" r:id="rId75"/>
  </p:sldIdLst>
  <p:sldSz cx="9144000" cy="6858000" type="screen4x3"/>
  <p:notesSz cx="6858000" cy="9144000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F4CEC9"/>
    <a:srgbClr val="FF9933"/>
    <a:srgbClr val="FF6600"/>
    <a:srgbClr val="00FF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197" autoAdjust="0"/>
  </p:normalViewPr>
  <p:slideViewPr>
    <p:cSldViewPr>
      <p:cViewPr varScale="1">
        <p:scale>
          <a:sx n="100" d="100"/>
          <a:sy n="100" d="100"/>
        </p:scale>
        <p:origin x="1836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E653D390-D64A-4AF9-86B9-346C73D313F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spcBef>
                <a:spcPct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9ED86755-AED7-4D8B-BA86-1AF0A110622B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4756" name="Rectangle 4">
            <a:extLst>
              <a:ext uri="{FF2B5EF4-FFF2-40B4-BE49-F238E27FC236}">
                <a16:creationId xmlns:a16="http://schemas.microsoft.com/office/drawing/2014/main" id="{32CE1E0A-6E81-4363-A008-5AFDB9D376C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30737579-632D-4ED5-9714-94DF31C1E9B5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73A3A18E-9B89-4C14-8792-C6DD50DF623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spcBef>
                <a:spcPct val="0"/>
              </a:spcBef>
              <a:defRPr sz="1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3BCA9D50-ECC1-4D1B-AC60-FCE2E5B250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1"/>
                </a:solidFill>
              </a:defRPr>
            </a:lvl1pPr>
          </a:lstStyle>
          <a:p>
            <a:fld id="{1349C8C3-8B88-4412-9755-BAB53CFC3A9F}" type="slidenum">
              <a:rPr lang="en-GB" altLang="sr-Latn-RS"/>
              <a:pPr/>
              <a:t>‹#›</a:t>
            </a:fld>
            <a:endParaRPr lang="en-GB" altLang="sr-Latn-R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>
            <a:extLst>
              <a:ext uri="{FF2B5EF4-FFF2-40B4-BE49-F238E27FC236}">
                <a16:creationId xmlns:a16="http://schemas.microsoft.com/office/drawing/2014/main" id="{1447C59B-FE2E-452F-914F-A7BFD94B447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97CECA6A-43D8-4218-B471-64479DE2B92A}" type="slidenum">
              <a:rPr lang="en-GB" altLang="sr-Latn-RS"/>
              <a:pPr algn="r" eaLnBrk="1" hangingPunct="1">
                <a:spcBef>
                  <a:spcPct val="0"/>
                </a:spcBef>
              </a:pPr>
              <a:t>2</a:t>
            </a:fld>
            <a:endParaRPr lang="en-GB" altLang="sr-Latn-RS"/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FF165031-FC09-4ADF-BEE3-42087332A5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3732" name="Rectangle 3">
            <a:extLst>
              <a:ext uri="{FF2B5EF4-FFF2-40B4-BE49-F238E27FC236}">
                <a16:creationId xmlns:a16="http://schemas.microsoft.com/office/drawing/2014/main" id="{2DDDF3AA-20E3-4AB7-AC7E-7934FBDE6F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hr-HR" altLang="sr-Latn-R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>
            <a:extLst>
              <a:ext uri="{FF2B5EF4-FFF2-40B4-BE49-F238E27FC236}">
                <a16:creationId xmlns:a16="http://schemas.microsoft.com/office/drawing/2014/main" id="{79DD5575-E951-47C6-9A11-D3C5289921B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B40DD88-18B8-4B2D-8F25-078857E3844A}" type="slidenum">
              <a:rPr lang="en-GB" altLang="sr-Latn-RS"/>
              <a:pPr algn="r" eaLnBrk="1" hangingPunct="1">
                <a:spcBef>
                  <a:spcPct val="0"/>
                </a:spcBef>
              </a:pPr>
              <a:t>3</a:t>
            </a:fld>
            <a:endParaRPr lang="en-GB" altLang="sr-Latn-RS"/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7D0DFA71-4134-41D6-80AE-AA63F8A2E93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1F3AC71E-9F5C-4A38-AB23-C4EFEC2E95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hr-HR" altLang="sr-Latn-R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>
            <a:extLst>
              <a:ext uri="{FF2B5EF4-FFF2-40B4-BE49-F238E27FC236}">
                <a16:creationId xmlns:a16="http://schemas.microsoft.com/office/drawing/2014/main" id="{EAEC9AE5-4DAC-4FBB-B36C-CA942A082B1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2D7CA55C-566C-404E-8C75-D1A51450CD9D}" type="slidenum">
              <a:rPr lang="en-GB" altLang="sr-Latn-RS"/>
              <a:pPr algn="r" eaLnBrk="1" hangingPunct="1">
                <a:spcBef>
                  <a:spcPct val="0"/>
                </a:spcBef>
              </a:pPr>
              <a:t>4</a:t>
            </a:fld>
            <a:endParaRPr lang="en-GB" altLang="sr-Latn-RS"/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63A726A7-3C94-4ED7-A248-8DECCA93636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12301260-3553-4E7D-9CFC-D5CE12B7C4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hr-HR" altLang="sr-Latn-R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>
            <a:extLst>
              <a:ext uri="{FF2B5EF4-FFF2-40B4-BE49-F238E27FC236}">
                <a16:creationId xmlns:a16="http://schemas.microsoft.com/office/drawing/2014/main" id="{6AC2FFD9-1707-4B02-8973-1F9873B94E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076F2746-45B8-4260-A99F-7260A605899A}" type="slidenum">
              <a:rPr lang="en-GB" altLang="sr-Latn-RS"/>
              <a:pPr algn="r" eaLnBrk="1" hangingPunct="1">
                <a:spcBef>
                  <a:spcPct val="0"/>
                </a:spcBef>
              </a:pPr>
              <a:t>5</a:t>
            </a:fld>
            <a:endParaRPr lang="en-GB" altLang="sr-Latn-RS"/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4436DEE7-FB6E-411E-8769-89404D5F00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1192ACFC-C8CD-44AD-B50D-9479E3E1B9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hr-HR" altLang="sr-Latn-R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>
            <a:extLst>
              <a:ext uri="{FF2B5EF4-FFF2-40B4-BE49-F238E27FC236}">
                <a16:creationId xmlns:a16="http://schemas.microsoft.com/office/drawing/2014/main" id="{7330EE97-29AA-4E10-99CC-324E464B8C1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F4FD7D0B-CBC0-47C1-8F36-7235594F48CB}" type="slidenum">
              <a:rPr lang="en-GB" altLang="sr-Latn-RS"/>
              <a:pPr algn="r" eaLnBrk="1" hangingPunct="1">
                <a:spcBef>
                  <a:spcPct val="0"/>
                </a:spcBef>
              </a:pPr>
              <a:t>6</a:t>
            </a:fld>
            <a:endParaRPr lang="en-GB" altLang="sr-Latn-RS"/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01AA32E4-2AB3-4F4E-9326-1F33051993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881919AE-903B-4D92-A5C0-8F2AC44346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hr-HR" altLang="sr-Latn-R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id="{A44F85A4-5A11-4D99-963D-B4295462DCA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A8543E32-2EBF-4523-BFF3-D54F7DED221F}" type="slidenum">
              <a:rPr lang="en-GB" altLang="sr-Latn-RS"/>
              <a:pPr algn="r" eaLnBrk="1" hangingPunct="1">
                <a:spcBef>
                  <a:spcPct val="0"/>
                </a:spcBef>
              </a:pPr>
              <a:t>7</a:t>
            </a:fld>
            <a:endParaRPr lang="en-GB" altLang="sr-Latn-RS"/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2F2181C9-1C3A-405A-B9F0-89F552B0D81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B5B2826F-0473-4749-A2AA-3F977248B8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hr-HR" altLang="sr-Latn-R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>
            <a:extLst>
              <a:ext uri="{FF2B5EF4-FFF2-40B4-BE49-F238E27FC236}">
                <a16:creationId xmlns:a16="http://schemas.microsoft.com/office/drawing/2014/main" id="{8BBB0202-440D-433A-B06D-9A26D6332AA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6662E51E-9EE4-49E0-84AF-E7888E36127D}" type="slidenum">
              <a:rPr lang="en-GB" altLang="sr-Latn-RS"/>
              <a:pPr algn="r" eaLnBrk="1" hangingPunct="1">
                <a:spcBef>
                  <a:spcPct val="0"/>
                </a:spcBef>
              </a:pPr>
              <a:t>8</a:t>
            </a:fld>
            <a:endParaRPr lang="en-GB" altLang="sr-Latn-RS"/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494446D9-F6EE-43C6-BFA5-677C98ED80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9876" name="Rectangle 3">
            <a:extLst>
              <a:ext uri="{FF2B5EF4-FFF2-40B4-BE49-F238E27FC236}">
                <a16:creationId xmlns:a16="http://schemas.microsoft.com/office/drawing/2014/main" id="{87859390-44CA-47BF-8722-8D535C78C6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hr-HR" altLang="sr-Latn-R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ABEEE-F75E-1838-7165-77990E5C8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>
            <a:extLst>
              <a:ext uri="{FF2B5EF4-FFF2-40B4-BE49-F238E27FC236}">
                <a16:creationId xmlns:a16="http://schemas.microsoft.com/office/drawing/2014/main" id="{6BAC6F4E-AA8D-7148-1D9F-7F763CB5533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6662E51E-9EE4-49E0-84AF-E7888E36127D}" type="slidenum">
              <a:rPr lang="en-GB" altLang="sr-Latn-RS"/>
              <a:pPr algn="r" eaLnBrk="1" hangingPunct="1">
                <a:spcBef>
                  <a:spcPct val="0"/>
                </a:spcBef>
              </a:pPr>
              <a:t>9</a:t>
            </a:fld>
            <a:endParaRPr lang="en-GB" altLang="sr-Latn-RS"/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712F8B85-4C3B-7287-1AF9-621F440AFD1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9876" name="Rectangle 3">
            <a:extLst>
              <a:ext uri="{FF2B5EF4-FFF2-40B4-BE49-F238E27FC236}">
                <a16:creationId xmlns:a16="http://schemas.microsoft.com/office/drawing/2014/main" id="{9A88E8E0-6816-2123-0924-2BBF12D8DF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hr-HR" altLang="sr-Latn-RS"/>
          </a:p>
        </p:txBody>
      </p:sp>
    </p:spTree>
    <p:extLst>
      <p:ext uri="{BB962C8B-B14F-4D97-AF65-F5344CB8AC3E}">
        <p14:creationId xmlns:p14="http://schemas.microsoft.com/office/powerpoint/2010/main" val="23194540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4559919F-0AB2-470D-AB32-45FA8253674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5A4495C9-18AE-400F-9A66-17492075536E}" type="slidenum">
              <a:rPr lang="en-GB" altLang="sr-Latn-RS"/>
              <a:pPr algn="r" eaLnBrk="1" hangingPunct="1">
                <a:spcBef>
                  <a:spcPct val="0"/>
                </a:spcBef>
              </a:pPr>
              <a:t>10</a:t>
            </a:fld>
            <a:endParaRPr lang="en-GB" altLang="sr-Latn-RS"/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1C55EC8D-1B49-40ED-AD67-ACC111BD68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A14B7234-79F4-4891-A722-07BB9603C3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hr-HR" altLang="sr-Latn-R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>
            <a:extLst>
              <a:ext uri="{FF2B5EF4-FFF2-40B4-BE49-F238E27FC236}">
                <a16:creationId xmlns:a16="http://schemas.microsoft.com/office/drawing/2014/main" id="{33F3A308-215C-4845-B02A-EA19336C109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5A19056-270D-4361-A484-E00F2828E641}" type="slidenum">
              <a:rPr lang="en-GB" altLang="sr-Latn-RS"/>
              <a:pPr algn="r" eaLnBrk="1" hangingPunct="1">
                <a:spcBef>
                  <a:spcPct val="0"/>
                </a:spcBef>
              </a:pPr>
              <a:t>11</a:t>
            </a:fld>
            <a:endParaRPr lang="en-GB" altLang="sr-Latn-RS"/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47E362B6-01B3-4EAC-A0E2-0C409D11BD4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AA88B84B-64A3-46FB-A390-34694747DE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hr-HR" altLang="sr-Latn-R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>
            <a:extLst>
              <a:ext uri="{FF2B5EF4-FFF2-40B4-BE49-F238E27FC236}">
                <a16:creationId xmlns:a16="http://schemas.microsoft.com/office/drawing/2014/main" id="{CE2008EE-5455-43A2-B436-8C580C08A2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2E76A6A8-A629-428B-94A8-F79105311839}" type="slidenum">
              <a:rPr lang="en-GB" altLang="sr-Latn-RS"/>
              <a:pPr algn="r" eaLnBrk="1" hangingPunct="1">
                <a:spcBef>
                  <a:spcPct val="0"/>
                </a:spcBef>
              </a:pPr>
              <a:t>12</a:t>
            </a:fld>
            <a:endParaRPr lang="en-GB" altLang="sr-Latn-RS"/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67133774-1F13-4E4D-A791-81961067CFF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2948" name="Rectangle 3">
            <a:extLst>
              <a:ext uri="{FF2B5EF4-FFF2-40B4-BE49-F238E27FC236}">
                <a16:creationId xmlns:a16="http://schemas.microsoft.com/office/drawing/2014/main" id="{DCBE4CFE-DBE3-4193-9B07-56AF440E85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hr-HR" altLang="sr-Latn-R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>
            <a:extLst>
              <a:ext uri="{FF2B5EF4-FFF2-40B4-BE49-F238E27FC236}">
                <a16:creationId xmlns:a16="http://schemas.microsoft.com/office/drawing/2014/main" id="{0635180A-B3D2-4264-8831-ED06470EC3C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20989D64-0EDB-4EE7-9496-A11FDDED0F5A}" type="slidenum">
              <a:rPr lang="en-GB" altLang="sr-Latn-RS"/>
              <a:pPr algn="r" eaLnBrk="1" hangingPunct="1">
                <a:spcBef>
                  <a:spcPct val="0"/>
                </a:spcBef>
              </a:pPr>
              <a:t>13</a:t>
            </a:fld>
            <a:endParaRPr lang="en-GB" altLang="sr-Latn-RS"/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1699A2EB-31E2-47F2-9573-4B363A3A4D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3972" name="Rectangle 3">
            <a:extLst>
              <a:ext uri="{FF2B5EF4-FFF2-40B4-BE49-F238E27FC236}">
                <a16:creationId xmlns:a16="http://schemas.microsoft.com/office/drawing/2014/main" id="{081453DF-5859-4375-B09A-E28441FF14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hr-HR" altLang="sr-Latn-R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>
            <a:extLst>
              <a:ext uri="{FF2B5EF4-FFF2-40B4-BE49-F238E27FC236}">
                <a16:creationId xmlns:a16="http://schemas.microsoft.com/office/drawing/2014/main" id="{2D90BEF0-55FB-42BA-A828-172453B44F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EC430B4B-1593-4020-AFA0-84608C06E039}" type="slidenum">
              <a:rPr lang="en-GB" altLang="sr-Latn-RS"/>
              <a:pPr algn="r" eaLnBrk="1" hangingPunct="1">
                <a:spcBef>
                  <a:spcPct val="0"/>
                </a:spcBef>
              </a:pPr>
              <a:t>14</a:t>
            </a:fld>
            <a:endParaRPr lang="en-GB" altLang="sr-Latn-RS"/>
          </a:p>
        </p:txBody>
      </p:sp>
      <p:sp>
        <p:nvSpPr>
          <p:cNvPr id="84995" name="Rectangle 2">
            <a:extLst>
              <a:ext uri="{FF2B5EF4-FFF2-40B4-BE49-F238E27FC236}">
                <a16:creationId xmlns:a16="http://schemas.microsoft.com/office/drawing/2014/main" id="{7380CCF3-F9F6-4BB8-8758-BC83FF4905F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4996" name="Rectangle 3">
            <a:extLst>
              <a:ext uri="{FF2B5EF4-FFF2-40B4-BE49-F238E27FC236}">
                <a16:creationId xmlns:a16="http://schemas.microsoft.com/office/drawing/2014/main" id="{6AC6A258-3785-4776-B6AA-762A6B9076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hr-HR" altLang="sr-Latn-R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>
            <a:extLst>
              <a:ext uri="{FF2B5EF4-FFF2-40B4-BE49-F238E27FC236}">
                <a16:creationId xmlns:a16="http://schemas.microsoft.com/office/drawing/2014/main" id="{E8094241-D805-4798-901C-CFB98E6E1D0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B70BC7AC-FFA6-4445-A65D-89952AC95281}" type="slidenum">
              <a:rPr lang="en-GB" altLang="sr-Latn-RS"/>
              <a:pPr algn="r" eaLnBrk="1" hangingPunct="1">
                <a:spcBef>
                  <a:spcPct val="0"/>
                </a:spcBef>
              </a:pPr>
              <a:t>15</a:t>
            </a:fld>
            <a:endParaRPr lang="en-GB" altLang="sr-Latn-RS"/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1E45B43B-2A3E-4DA2-BD5E-73D46CDABE4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6020" name="Rectangle 3">
            <a:extLst>
              <a:ext uri="{FF2B5EF4-FFF2-40B4-BE49-F238E27FC236}">
                <a16:creationId xmlns:a16="http://schemas.microsoft.com/office/drawing/2014/main" id="{8EAFB630-DD06-4F5E-ADB7-3068E942F9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hr-HR" altLang="sr-Latn-R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>
            <a:extLst>
              <a:ext uri="{FF2B5EF4-FFF2-40B4-BE49-F238E27FC236}">
                <a16:creationId xmlns:a16="http://schemas.microsoft.com/office/drawing/2014/main" id="{F8866681-A159-452B-B353-EADEF64753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D2C83E1-10F4-4A53-B2BD-406A14C6A173}" type="slidenum">
              <a:rPr lang="en-GB" altLang="sr-Latn-RS"/>
              <a:pPr algn="r" eaLnBrk="1" hangingPunct="1">
                <a:spcBef>
                  <a:spcPct val="0"/>
                </a:spcBef>
              </a:pPr>
              <a:t>16</a:t>
            </a:fld>
            <a:endParaRPr lang="en-GB" altLang="sr-Latn-RS"/>
          </a:p>
        </p:txBody>
      </p:sp>
      <p:sp>
        <p:nvSpPr>
          <p:cNvPr id="87043" name="Rectangle 2">
            <a:extLst>
              <a:ext uri="{FF2B5EF4-FFF2-40B4-BE49-F238E27FC236}">
                <a16:creationId xmlns:a16="http://schemas.microsoft.com/office/drawing/2014/main" id="{1782C1E5-2E00-4A49-A73B-505ECF70CD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7044" name="Rectangle 3">
            <a:extLst>
              <a:ext uri="{FF2B5EF4-FFF2-40B4-BE49-F238E27FC236}">
                <a16:creationId xmlns:a16="http://schemas.microsoft.com/office/drawing/2014/main" id="{06F5A8FB-14CE-4DDB-B079-A5F522FB57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hr-HR" altLang="sr-Latn-R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>
            <a:extLst>
              <a:ext uri="{FF2B5EF4-FFF2-40B4-BE49-F238E27FC236}">
                <a16:creationId xmlns:a16="http://schemas.microsoft.com/office/drawing/2014/main" id="{FC11C835-54C5-4638-A971-74BEAD3C55B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067B7F4B-BA72-433C-B09F-B466A5AF1F84}" type="slidenum">
              <a:rPr lang="en-GB" altLang="sr-Latn-RS"/>
              <a:pPr algn="r" eaLnBrk="1" hangingPunct="1">
                <a:spcBef>
                  <a:spcPct val="0"/>
                </a:spcBef>
              </a:pPr>
              <a:t>17</a:t>
            </a:fld>
            <a:endParaRPr lang="en-GB" altLang="sr-Latn-RS"/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CAF0A34F-A3D2-4DA5-A233-ABBEBED3FC1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8068" name="Rectangle 3">
            <a:extLst>
              <a:ext uri="{FF2B5EF4-FFF2-40B4-BE49-F238E27FC236}">
                <a16:creationId xmlns:a16="http://schemas.microsoft.com/office/drawing/2014/main" id="{D911699F-1CE4-4BE1-BBD7-0743150736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hr-HR" altLang="sr-Latn-R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>
            <a:extLst>
              <a:ext uri="{FF2B5EF4-FFF2-40B4-BE49-F238E27FC236}">
                <a16:creationId xmlns:a16="http://schemas.microsoft.com/office/drawing/2014/main" id="{B47C4151-3F9B-4945-A74E-D1C08E5F6BF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4DB3D691-383C-4ED8-A691-C7EB4BE4D0A6}" type="slidenum">
              <a:rPr lang="en-GB" altLang="sr-Latn-RS"/>
              <a:pPr algn="r" eaLnBrk="1" hangingPunct="1">
                <a:spcBef>
                  <a:spcPct val="0"/>
                </a:spcBef>
              </a:pPr>
              <a:t>18</a:t>
            </a:fld>
            <a:endParaRPr lang="en-GB" altLang="sr-Latn-RS"/>
          </a:p>
        </p:txBody>
      </p:sp>
      <p:sp>
        <p:nvSpPr>
          <p:cNvPr id="89091" name="Rectangle 2">
            <a:extLst>
              <a:ext uri="{FF2B5EF4-FFF2-40B4-BE49-F238E27FC236}">
                <a16:creationId xmlns:a16="http://schemas.microsoft.com/office/drawing/2014/main" id="{7EC8A090-5199-406A-85C3-4A899DB072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89092" name="Rectangle 3">
            <a:extLst>
              <a:ext uri="{FF2B5EF4-FFF2-40B4-BE49-F238E27FC236}">
                <a16:creationId xmlns:a16="http://schemas.microsoft.com/office/drawing/2014/main" id="{A884AC83-A78A-4DC4-8F1B-9205568E9C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hr-HR" altLang="sr-Latn-R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>
            <a:extLst>
              <a:ext uri="{FF2B5EF4-FFF2-40B4-BE49-F238E27FC236}">
                <a16:creationId xmlns:a16="http://schemas.microsoft.com/office/drawing/2014/main" id="{34A9400A-3B3F-4060-8DAE-4A227B3C3E6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E368EA9E-A6EB-4FF6-BB46-8A92A0E0A1DB}" type="slidenum">
              <a:rPr lang="en-GB" altLang="sr-Latn-RS"/>
              <a:pPr algn="r" eaLnBrk="1" hangingPunct="1">
                <a:spcBef>
                  <a:spcPct val="0"/>
                </a:spcBef>
              </a:pPr>
              <a:t>19</a:t>
            </a:fld>
            <a:endParaRPr lang="en-GB" altLang="sr-Latn-RS"/>
          </a:p>
        </p:txBody>
      </p:sp>
      <p:sp>
        <p:nvSpPr>
          <p:cNvPr id="90115" name="Rectangle 2">
            <a:extLst>
              <a:ext uri="{FF2B5EF4-FFF2-40B4-BE49-F238E27FC236}">
                <a16:creationId xmlns:a16="http://schemas.microsoft.com/office/drawing/2014/main" id="{DDC1370D-DDC6-4BCC-A721-93820174AA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0116" name="Rectangle 3">
            <a:extLst>
              <a:ext uri="{FF2B5EF4-FFF2-40B4-BE49-F238E27FC236}">
                <a16:creationId xmlns:a16="http://schemas.microsoft.com/office/drawing/2014/main" id="{CA360163-932E-4E30-A929-D33F3AF148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hr-HR" altLang="sr-Latn-R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>
            <a:extLst>
              <a:ext uri="{FF2B5EF4-FFF2-40B4-BE49-F238E27FC236}">
                <a16:creationId xmlns:a16="http://schemas.microsoft.com/office/drawing/2014/main" id="{EDA1B8F4-50AC-4057-9423-B62629FEDAE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A3CD549-2A82-4CD2-AC09-63EAF71B1A7F}" type="slidenum">
              <a:rPr lang="en-GB" altLang="sr-Latn-RS"/>
              <a:pPr algn="r" eaLnBrk="1" hangingPunct="1">
                <a:spcBef>
                  <a:spcPct val="0"/>
                </a:spcBef>
              </a:pPr>
              <a:t>20</a:t>
            </a:fld>
            <a:endParaRPr lang="en-GB" altLang="sr-Latn-RS"/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0C8F8DAF-958B-4C6A-8458-388AB00F92C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id="{20C532BB-59F0-452D-9D94-100C3D66A3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hr-HR" altLang="sr-Latn-R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>
            <a:extLst>
              <a:ext uri="{FF2B5EF4-FFF2-40B4-BE49-F238E27FC236}">
                <a16:creationId xmlns:a16="http://schemas.microsoft.com/office/drawing/2014/main" id="{5AF2F5A4-02E9-4B84-9E26-7F1362E94A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548566D-5C81-4F79-B799-6A0A154B504A}" type="slidenum">
              <a:rPr lang="en-GB" altLang="sr-Latn-RS"/>
              <a:pPr algn="r" eaLnBrk="1" hangingPunct="1">
                <a:spcBef>
                  <a:spcPct val="0"/>
                </a:spcBef>
              </a:pPr>
              <a:t>21</a:t>
            </a:fld>
            <a:endParaRPr lang="en-GB" altLang="sr-Latn-RS"/>
          </a:p>
        </p:txBody>
      </p:sp>
      <p:sp>
        <p:nvSpPr>
          <p:cNvPr id="92163" name="Rectangle 2">
            <a:extLst>
              <a:ext uri="{FF2B5EF4-FFF2-40B4-BE49-F238E27FC236}">
                <a16:creationId xmlns:a16="http://schemas.microsoft.com/office/drawing/2014/main" id="{C121FA5F-3A6B-449A-8874-FE33CC9D81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2164" name="Rectangle 3">
            <a:extLst>
              <a:ext uri="{FF2B5EF4-FFF2-40B4-BE49-F238E27FC236}">
                <a16:creationId xmlns:a16="http://schemas.microsoft.com/office/drawing/2014/main" id="{05740A4D-1B6D-47FD-A5C4-42E8065DF7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hr-HR" altLang="sr-Latn-R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3BB26371-6AB2-4528-82A1-3FC9350E548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DCD730E7-1019-480C-A134-80B16C48EF35}" type="slidenum">
              <a:rPr lang="en-GB" altLang="sr-Latn-RS"/>
              <a:pPr algn="r" eaLnBrk="1" hangingPunct="1">
                <a:spcBef>
                  <a:spcPct val="0"/>
                </a:spcBef>
              </a:pPr>
              <a:t>22</a:t>
            </a:fld>
            <a:endParaRPr lang="en-GB" altLang="sr-Latn-RS"/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1750ADF1-8FDF-4DF5-8638-61BD30E5692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D72BF2E7-4C3F-49DB-964D-E6742F9711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hr-HR" altLang="sr-Latn-R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>
            <a:extLst>
              <a:ext uri="{FF2B5EF4-FFF2-40B4-BE49-F238E27FC236}">
                <a16:creationId xmlns:a16="http://schemas.microsoft.com/office/drawing/2014/main" id="{36755E57-3D9D-42C7-8FBC-2AF5DF325B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6F1F83EF-D60A-4FD3-B082-2DDB75306CA7}" type="slidenum">
              <a:rPr lang="en-GB" altLang="sr-Latn-RS"/>
              <a:pPr algn="r" eaLnBrk="1" hangingPunct="1">
                <a:spcBef>
                  <a:spcPct val="0"/>
                </a:spcBef>
              </a:pPr>
              <a:t>23</a:t>
            </a:fld>
            <a:endParaRPr lang="en-GB" altLang="sr-Latn-RS"/>
          </a:p>
        </p:txBody>
      </p:sp>
      <p:sp>
        <p:nvSpPr>
          <p:cNvPr id="94211" name="Rectangle 2">
            <a:extLst>
              <a:ext uri="{FF2B5EF4-FFF2-40B4-BE49-F238E27FC236}">
                <a16:creationId xmlns:a16="http://schemas.microsoft.com/office/drawing/2014/main" id="{7FBB1B23-115C-4BEC-9875-497E0F41C2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4212" name="Rectangle 3">
            <a:extLst>
              <a:ext uri="{FF2B5EF4-FFF2-40B4-BE49-F238E27FC236}">
                <a16:creationId xmlns:a16="http://schemas.microsoft.com/office/drawing/2014/main" id="{5A23CF99-9A0D-4DF9-A96C-FFE6C4C4BB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hr-HR" altLang="sr-Latn-R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>
            <a:extLst>
              <a:ext uri="{FF2B5EF4-FFF2-40B4-BE49-F238E27FC236}">
                <a16:creationId xmlns:a16="http://schemas.microsoft.com/office/drawing/2014/main" id="{40A9E8F7-C77B-43B1-BBEF-2B1EF2E7F4E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851302A-4E58-4FD1-8BE7-806D4C810C7A}" type="slidenum">
              <a:rPr lang="en-GB" altLang="sr-Latn-RS"/>
              <a:pPr algn="r" eaLnBrk="1" hangingPunct="1">
                <a:spcBef>
                  <a:spcPct val="0"/>
                </a:spcBef>
              </a:pPr>
              <a:t>24</a:t>
            </a:fld>
            <a:endParaRPr lang="en-GB" altLang="sr-Latn-RS"/>
          </a:p>
        </p:txBody>
      </p:sp>
      <p:sp>
        <p:nvSpPr>
          <p:cNvPr id="95235" name="Rectangle 2">
            <a:extLst>
              <a:ext uri="{FF2B5EF4-FFF2-40B4-BE49-F238E27FC236}">
                <a16:creationId xmlns:a16="http://schemas.microsoft.com/office/drawing/2014/main" id="{9A454FBF-B804-472A-BDEB-072036AE3A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5236" name="Rectangle 3">
            <a:extLst>
              <a:ext uri="{FF2B5EF4-FFF2-40B4-BE49-F238E27FC236}">
                <a16:creationId xmlns:a16="http://schemas.microsoft.com/office/drawing/2014/main" id="{64D546DD-AFEC-46C2-8FCD-87ABA1326A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hr-HR" altLang="sr-Latn-R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>
            <a:extLst>
              <a:ext uri="{FF2B5EF4-FFF2-40B4-BE49-F238E27FC236}">
                <a16:creationId xmlns:a16="http://schemas.microsoft.com/office/drawing/2014/main" id="{13F3EFDF-FA4E-4B42-84CF-6E2DBB03ACE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8BC56D37-E98E-4619-A1B7-523BE17A5AF9}" type="slidenum">
              <a:rPr lang="en-GB" altLang="sr-Latn-RS"/>
              <a:pPr algn="r" eaLnBrk="1" hangingPunct="1">
                <a:spcBef>
                  <a:spcPct val="0"/>
                </a:spcBef>
              </a:pPr>
              <a:t>25</a:t>
            </a:fld>
            <a:endParaRPr lang="en-GB" altLang="sr-Latn-RS"/>
          </a:p>
        </p:txBody>
      </p:sp>
      <p:sp>
        <p:nvSpPr>
          <p:cNvPr id="96259" name="Rectangle 2">
            <a:extLst>
              <a:ext uri="{FF2B5EF4-FFF2-40B4-BE49-F238E27FC236}">
                <a16:creationId xmlns:a16="http://schemas.microsoft.com/office/drawing/2014/main" id="{9495C5FC-EDA7-4076-A3BE-733516662E6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6260" name="Rectangle 3">
            <a:extLst>
              <a:ext uri="{FF2B5EF4-FFF2-40B4-BE49-F238E27FC236}">
                <a16:creationId xmlns:a16="http://schemas.microsoft.com/office/drawing/2014/main" id="{690FD6C6-B63A-40A1-AEB6-94C2235B22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hr-HR" altLang="sr-Latn-R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>
            <a:extLst>
              <a:ext uri="{FF2B5EF4-FFF2-40B4-BE49-F238E27FC236}">
                <a16:creationId xmlns:a16="http://schemas.microsoft.com/office/drawing/2014/main" id="{A7156D78-4D34-48F6-AAA4-128608A7ED0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0289A747-1A78-4CEB-A823-1BD15CD6E548}" type="slidenum">
              <a:rPr lang="en-GB" altLang="sr-Latn-RS"/>
              <a:pPr algn="r" eaLnBrk="1" hangingPunct="1">
                <a:spcBef>
                  <a:spcPct val="0"/>
                </a:spcBef>
              </a:pPr>
              <a:t>26</a:t>
            </a:fld>
            <a:endParaRPr lang="en-GB" altLang="sr-Latn-RS"/>
          </a:p>
        </p:txBody>
      </p:sp>
      <p:sp>
        <p:nvSpPr>
          <p:cNvPr id="97283" name="Rectangle 2">
            <a:extLst>
              <a:ext uri="{FF2B5EF4-FFF2-40B4-BE49-F238E27FC236}">
                <a16:creationId xmlns:a16="http://schemas.microsoft.com/office/drawing/2014/main" id="{C6771FBC-7D36-4172-A2C8-0E247318AA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7284" name="Rectangle 3">
            <a:extLst>
              <a:ext uri="{FF2B5EF4-FFF2-40B4-BE49-F238E27FC236}">
                <a16:creationId xmlns:a16="http://schemas.microsoft.com/office/drawing/2014/main" id="{07FF6277-D909-4886-8762-C0A68E92B5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hr-HR" altLang="sr-Latn-R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>
            <a:extLst>
              <a:ext uri="{FF2B5EF4-FFF2-40B4-BE49-F238E27FC236}">
                <a16:creationId xmlns:a16="http://schemas.microsoft.com/office/drawing/2014/main" id="{287F13E3-56C8-4DCE-8CC8-48E4297685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05FEEB3-B8A2-4E3D-B621-7C0E0132F82D}" type="slidenum">
              <a:rPr lang="en-GB" altLang="sr-Latn-RS"/>
              <a:pPr algn="r" eaLnBrk="1" hangingPunct="1">
                <a:spcBef>
                  <a:spcPct val="0"/>
                </a:spcBef>
              </a:pPr>
              <a:t>27</a:t>
            </a:fld>
            <a:endParaRPr lang="en-GB" altLang="sr-Latn-RS"/>
          </a:p>
        </p:txBody>
      </p:sp>
      <p:sp>
        <p:nvSpPr>
          <p:cNvPr id="98307" name="Rectangle 2">
            <a:extLst>
              <a:ext uri="{FF2B5EF4-FFF2-40B4-BE49-F238E27FC236}">
                <a16:creationId xmlns:a16="http://schemas.microsoft.com/office/drawing/2014/main" id="{A658B1FF-F003-4AF0-B67D-61B42350C14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8308" name="Rectangle 3">
            <a:extLst>
              <a:ext uri="{FF2B5EF4-FFF2-40B4-BE49-F238E27FC236}">
                <a16:creationId xmlns:a16="http://schemas.microsoft.com/office/drawing/2014/main" id="{A01C47A7-346C-4B25-8CFC-0337E6E1AD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hr-HR" altLang="sr-Latn-R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>
            <a:extLst>
              <a:ext uri="{FF2B5EF4-FFF2-40B4-BE49-F238E27FC236}">
                <a16:creationId xmlns:a16="http://schemas.microsoft.com/office/drawing/2014/main" id="{61B2A72B-8176-4A2E-9282-B139A901831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22FB2300-A5CA-4325-903D-6C74CFF40994}" type="slidenum">
              <a:rPr lang="en-GB" altLang="sr-Latn-RS"/>
              <a:pPr algn="r" eaLnBrk="1" hangingPunct="1">
                <a:spcBef>
                  <a:spcPct val="0"/>
                </a:spcBef>
              </a:pPr>
              <a:t>28</a:t>
            </a:fld>
            <a:endParaRPr lang="en-GB" altLang="sr-Latn-RS"/>
          </a:p>
        </p:txBody>
      </p:sp>
      <p:sp>
        <p:nvSpPr>
          <p:cNvPr id="99331" name="Rectangle 2">
            <a:extLst>
              <a:ext uri="{FF2B5EF4-FFF2-40B4-BE49-F238E27FC236}">
                <a16:creationId xmlns:a16="http://schemas.microsoft.com/office/drawing/2014/main" id="{69562A8F-5404-4DEB-B96D-0668445D1E5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9332" name="Rectangle 3">
            <a:extLst>
              <a:ext uri="{FF2B5EF4-FFF2-40B4-BE49-F238E27FC236}">
                <a16:creationId xmlns:a16="http://schemas.microsoft.com/office/drawing/2014/main" id="{224516A5-785F-4FF2-98AB-0299D1A74B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hr-HR" altLang="sr-Latn-R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>
            <a:extLst>
              <a:ext uri="{FF2B5EF4-FFF2-40B4-BE49-F238E27FC236}">
                <a16:creationId xmlns:a16="http://schemas.microsoft.com/office/drawing/2014/main" id="{8F6C2189-D28B-439E-A69B-54C4C1201D8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B6380FE2-1881-4955-B1C4-A59B60C6D47A}" type="slidenum">
              <a:rPr lang="en-GB" altLang="sr-Latn-RS"/>
              <a:pPr algn="r" eaLnBrk="1" hangingPunct="1">
                <a:spcBef>
                  <a:spcPct val="0"/>
                </a:spcBef>
              </a:pPr>
              <a:t>29</a:t>
            </a:fld>
            <a:endParaRPr lang="en-GB" altLang="sr-Latn-RS"/>
          </a:p>
        </p:txBody>
      </p:sp>
      <p:sp>
        <p:nvSpPr>
          <p:cNvPr id="100355" name="Rectangle 2">
            <a:extLst>
              <a:ext uri="{FF2B5EF4-FFF2-40B4-BE49-F238E27FC236}">
                <a16:creationId xmlns:a16="http://schemas.microsoft.com/office/drawing/2014/main" id="{E403751A-2424-4E0E-AF69-20CE9910C1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0356" name="Rectangle 3">
            <a:extLst>
              <a:ext uri="{FF2B5EF4-FFF2-40B4-BE49-F238E27FC236}">
                <a16:creationId xmlns:a16="http://schemas.microsoft.com/office/drawing/2014/main" id="{4852427B-2D54-42F1-BB88-6F9B707D4A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hr-HR" altLang="sr-Latn-R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>
            <a:extLst>
              <a:ext uri="{FF2B5EF4-FFF2-40B4-BE49-F238E27FC236}">
                <a16:creationId xmlns:a16="http://schemas.microsoft.com/office/drawing/2014/main" id="{1CD96DE5-B06C-467F-9759-FF4DBEE8AA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5C9F0D92-CA30-4D58-964D-5AB46BD63745}" type="slidenum">
              <a:rPr lang="en-GB" altLang="sr-Latn-RS"/>
              <a:pPr algn="r" eaLnBrk="1" hangingPunct="1">
                <a:spcBef>
                  <a:spcPct val="0"/>
                </a:spcBef>
              </a:pPr>
              <a:t>30</a:t>
            </a:fld>
            <a:endParaRPr lang="en-GB" altLang="sr-Latn-RS"/>
          </a:p>
        </p:txBody>
      </p:sp>
      <p:sp>
        <p:nvSpPr>
          <p:cNvPr id="101379" name="Rectangle 2">
            <a:extLst>
              <a:ext uri="{FF2B5EF4-FFF2-40B4-BE49-F238E27FC236}">
                <a16:creationId xmlns:a16="http://schemas.microsoft.com/office/drawing/2014/main" id="{3AF78E8F-740E-4D50-A780-BA57E92A93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1380" name="Rectangle 3">
            <a:extLst>
              <a:ext uri="{FF2B5EF4-FFF2-40B4-BE49-F238E27FC236}">
                <a16:creationId xmlns:a16="http://schemas.microsoft.com/office/drawing/2014/main" id="{4908D573-037A-4A87-8392-EA078F7F8A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hr-HR" altLang="sr-Latn-R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>
            <a:extLst>
              <a:ext uri="{FF2B5EF4-FFF2-40B4-BE49-F238E27FC236}">
                <a16:creationId xmlns:a16="http://schemas.microsoft.com/office/drawing/2014/main" id="{DC0F80B1-E099-4C65-B2F8-14D4E4032C4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63C3F999-4735-4236-874B-D3956FB407F4}" type="slidenum">
              <a:rPr lang="en-GB" altLang="sr-Latn-RS"/>
              <a:pPr algn="r" eaLnBrk="1" hangingPunct="1">
                <a:spcBef>
                  <a:spcPct val="0"/>
                </a:spcBef>
              </a:pPr>
              <a:t>31</a:t>
            </a:fld>
            <a:endParaRPr lang="en-GB" altLang="sr-Latn-RS"/>
          </a:p>
        </p:txBody>
      </p:sp>
      <p:sp>
        <p:nvSpPr>
          <p:cNvPr id="102403" name="Rectangle 2">
            <a:extLst>
              <a:ext uri="{FF2B5EF4-FFF2-40B4-BE49-F238E27FC236}">
                <a16:creationId xmlns:a16="http://schemas.microsoft.com/office/drawing/2014/main" id="{EA5985F6-1D8B-45DF-B464-D9C44B656C1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2404" name="Rectangle 3">
            <a:extLst>
              <a:ext uri="{FF2B5EF4-FFF2-40B4-BE49-F238E27FC236}">
                <a16:creationId xmlns:a16="http://schemas.microsoft.com/office/drawing/2014/main" id="{C3BC7C17-0B2D-42C4-AFF9-1DBCA2E99A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hr-HR" altLang="sr-Latn-R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>
            <a:extLst>
              <a:ext uri="{FF2B5EF4-FFF2-40B4-BE49-F238E27FC236}">
                <a16:creationId xmlns:a16="http://schemas.microsoft.com/office/drawing/2014/main" id="{5D55DA0A-261E-42F4-8D07-0185190C8B8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2DCE9299-0579-41F6-A971-59DA299B80A3}" type="slidenum">
              <a:rPr lang="en-GB" altLang="sr-Latn-RS"/>
              <a:pPr algn="r" eaLnBrk="1" hangingPunct="1">
                <a:spcBef>
                  <a:spcPct val="0"/>
                </a:spcBef>
              </a:pPr>
              <a:t>32</a:t>
            </a:fld>
            <a:endParaRPr lang="en-GB" altLang="sr-Latn-RS"/>
          </a:p>
        </p:txBody>
      </p:sp>
      <p:sp>
        <p:nvSpPr>
          <p:cNvPr id="103427" name="Rectangle 2">
            <a:extLst>
              <a:ext uri="{FF2B5EF4-FFF2-40B4-BE49-F238E27FC236}">
                <a16:creationId xmlns:a16="http://schemas.microsoft.com/office/drawing/2014/main" id="{8DB87E6F-3E5F-47EA-B8D5-B0695CDB8CF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3428" name="Rectangle 3">
            <a:extLst>
              <a:ext uri="{FF2B5EF4-FFF2-40B4-BE49-F238E27FC236}">
                <a16:creationId xmlns:a16="http://schemas.microsoft.com/office/drawing/2014/main" id="{83FF0F67-F038-4F1E-B7A8-2449F1C0D7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hr-HR" altLang="sr-Latn-R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>
            <a:extLst>
              <a:ext uri="{FF2B5EF4-FFF2-40B4-BE49-F238E27FC236}">
                <a16:creationId xmlns:a16="http://schemas.microsoft.com/office/drawing/2014/main" id="{2562398F-EC3D-4BCC-B300-F1B7621E5D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07CA84A5-BDF2-42CE-AC28-9AECC11E8A64}" type="slidenum">
              <a:rPr lang="en-GB" altLang="sr-Latn-RS"/>
              <a:pPr algn="r" eaLnBrk="1" hangingPunct="1">
                <a:spcBef>
                  <a:spcPct val="0"/>
                </a:spcBef>
              </a:pPr>
              <a:t>33</a:t>
            </a:fld>
            <a:endParaRPr lang="en-GB" altLang="sr-Latn-RS"/>
          </a:p>
        </p:txBody>
      </p:sp>
      <p:sp>
        <p:nvSpPr>
          <p:cNvPr id="104451" name="Rectangle 2">
            <a:extLst>
              <a:ext uri="{FF2B5EF4-FFF2-40B4-BE49-F238E27FC236}">
                <a16:creationId xmlns:a16="http://schemas.microsoft.com/office/drawing/2014/main" id="{6AFD7488-2ABA-4B17-97AF-4366095DAF6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4452" name="Rectangle 3">
            <a:extLst>
              <a:ext uri="{FF2B5EF4-FFF2-40B4-BE49-F238E27FC236}">
                <a16:creationId xmlns:a16="http://schemas.microsoft.com/office/drawing/2014/main" id="{C8234855-9045-4504-829F-C8E5E4D4BB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hr-HR" altLang="sr-Latn-R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>
            <a:extLst>
              <a:ext uri="{FF2B5EF4-FFF2-40B4-BE49-F238E27FC236}">
                <a16:creationId xmlns:a16="http://schemas.microsoft.com/office/drawing/2014/main" id="{74F71DA9-FA51-49F8-9D7A-18BFCD4DC91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166F21D0-BE7B-45C5-997A-339558DF8060}" type="slidenum">
              <a:rPr lang="en-GB" altLang="sr-Latn-RS"/>
              <a:pPr algn="r" eaLnBrk="1" hangingPunct="1">
                <a:spcBef>
                  <a:spcPct val="0"/>
                </a:spcBef>
              </a:pPr>
              <a:t>34</a:t>
            </a:fld>
            <a:endParaRPr lang="en-GB" altLang="sr-Latn-RS"/>
          </a:p>
        </p:txBody>
      </p:sp>
      <p:sp>
        <p:nvSpPr>
          <p:cNvPr id="105475" name="Rectangle 2">
            <a:extLst>
              <a:ext uri="{FF2B5EF4-FFF2-40B4-BE49-F238E27FC236}">
                <a16:creationId xmlns:a16="http://schemas.microsoft.com/office/drawing/2014/main" id="{3CB5866D-D4BE-40E0-8069-AC22440182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5476" name="Rectangle 3">
            <a:extLst>
              <a:ext uri="{FF2B5EF4-FFF2-40B4-BE49-F238E27FC236}">
                <a16:creationId xmlns:a16="http://schemas.microsoft.com/office/drawing/2014/main" id="{56D75FF9-B49C-4675-9BBD-635477F2C1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hr-HR" altLang="sr-Latn-R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>
            <a:extLst>
              <a:ext uri="{FF2B5EF4-FFF2-40B4-BE49-F238E27FC236}">
                <a16:creationId xmlns:a16="http://schemas.microsoft.com/office/drawing/2014/main" id="{A9EE7CDE-705E-4518-8895-BBF49A9FC07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24605687-31A3-4A81-B8A6-D57399889094}" type="slidenum">
              <a:rPr lang="en-GB" altLang="sr-Latn-RS"/>
              <a:pPr algn="r" eaLnBrk="1" hangingPunct="1">
                <a:spcBef>
                  <a:spcPct val="0"/>
                </a:spcBef>
              </a:pPr>
              <a:t>35</a:t>
            </a:fld>
            <a:endParaRPr lang="en-GB" altLang="sr-Latn-RS"/>
          </a:p>
        </p:txBody>
      </p:sp>
      <p:sp>
        <p:nvSpPr>
          <p:cNvPr id="106499" name="Rectangle 2">
            <a:extLst>
              <a:ext uri="{FF2B5EF4-FFF2-40B4-BE49-F238E27FC236}">
                <a16:creationId xmlns:a16="http://schemas.microsoft.com/office/drawing/2014/main" id="{D5B652C7-792B-498F-93E9-55AA407C6C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6500" name="Rectangle 3">
            <a:extLst>
              <a:ext uri="{FF2B5EF4-FFF2-40B4-BE49-F238E27FC236}">
                <a16:creationId xmlns:a16="http://schemas.microsoft.com/office/drawing/2014/main" id="{B4B6E13D-F6B7-442A-AA02-827D10CF30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hr-HR" altLang="sr-Latn-R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>
            <a:extLst>
              <a:ext uri="{FF2B5EF4-FFF2-40B4-BE49-F238E27FC236}">
                <a16:creationId xmlns:a16="http://schemas.microsoft.com/office/drawing/2014/main" id="{A4C3B4F5-329D-4D83-82B2-D652BD5870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FCA9D0C2-8D8D-43D2-99CD-544473E1B28B}" type="slidenum">
              <a:rPr lang="en-GB" altLang="sr-Latn-RS"/>
              <a:pPr algn="r" eaLnBrk="1" hangingPunct="1">
                <a:spcBef>
                  <a:spcPct val="0"/>
                </a:spcBef>
              </a:pPr>
              <a:t>36</a:t>
            </a:fld>
            <a:endParaRPr lang="en-GB" altLang="sr-Latn-RS"/>
          </a:p>
        </p:txBody>
      </p:sp>
      <p:sp>
        <p:nvSpPr>
          <p:cNvPr id="107523" name="Rectangle 2">
            <a:extLst>
              <a:ext uri="{FF2B5EF4-FFF2-40B4-BE49-F238E27FC236}">
                <a16:creationId xmlns:a16="http://schemas.microsoft.com/office/drawing/2014/main" id="{262F051A-6FA2-44C7-A2C4-8EE7440D24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7524" name="Rectangle 3">
            <a:extLst>
              <a:ext uri="{FF2B5EF4-FFF2-40B4-BE49-F238E27FC236}">
                <a16:creationId xmlns:a16="http://schemas.microsoft.com/office/drawing/2014/main" id="{C7909BD5-CC05-497C-82A6-4204F46D8B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hr-HR" altLang="sr-Latn-R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>
            <a:extLst>
              <a:ext uri="{FF2B5EF4-FFF2-40B4-BE49-F238E27FC236}">
                <a16:creationId xmlns:a16="http://schemas.microsoft.com/office/drawing/2014/main" id="{EFD19AD8-753C-4086-ABC8-C17AD4B7E5A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A24D9DBB-5BA9-48C1-B953-C41E39C7B41E}" type="slidenum">
              <a:rPr lang="en-GB" altLang="sr-Latn-RS"/>
              <a:pPr algn="r" eaLnBrk="1" hangingPunct="1">
                <a:spcBef>
                  <a:spcPct val="0"/>
                </a:spcBef>
              </a:pPr>
              <a:t>37</a:t>
            </a:fld>
            <a:endParaRPr lang="en-GB" altLang="sr-Latn-RS"/>
          </a:p>
        </p:txBody>
      </p:sp>
      <p:sp>
        <p:nvSpPr>
          <p:cNvPr id="108547" name="Rectangle 2">
            <a:extLst>
              <a:ext uri="{FF2B5EF4-FFF2-40B4-BE49-F238E27FC236}">
                <a16:creationId xmlns:a16="http://schemas.microsoft.com/office/drawing/2014/main" id="{4CAE221C-7230-4E3A-9C66-4396F58BC2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8548" name="Rectangle 3">
            <a:extLst>
              <a:ext uri="{FF2B5EF4-FFF2-40B4-BE49-F238E27FC236}">
                <a16:creationId xmlns:a16="http://schemas.microsoft.com/office/drawing/2014/main" id="{6D144659-D8A7-40DB-8727-7D2D9BA4EF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hr-HR" altLang="sr-Latn-R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>
            <a:extLst>
              <a:ext uri="{FF2B5EF4-FFF2-40B4-BE49-F238E27FC236}">
                <a16:creationId xmlns:a16="http://schemas.microsoft.com/office/drawing/2014/main" id="{8BF5D6D2-F349-4BA7-B7FB-B1D3D2A7467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E827E6F6-A509-4004-A4C3-FFD847BF1072}" type="slidenum">
              <a:rPr lang="en-GB" altLang="sr-Latn-RS"/>
              <a:pPr algn="r" eaLnBrk="1" hangingPunct="1">
                <a:spcBef>
                  <a:spcPct val="0"/>
                </a:spcBef>
              </a:pPr>
              <a:t>38</a:t>
            </a:fld>
            <a:endParaRPr lang="en-GB" altLang="sr-Latn-RS"/>
          </a:p>
        </p:txBody>
      </p:sp>
      <p:sp>
        <p:nvSpPr>
          <p:cNvPr id="109571" name="Rectangle 2">
            <a:extLst>
              <a:ext uri="{FF2B5EF4-FFF2-40B4-BE49-F238E27FC236}">
                <a16:creationId xmlns:a16="http://schemas.microsoft.com/office/drawing/2014/main" id="{AEA530DA-5026-4185-B962-13F42DB2549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09572" name="Rectangle 3">
            <a:extLst>
              <a:ext uri="{FF2B5EF4-FFF2-40B4-BE49-F238E27FC236}">
                <a16:creationId xmlns:a16="http://schemas.microsoft.com/office/drawing/2014/main" id="{7E87D383-83B7-4E14-830B-7D539209A2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hr-HR" altLang="sr-Latn-R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9B624674-FD9B-D207-2274-3CABC0894B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hr-HR"/>
              <a:t>Kliknite da biste uredili stil naslova matrice</a:t>
            </a:r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B0DCC4A0-2B6B-7289-3AB9-501B915852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hr-HR"/>
              <a:t>Kliknite da biste uredili stil podnaslova matrice</a:t>
            </a:r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8762E9BA-1258-E4E4-5DCC-F13C77AFA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057DE2A-2E2F-4A72-ACFF-3F13EB4BBFA9}" type="datetime1">
              <a:rPr lang="hr-HR" smtClean="0"/>
              <a:t>31.10.2025.</a:t>
            </a:fld>
            <a:endParaRPr lang="en-GB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61927EF1-70F4-B70A-0901-F1151AE5F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Predavanje 5</a:t>
            </a:r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6DDF401B-59E7-F9DE-529B-0B0DAC61E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14E20-BA2A-43FD-BB4B-65CF80A0D6DA}" type="slidenum">
              <a:rPr lang="en-GB" altLang="sr-Latn-RS" smtClean="0"/>
              <a:pPr/>
              <a:t>‹#›</a:t>
            </a:fld>
            <a:endParaRPr lang="en-GB" altLang="sr-Latn-RS"/>
          </a:p>
        </p:txBody>
      </p:sp>
    </p:spTree>
    <p:extLst>
      <p:ext uri="{BB962C8B-B14F-4D97-AF65-F5344CB8AC3E}">
        <p14:creationId xmlns:p14="http://schemas.microsoft.com/office/powerpoint/2010/main" val="3803433129"/>
      </p:ext>
    </p:extLst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3262374F-406B-85F0-BD83-EF5FD1A75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F68D382D-D685-3FFA-2309-6FAD13E948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B1C25974-5507-38CF-FD92-DADAE0BBA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057DE2A-2E2F-4A72-ACFF-3F13EB4BBFA9}" type="datetime1">
              <a:rPr lang="hr-HR" smtClean="0"/>
              <a:t>31.10.2025.</a:t>
            </a:fld>
            <a:endParaRPr lang="en-GB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AB846CD0-6DE0-A3C0-5AEB-7C9189327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Predavanje 5</a:t>
            </a:r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5D607E55-1E84-BBDC-7EA3-AF4B26303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14E20-BA2A-43FD-BB4B-65CF80A0D6DA}" type="slidenum">
              <a:rPr lang="en-GB" altLang="sr-Latn-RS" smtClean="0"/>
              <a:pPr/>
              <a:t>‹#›</a:t>
            </a:fld>
            <a:endParaRPr lang="en-GB" altLang="sr-Latn-RS"/>
          </a:p>
        </p:txBody>
      </p:sp>
    </p:spTree>
    <p:extLst>
      <p:ext uri="{BB962C8B-B14F-4D97-AF65-F5344CB8AC3E}">
        <p14:creationId xmlns:p14="http://schemas.microsoft.com/office/powerpoint/2010/main" val="3286975687"/>
      </p:ext>
    </p:extLst>
  </p:cSld>
  <p:clrMapOvr>
    <a:masterClrMapping/>
  </p:clrMapOvr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aglavlje sekci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0D2BAC1E-B5AF-01E6-196E-533461A18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teksta 2">
            <a:extLst>
              <a:ext uri="{FF2B5EF4-FFF2-40B4-BE49-F238E27FC236}">
                <a16:creationId xmlns:a16="http://schemas.microsoft.com/office/drawing/2014/main" id="{FF243BD5-E866-B129-2900-A7DE71617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6D6F5E32-8FA8-7C29-26C5-3EC1FEFAE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057DE2A-2E2F-4A72-ACFF-3F13EB4BBFA9}" type="datetime1">
              <a:rPr lang="hr-HR" smtClean="0"/>
              <a:t>31.10.2025.</a:t>
            </a:fld>
            <a:endParaRPr lang="en-GB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53C7EED8-AF72-93A5-B76C-0AED8103B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Predavanje 5</a:t>
            </a:r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103E23B4-6C2A-DC22-406E-60ABABC33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14E20-BA2A-43FD-BB4B-65CF80A0D6DA}" type="slidenum">
              <a:rPr lang="en-GB" altLang="sr-Latn-RS" smtClean="0"/>
              <a:pPr/>
              <a:t>‹#›</a:t>
            </a:fld>
            <a:endParaRPr lang="en-GB" altLang="sr-Latn-RS"/>
          </a:p>
        </p:txBody>
      </p:sp>
    </p:spTree>
    <p:extLst>
      <p:ext uri="{BB962C8B-B14F-4D97-AF65-F5344CB8AC3E}">
        <p14:creationId xmlns:p14="http://schemas.microsoft.com/office/powerpoint/2010/main" val="2847325532"/>
      </p:ext>
    </p:extLst>
  </p:cSld>
  <p:clrMapOvr>
    <a:masterClrMapping/>
  </p:clrMapOvr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sadrž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6BE09231-ABBD-E511-E9B7-354D52F1E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D9EA0BFB-87D8-9C0A-E472-F7AE95C6A9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4" name="Rezervirano mjesto sadržaja 3">
            <a:extLst>
              <a:ext uri="{FF2B5EF4-FFF2-40B4-BE49-F238E27FC236}">
                <a16:creationId xmlns:a16="http://schemas.microsoft.com/office/drawing/2014/main" id="{55BFA6B9-1D31-5EA7-76F4-5FC1B48383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5" name="Rezervirano mjesto datuma 4">
            <a:extLst>
              <a:ext uri="{FF2B5EF4-FFF2-40B4-BE49-F238E27FC236}">
                <a16:creationId xmlns:a16="http://schemas.microsoft.com/office/drawing/2014/main" id="{9CEF4F4F-8F42-3F22-0897-F2E9A41CF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057DE2A-2E2F-4A72-ACFF-3F13EB4BBFA9}" type="datetime1">
              <a:rPr lang="hr-HR" smtClean="0"/>
              <a:t>31.10.2025.</a:t>
            </a:fld>
            <a:endParaRPr lang="en-GB"/>
          </a:p>
        </p:txBody>
      </p:sp>
      <p:sp>
        <p:nvSpPr>
          <p:cNvPr id="6" name="Rezervirano mjesto podnožja 5">
            <a:extLst>
              <a:ext uri="{FF2B5EF4-FFF2-40B4-BE49-F238E27FC236}">
                <a16:creationId xmlns:a16="http://schemas.microsoft.com/office/drawing/2014/main" id="{597D5E1F-F932-5200-7104-B3AA2B63A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Predavanje 5</a:t>
            </a:r>
          </a:p>
        </p:txBody>
      </p:sp>
      <p:sp>
        <p:nvSpPr>
          <p:cNvPr id="7" name="Rezervirano mjesto broja slajda 6">
            <a:extLst>
              <a:ext uri="{FF2B5EF4-FFF2-40B4-BE49-F238E27FC236}">
                <a16:creationId xmlns:a16="http://schemas.microsoft.com/office/drawing/2014/main" id="{DF981A69-83B5-4A96-7E8D-32C436D0D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14E20-BA2A-43FD-BB4B-65CF80A0D6DA}" type="slidenum">
              <a:rPr lang="en-GB" altLang="sr-Latn-RS" smtClean="0"/>
              <a:pPr/>
              <a:t>‹#›</a:t>
            </a:fld>
            <a:endParaRPr lang="en-GB" altLang="sr-Latn-RS"/>
          </a:p>
        </p:txBody>
      </p:sp>
    </p:spTree>
    <p:extLst>
      <p:ext uri="{BB962C8B-B14F-4D97-AF65-F5344CB8AC3E}">
        <p14:creationId xmlns:p14="http://schemas.microsoft.com/office/powerpoint/2010/main" val="250228606"/>
      </p:ext>
    </p:extLst>
  </p:cSld>
  <p:clrMapOvr>
    <a:masterClrMapping/>
  </p:clrMapOvr>
  <p:hf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Usporedb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AED48818-F2CE-F83C-F7C6-DF9A6B2F4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teksta 2">
            <a:extLst>
              <a:ext uri="{FF2B5EF4-FFF2-40B4-BE49-F238E27FC236}">
                <a16:creationId xmlns:a16="http://schemas.microsoft.com/office/drawing/2014/main" id="{04F3C7B7-1CB4-B459-C4E7-09594512B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Rezervirano mjesto sadržaja 3">
            <a:extLst>
              <a:ext uri="{FF2B5EF4-FFF2-40B4-BE49-F238E27FC236}">
                <a16:creationId xmlns:a16="http://schemas.microsoft.com/office/drawing/2014/main" id="{47D76B94-B6EB-3BDB-BFC2-A7C20BF0E2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5" name="Rezervirano mjesto teksta 4">
            <a:extLst>
              <a:ext uri="{FF2B5EF4-FFF2-40B4-BE49-F238E27FC236}">
                <a16:creationId xmlns:a16="http://schemas.microsoft.com/office/drawing/2014/main" id="{C066215B-06BE-4B8E-3B78-78E214A2CE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6" name="Rezervirano mjesto sadržaja 5">
            <a:extLst>
              <a:ext uri="{FF2B5EF4-FFF2-40B4-BE49-F238E27FC236}">
                <a16:creationId xmlns:a16="http://schemas.microsoft.com/office/drawing/2014/main" id="{2576EE35-B21D-D912-499A-225B8AFE65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7" name="Rezervirano mjesto datuma 6">
            <a:extLst>
              <a:ext uri="{FF2B5EF4-FFF2-40B4-BE49-F238E27FC236}">
                <a16:creationId xmlns:a16="http://schemas.microsoft.com/office/drawing/2014/main" id="{546C27B8-A618-2864-60A6-E2CEA42A3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057DE2A-2E2F-4A72-ACFF-3F13EB4BBFA9}" type="datetime1">
              <a:rPr lang="hr-HR" smtClean="0"/>
              <a:t>31.10.2025.</a:t>
            </a:fld>
            <a:endParaRPr lang="en-GB"/>
          </a:p>
        </p:txBody>
      </p:sp>
      <p:sp>
        <p:nvSpPr>
          <p:cNvPr id="8" name="Rezervirano mjesto podnožja 7">
            <a:extLst>
              <a:ext uri="{FF2B5EF4-FFF2-40B4-BE49-F238E27FC236}">
                <a16:creationId xmlns:a16="http://schemas.microsoft.com/office/drawing/2014/main" id="{412E5610-A867-5DEE-7E4C-301AF9F0A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Predavanje 5</a:t>
            </a:r>
          </a:p>
        </p:txBody>
      </p:sp>
      <p:sp>
        <p:nvSpPr>
          <p:cNvPr id="9" name="Rezervirano mjesto broja slajda 8">
            <a:extLst>
              <a:ext uri="{FF2B5EF4-FFF2-40B4-BE49-F238E27FC236}">
                <a16:creationId xmlns:a16="http://schemas.microsoft.com/office/drawing/2014/main" id="{537C3A72-F5BA-A6E2-49F1-7E46B894F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14E20-BA2A-43FD-BB4B-65CF80A0D6DA}" type="slidenum">
              <a:rPr lang="en-GB" altLang="sr-Latn-RS" smtClean="0"/>
              <a:pPr/>
              <a:t>‹#›</a:t>
            </a:fld>
            <a:endParaRPr lang="en-GB" altLang="sr-Latn-RS"/>
          </a:p>
        </p:txBody>
      </p:sp>
    </p:spTree>
    <p:extLst>
      <p:ext uri="{BB962C8B-B14F-4D97-AF65-F5344CB8AC3E}">
        <p14:creationId xmlns:p14="http://schemas.microsoft.com/office/powerpoint/2010/main" val="612585145"/>
      </p:ext>
    </p:extLst>
  </p:cSld>
  <p:clrMapOvr>
    <a:masterClrMapping/>
  </p:clrMapOvr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99BC7801-7ED8-8080-6808-B6FE48F6B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datuma 2">
            <a:extLst>
              <a:ext uri="{FF2B5EF4-FFF2-40B4-BE49-F238E27FC236}">
                <a16:creationId xmlns:a16="http://schemas.microsoft.com/office/drawing/2014/main" id="{BE750DE2-C801-3960-F510-7FBA3598E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057DE2A-2E2F-4A72-ACFF-3F13EB4BBFA9}" type="datetime1">
              <a:rPr lang="hr-HR" smtClean="0"/>
              <a:t>31.10.2025.</a:t>
            </a:fld>
            <a:endParaRPr lang="en-GB"/>
          </a:p>
        </p:txBody>
      </p:sp>
      <p:sp>
        <p:nvSpPr>
          <p:cNvPr id="4" name="Rezervirano mjesto podnožja 3">
            <a:extLst>
              <a:ext uri="{FF2B5EF4-FFF2-40B4-BE49-F238E27FC236}">
                <a16:creationId xmlns:a16="http://schemas.microsoft.com/office/drawing/2014/main" id="{47DAE6DE-F2E9-8DEA-F462-3A96169CF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Predavanje 5</a:t>
            </a:r>
          </a:p>
        </p:txBody>
      </p:sp>
      <p:sp>
        <p:nvSpPr>
          <p:cNvPr id="5" name="Rezervirano mjesto broja slajda 4">
            <a:extLst>
              <a:ext uri="{FF2B5EF4-FFF2-40B4-BE49-F238E27FC236}">
                <a16:creationId xmlns:a16="http://schemas.microsoft.com/office/drawing/2014/main" id="{09D68DCF-8BB2-6866-42B5-B44CB39A7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14E20-BA2A-43FD-BB4B-65CF80A0D6DA}" type="slidenum">
              <a:rPr lang="en-GB" altLang="sr-Latn-RS" smtClean="0"/>
              <a:pPr/>
              <a:t>‹#›</a:t>
            </a:fld>
            <a:endParaRPr lang="en-GB" altLang="sr-Latn-RS"/>
          </a:p>
        </p:txBody>
      </p:sp>
    </p:spTree>
    <p:extLst>
      <p:ext uri="{BB962C8B-B14F-4D97-AF65-F5344CB8AC3E}">
        <p14:creationId xmlns:p14="http://schemas.microsoft.com/office/powerpoint/2010/main" val="3475413715"/>
      </p:ext>
    </p:extLst>
  </p:cSld>
  <p:clrMapOvr>
    <a:masterClrMapping/>
  </p:clrMapOvr>
  <p:hf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az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datuma 1">
            <a:extLst>
              <a:ext uri="{FF2B5EF4-FFF2-40B4-BE49-F238E27FC236}">
                <a16:creationId xmlns:a16="http://schemas.microsoft.com/office/drawing/2014/main" id="{CD0B7E5F-9B92-746B-6913-C23F25B63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057DE2A-2E2F-4A72-ACFF-3F13EB4BBFA9}" type="datetime1">
              <a:rPr lang="hr-HR" smtClean="0"/>
              <a:t>31.10.2025.</a:t>
            </a:fld>
            <a:endParaRPr lang="en-GB"/>
          </a:p>
        </p:txBody>
      </p:sp>
      <p:sp>
        <p:nvSpPr>
          <p:cNvPr id="3" name="Rezervirano mjesto podnožja 2">
            <a:extLst>
              <a:ext uri="{FF2B5EF4-FFF2-40B4-BE49-F238E27FC236}">
                <a16:creationId xmlns:a16="http://schemas.microsoft.com/office/drawing/2014/main" id="{2F1DF6F7-660A-4C3A-D10D-4CFC3E57F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Predavanje 5</a:t>
            </a:r>
          </a:p>
        </p:txBody>
      </p:sp>
      <p:sp>
        <p:nvSpPr>
          <p:cNvPr id="4" name="Rezervirano mjesto broja slajda 3">
            <a:extLst>
              <a:ext uri="{FF2B5EF4-FFF2-40B4-BE49-F238E27FC236}">
                <a16:creationId xmlns:a16="http://schemas.microsoft.com/office/drawing/2014/main" id="{7CA6DFC4-A6A5-4D3D-2292-DAA263DD9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14E20-BA2A-43FD-BB4B-65CF80A0D6DA}" type="slidenum">
              <a:rPr lang="en-GB" altLang="sr-Latn-RS" smtClean="0"/>
              <a:pPr/>
              <a:t>‹#›</a:t>
            </a:fld>
            <a:endParaRPr lang="en-GB" altLang="sr-Latn-RS"/>
          </a:p>
        </p:txBody>
      </p:sp>
    </p:spTree>
    <p:extLst>
      <p:ext uri="{BB962C8B-B14F-4D97-AF65-F5344CB8AC3E}">
        <p14:creationId xmlns:p14="http://schemas.microsoft.com/office/powerpoint/2010/main" val="199336459"/>
      </p:ext>
    </p:extLst>
  </p:cSld>
  <p:clrMapOvr>
    <a:masterClrMapping/>
  </p:clrMapOvr>
  <p:hf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Sadržaj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5ABD9198-29C5-1FF3-1547-D803AC4F0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6C1AA1B6-13A9-31A9-5D74-0F40395217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4" name="Rezervirano mjesto teksta 3">
            <a:extLst>
              <a:ext uri="{FF2B5EF4-FFF2-40B4-BE49-F238E27FC236}">
                <a16:creationId xmlns:a16="http://schemas.microsoft.com/office/drawing/2014/main" id="{583C49F4-3980-DAC6-E740-A2A7E37E6D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5" name="Rezervirano mjesto datuma 4">
            <a:extLst>
              <a:ext uri="{FF2B5EF4-FFF2-40B4-BE49-F238E27FC236}">
                <a16:creationId xmlns:a16="http://schemas.microsoft.com/office/drawing/2014/main" id="{8E1976B0-6288-E86D-9B45-5C51923AF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057DE2A-2E2F-4A72-ACFF-3F13EB4BBFA9}" type="datetime1">
              <a:rPr lang="hr-HR" smtClean="0"/>
              <a:t>31.10.2025.</a:t>
            </a:fld>
            <a:endParaRPr lang="en-GB"/>
          </a:p>
        </p:txBody>
      </p:sp>
      <p:sp>
        <p:nvSpPr>
          <p:cNvPr id="6" name="Rezervirano mjesto podnožja 5">
            <a:extLst>
              <a:ext uri="{FF2B5EF4-FFF2-40B4-BE49-F238E27FC236}">
                <a16:creationId xmlns:a16="http://schemas.microsoft.com/office/drawing/2014/main" id="{D347FBDB-207E-B8B6-9009-C961E4E4E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Predavanje 5</a:t>
            </a:r>
          </a:p>
        </p:txBody>
      </p:sp>
      <p:sp>
        <p:nvSpPr>
          <p:cNvPr id="7" name="Rezervirano mjesto broja slajda 6">
            <a:extLst>
              <a:ext uri="{FF2B5EF4-FFF2-40B4-BE49-F238E27FC236}">
                <a16:creationId xmlns:a16="http://schemas.microsoft.com/office/drawing/2014/main" id="{59ABE817-FFCD-EFEF-72C3-E1D436E60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14E20-BA2A-43FD-BB4B-65CF80A0D6DA}" type="slidenum">
              <a:rPr lang="en-GB" altLang="sr-Latn-RS" smtClean="0"/>
              <a:pPr/>
              <a:t>‹#›</a:t>
            </a:fld>
            <a:endParaRPr lang="en-GB" altLang="sr-Latn-RS"/>
          </a:p>
        </p:txBody>
      </p:sp>
    </p:spTree>
    <p:extLst>
      <p:ext uri="{BB962C8B-B14F-4D97-AF65-F5344CB8AC3E}">
        <p14:creationId xmlns:p14="http://schemas.microsoft.com/office/powerpoint/2010/main" val="4357858"/>
      </p:ext>
    </p:extLst>
  </p:cSld>
  <p:clrMapOvr>
    <a:masterClrMapping/>
  </p:clrMapOvr>
  <p:hf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Slika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0DEFFD64-E678-A779-C588-53F010A98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slike 2">
            <a:extLst>
              <a:ext uri="{FF2B5EF4-FFF2-40B4-BE49-F238E27FC236}">
                <a16:creationId xmlns:a16="http://schemas.microsoft.com/office/drawing/2014/main" id="{5D3ECC18-9939-D7D4-DA90-22827B0CB7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hr-HR"/>
          </a:p>
        </p:txBody>
      </p:sp>
      <p:sp>
        <p:nvSpPr>
          <p:cNvPr id="4" name="Rezervirano mjesto teksta 3">
            <a:extLst>
              <a:ext uri="{FF2B5EF4-FFF2-40B4-BE49-F238E27FC236}">
                <a16:creationId xmlns:a16="http://schemas.microsoft.com/office/drawing/2014/main" id="{95DBB32E-FD9A-EB75-B0CD-C7C1E21ACA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5" name="Rezervirano mjesto datuma 4">
            <a:extLst>
              <a:ext uri="{FF2B5EF4-FFF2-40B4-BE49-F238E27FC236}">
                <a16:creationId xmlns:a16="http://schemas.microsoft.com/office/drawing/2014/main" id="{9E115410-DF6B-2220-5218-72D93CAA6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057DE2A-2E2F-4A72-ACFF-3F13EB4BBFA9}" type="datetime1">
              <a:rPr lang="hr-HR" smtClean="0"/>
              <a:t>31.10.2025.</a:t>
            </a:fld>
            <a:endParaRPr lang="en-GB"/>
          </a:p>
        </p:txBody>
      </p:sp>
      <p:sp>
        <p:nvSpPr>
          <p:cNvPr id="6" name="Rezervirano mjesto podnožja 5">
            <a:extLst>
              <a:ext uri="{FF2B5EF4-FFF2-40B4-BE49-F238E27FC236}">
                <a16:creationId xmlns:a16="http://schemas.microsoft.com/office/drawing/2014/main" id="{FAFB75A4-797A-AD17-E254-8FB617DD3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Predavanje 5</a:t>
            </a:r>
          </a:p>
        </p:txBody>
      </p:sp>
      <p:sp>
        <p:nvSpPr>
          <p:cNvPr id="7" name="Rezervirano mjesto broja slajda 6">
            <a:extLst>
              <a:ext uri="{FF2B5EF4-FFF2-40B4-BE49-F238E27FC236}">
                <a16:creationId xmlns:a16="http://schemas.microsoft.com/office/drawing/2014/main" id="{C08035E4-881E-2885-2140-F4E95D5A0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14E20-BA2A-43FD-BB4B-65CF80A0D6DA}" type="slidenum">
              <a:rPr lang="en-GB" altLang="sr-Latn-RS" smtClean="0"/>
              <a:pPr/>
              <a:t>‹#›</a:t>
            </a:fld>
            <a:endParaRPr lang="en-GB" altLang="sr-Latn-RS"/>
          </a:p>
        </p:txBody>
      </p:sp>
    </p:spTree>
    <p:extLst>
      <p:ext uri="{BB962C8B-B14F-4D97-AF65-F5344CB8AC3E}">
        <p14:creationId xmlns:p14="http://schemas.microsoft.com/office/powerpoint/2010/main" val="1518967873"/>
      </p:ext>
    </p:extLst>
  </p:cSld>
  <p:clrMapOvr>
    <a:masterClrMapping/>
  </p:clrMapOvr>
  <p:hf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slov i okomit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26C88275-8576-BF57-71C0-F5AB585E9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okomitog teksta 2">
            <a:extLst>
              <a:ext uri="{FF2B5EF4-FFF2-40B4-BE49-F238E27FC236}">
                <a16:creationId xmlns:a16="http://schemas.microsoft.com/office/drawing/2014/main" id="{261463C2-FEC1-6D98-98C9-E8D8A7B706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2914BBC0-F9DF-D25E-9CF4-9F9852F38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057DE2A-2E2F-4A72-ACFF-3F13EB4BBFA9}" type="datetime1">
              <a:rPr lang="hr-HR" smtClean="0"/>
              <a:t>31.10.2025.</a:t>
            </a:fld>
            <a:endParaRPr lang="en-GB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E5B14A73-064B-D269-959C-9B8927E2B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Predavanje 5</a:t>
            </a:r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62405716-6F55-D65B-F2AA-A82BFA7A4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14E20-BA2A-43FD-BB4B-65CF80A0D6DA}" type="slidenum">
              <a:rPr lang="en-GB" altLang="sr-Latn-RS" smtClean="0"/>
              <a:pPr/>
              <a:t>‹#›</a:t>
            </a:fld>
            <a:endParaRPr lang="en-GB" altLang="sr-Latn-RS"/>
          </a:p>
        </p:txBody>
      </p:sp>
    </p:spTree>
    <p:extLst>
      <p:ext uri="{BB962C8B-B14F-4D97-AF65-F5344CB8AC3E}">
        <p14:creationId xmlns:p14="http://schemas.microsoft.com/office/powerpoint/2010/main" val="3693326604"/>
      </p:ext>
    </p:extLst>
  </p:cSld>
  <p:clrMapOvr>
    <a:masterClrMapping/>
  </p:clrMapOvr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Okomiti naslov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komiti naslov 1">
            <a:extLst>
              <a:ext uri="{FF2B5EF4-FFF2-40B4-BE49-F238E27FC236}">
                <a16:creationId xmlns:a16="http://schemas.microsoft.com/office/drawing/2014/main" id="{206B728A-A70F-09A7-AE9F-B29B2CEB05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okomitog teksta 2">
            <a:extLst>
              <a:ext uri="{FF2B5EF4-FFF2-40B4-BE49-F238E27FC236}">
                <a16:creationId xmlns:a16="http://schemas.microsoft.com/office/drawing/2014/main" id="{389537EC-79DB-9C39-F6F6-5A555D90A9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88681268-4640-C853-5C72-39AB913CB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057DE2A-2E2F-4A72-ACFF-3F13EB4BBFA9}" type="datetime1">
              <a:rPr lang="hr-HR" smtClean="0"/>
              <a:t>31.10.2025.</a:t>
            </a:fld>
            <a:endParaRPr lang="en-GB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4000E241-7B49-3B8A-3EF0-2E5CE79DE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Predavanje 5</a:t>
            </a:r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976287EF-FE6C-D7C6-AA6E-5E79DD8B8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14E20-BA2A-43FD-BB4B-65CF80A0D6DA}" type="slidenum">
              <a:rPr lang="en-GB" altLang="sr-Latn-RS" smtClean="0"/>
              <a:pPr/>
              <a:t>‹#›</a:t>
            </a:fld>
            <a:endParaRPr lang="en-GB" altLang="sr-Latn-RS"/>
          </a:p>
        </p:txBody>
      </p:sp>
    </p:spTree>
    <p:extLst>
      <p:ext uri="{BB962C8B-B14F-4D97-AF65-F5344CB8AC3E}">
        <p14:creationId xmlns:p14="http://schemas.microsoft.com/office/powerpoint/2010/main" val="598642048"/>
      </p:ext>
    </p:extLst>
  </p:cSld>
  <p:clrMapOvr>
    <a:masterClrMapping/>
  </p:clrMapOvr>
  <p:hf hdr="0" ft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naslova 1">
            <a:extLst>
              <a:ext uri="{FF2B5EF4-FFF2-40B4-BE49-F238E27FC236}">
                <a16:creationId xmlns:a16="http://schemas.microsoft.com/office/drawing/2014/main" id="{12C6E2A9-9DF8-D3A8-6148-B4BBA6EB9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teksta 2">
            <a:extLst>
              <a:ext uri="{FF2B5EF4-FFF2-40B4-BE49-F238E27FC236}">
                <a16:creationId xmlns:a16="http://schemas.microsoft.com/office/drawing/2014/main" id="{699F20E1-1C09-C782-1337-B950AB86D0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60961843-7253-BCB0-9B56-B0090CEEC1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F057DE2A-2E2F-4A72-ACFF-3F13EB4BBFA9}" type="datetime1">
              <a:rPr lang="hr-HR" smtClean="0"/>
              <a:t>31.10.2025.</a:t>
            </a:fld>
            <a:endParaRPr lang="en-GB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C2D696DF-A514-63D2-B914-4E0A846E49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GB"/>
              <a:t>Predavanje 5</a:t>
            </a:r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9EA06718-2F4D-4581-CA9F-9BB4EDCC15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A14E20-BA2A-43FD-BB4B-65CF80A0D6DA}" type="slidenum">
              <a:rPr lang="en-GB" altLang="sr-Latn-RS" smtClean="0"/>
              <a:pPr/>
              <a:t>‹#›</a:t>
            </a:fld>
            <a:endParaRPr lang="en-GB" altLang="sr-Latn-RS"/>
          </a:p>
        </p:txBody>
      </p:sp>
    </p:spTree>
    <p:extLst>
      <p:ext uri="{BB962C8B-B14F-4D97-AF65-F5344CB8AC3E}">
        <p14:creationId xmlns:p14="http://schemas.microsoft.com/office/powerpoint/2010/main" val="2533463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0" r:id="rId1"/>
    <p:sldLayoutId id="2147483911" r:id="rId2"/>
    <p:sldLayoutId id="2147483912" r:id="rId3"/>
    <p:sldLayoutId id="2147483913" r:id="rId4"/>
    <p:sldLayoutId id="2147483914" r:id="rId5"/>
    <p:sldLayoutId id="2147483915" r:id="rId6"/>
    <p:sldLayoutId id="2147483916" r:id="rId7"/>
    <p:sldLayoutId id="2147483917" r:id="rId8"/>
    <p:sldLayoutId id="2147483918" r:id="rId9"/>
    <p:sldLayoutId id="2147483919" r:id="rId10"/>
    <p:sldLayoutId id="2147483920" r:id="rId11"/>
  </p:sldLayoutIdLst>
  <p:hf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r-Latn-R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ublicdomainpictures.net/view-image.php?image=55573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serendip.brynmawr.edu/bb/blindspot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6" Type="http://schemas.openxmlformats.org/officeDocument/2006/relationships/hyperlink" Target="http://web.mit.edu/persci/people/adelson/checkershadow_illusion.html" TargetMode="External"/><Relationship Id="rId5" Type="http://schemas.openxmlformats.org/officeDocument/2006/relationships/hyperlink" Target="http://gandalf.psych.umn.edu/users/kersten/kersten-lab/demos/BallInaBox.mov" TargetMode="External"/><Relationship Id="rId4" Type="http://schemas.openxmlformats.org/officeDocument/2006/relationships/hyperlink" Target="http://anstislab.ucsd.edu/files/2012/12/fashionandshadowspdf.pdf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o7rKwDDfHsQ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3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6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.wmf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8.w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8.wmf"/><Relationship Id="rId4" Type="http://schemas.openxmlformats.org/officeDocument/2006/relationships/oleObject" Target="../embeddings/oleObject6.bin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2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31.w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3.w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lika 5" descr="Slika na kojoj se prikazuje cvijet, Umjetnost s fraktalima, umjetničko djelo, Majorelle plava&#10;&#10;Opis je automatski generiran">
            <a:extLst>
              <a:ext uri="{FF2B5EF4-FFF2-40B4-BE49-F238E27FC236}">
                <a16:creationId xmlns:a16="http://schemas.microsoft.com/office/drawing/2014/main" id="{8CA5F153-B26A-5FC6-EEFE-344700472C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6147" name="Rectangle 3">
            <a:extLst>
              <a:ext uri="{FF2B5EF4-FFF2-40B4-BE49-F238E27FC236}">
                <a16:creationId xmlns:a16="http://schemas.microsoft.com/office/drawing/2014/main" id="{8DCE6713-C50E-41AB-844F-1D1F6C9F5D3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755650" y="1773238"/>
            <a:ext cx="7772400" cy="1143000"/>
          </a:xfrm>
        </p:spPr>
        <p:txBody>
          <a:bodyPr/>
          <a:lstStyle/>
          <a:p>
            <a:pPr eaLnBrk="1" hangingPunct="1"/>
            <a:r>
              <a:rPr lang="hr-HR" altLang="sr-Latn-RS" b="1" dirty="0">
                <a:solidFill>
                  <a:schemeClr val="bg1"/>
                </a:solidFill>
              </a:rPr>
              <a:t>Računalna grafika</a:t>
            </a:r>
            <a:endParaRPr lang="en-GB" altLang="sr-Latn-RS" b="1" dirty="0">
              <a:solidFill>
                <a:schemeClr val="bg1"/>
              </a:solidFill>
            </a:endParaRPr>
          </a:p>
        </p:txBody>
      </p:sp>
      <p:sp>
        <p:nvSpPr>
          <p:cNvPr id="6146" name="Rectangle 4">
            <a:extLst>
              <a:ext uri="{FF2B5EF4-FFF2-40B4-BE49-F238E27FC236}">
                <a16:creationId xmlns:a16="http://schemas.microsoft.com/office/drawing/2014/main" id="{811B5B1D-A95C-4808-B239-3C1F47F486A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447800" y="4495800"/>
            <a:ext cx="6400800" cy="1752600"/>
          </a:xfrm>
          <a:noFill/>
        </p:spPr>
        <p:txBody>
          <a:bodyPr/>
          <a:lstStyle/>
          <a:p>
            <a:pPr eaLnBrk="1" hangingPunct="1"/>
            <a:r>
              <a:rPr lang="hr-HR" altLang="sr-Latn-RS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Sjenčanje vrhova</a:t>
            </a:r>
          </a:p>
          <a:p>
            <a:pPr eaLnBrk="1" hangingPunct="1"/>
            <a:r>
              <a:rPr lang="hr-HR" altLang="sr-Latn-RS" b="1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Odrezivanje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91FE236C-187E-448A-97FC-1EC59C1724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ISCRTAVANJE</a:t>
            </a:r>
            <a:br>
              <a:rPr lang="hr-HR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hr-HR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(RENDERIRANJE)</a:t>
            </a:r>
            <a:endParaRPr lang="en-GB" altLang="sr-Latn-RS" sz="28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71" name="Date Placeholder 2">
            <a:extLst>
              <a:ext uri="{FF2B5EF4-FFF2-40B4-BE49-F238E27FC236}">
                <a16:creationId xmlns:a16="http://schemas.microsoft.com/office/drawing/2014/main" id="{EF393A69-A661-4C9E-B22E-8383A758F88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fld id="{1C6F3030-659D-4C3A-B756-EFCF0F227161}" type="datetime1">
              <a:rPr lang="sr-Latn-RS" altLang="sr-Latn-RS" sz="1400" smtClean="0">
                <a:latin typeface="Arial" panose="020B0604020202020204" pitchFamily="34" charset="0"/>
                <a:cs typeface="Arial" panose="020B0604020202020204" pitchFamily="34" charset="0"/>
              </a:rPr>
              <a:t>31.10.2025.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700" name="Slide Number Placeholder 4">
            <a:extLst>
              <a:ext uri="{FF2B5EF4-FFF2-40B4-BE49-F238E27FC236}">
                <a16:creationId xmlns:a16="http://schemas.microsoft.com/office/drawing/2014/main" id="{F65CC283-4021-4749-BFF4-A341EF77B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fld id="{E6A727FC-B936-410A-8478-A3B4BB4636D7}" type="slidenum">
              <a:rPr lang="en-GB" altLang="sr-Latn-RS" sz="1400"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t>2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73" name="Rectangle 3">
            <a:extLst>
              <a:ext uri="{FF2B5EF4-FFF2-40B4-BE49-F238E27FC236}">
                <a16:creationId xmlns:a16="http://schemas.microsoft.com/office/drawing/2014/main" id="{E57695D2-CDD2-4493-9B55-746A021F30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1850" y="26812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74" name="Rectangle 4">
            <a:extLst>
              <a:ext uri="{FF2B5EF4-FFF2-40B4-BE49-F238E27FC236}">
                <a16:creationId xmlns:a16="http://schemas.microsoft.com/office/drawing/2014/main" id="{11FE2DDB-6CA7-4CF4-9FBB-A743485F2A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6574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75" name="Rectangle 5">
            <a:extLst>
              <a:ext uri="{FF2B5EF4-FFF2-40B4-BE49-F238E27FC236}">
                <a16:creationId xmlns:a16="http://schemas.microsoft.com/office/drawing/2014/main" id="{4770F9F1-0880-4ED6-9F87-5F5990B028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3688" y="2519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76" name="Rectangle 6">
            <a:extLst>
              <a:ext uri="{FF2B5EF4-FFF2-40B4-BE49-F238E27FC236}">
                <a16:creationId xmlns:a16="http://schemas.microsoft.com/office/drawing/2014/main" id="{DCEC597F-C81E-4C40-B73F-FFD7E3138E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9900" y="2252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77" name="Rectangle 7">
            <a:extLst>
              <a:ext uri="{FF2B5EF4-FFF2-40B4-BE49-F238E27FC236}">
                <a16:creationId xmlns:a16="http://schemas.microsoft.com/office/drawing/2014/main" id="{AC419A7F-E5D2-4603-9CEC-C1C1DF0579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6538" y="13716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78" name="Rectangle 9">
            <a:extLst>
              <a:ext uri="{FF2B5EF4-FFF2-40B4-BE49-F238E27FC236}">
                <a16:creationId xmlns:a16="http://schemas.microsoft.com/office/drawing/2014/main" id="{CC75C52C-97CC-4319-8FC2-D2C85194E8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6650" y="32194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79" name="Rectangle 10">
            <a:extLst>
              <a:ext uri="{FF2B5EF4-FFF2-40B4-BE49-F238E27FC236}">
                <a16:creationId xmlns:a16="http://schemas.microsoft.com/office/drawing/2014/main" id="{1AE7BA6D-4E50-4515-BB50-70B2A15F48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1013" y="3357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80" name="Rectangle 12">
            <a:extLst>
              <a:ext uri="{FF2B5EF4-FFF2-40B4-BE49-F238E27FC236}">
                <a16:creationId xmlns:a16="http://schemas.microsoft.com/office/drawing/2014/main" id="{E76FEACC-95B0-4E79-84DA-BF28D05817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42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81" name="Rectangle 13">
            <a:extLst>
              <a:ext uri="{FF2B5EF4-FFF2-40B4-BE49-F238E27FC236}">
                <a16:creationId xmlns:a16="http://schemas.microsoft.com/office/drawing/2014/main" id="{42854A3B-C470-4A56-A5AB-3BFB88BF6F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1888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82" name="Rectangle 14">
            <a:extLst>
              <a:ext uri="{FF2B5EF4-FFF2-40B4-BE49-F238E27FC236}">
                <a16:creationId xmlns:a16="http://schemas.microsoft.com/office/drawing/2014/main" id="{42687E94-1892-477A-9A16-296CDD4FCC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83" name="Rectangle 15">
            <a:extLst>
              <a:ext uri="{FF2B5EF4-FFF2-40B4-BE49-F238E27FC236}">
                <a16:creationId xmlns:a16="http://schemas.microsoft.com/office/drawing/2014/main" id="{1A549347-7EC1-4D46-99EB-13B54C1675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84" name="Rectangle 16">
            <a:extLst>
              <a:ext uri="{FF2B5EF4-FFF2-40B4-BE49-F238E27FC236}">
                <a16:creationId xmlns:a16="http://schemas.microsoft.com/office/drawing/2014/main" id="{4316350C-9AAC-4E01-A978-EC5563238D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7538" y="22288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85" name="Rectangle 17">
            <a:extLst>
              <a:ext uri="{FF2B5EF4-FFF2-40B4-BE49-F238E27FC236}">
                <a16:creationId xmlns:a16="http://schemas.microsoft.com/office/drawing/2014/main" id="{48B6B91A-B58E-458A-9FDC-DEAC105C9F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6613" y="3009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86" name="Rectangle 18">
            <a:extLst>
              <a:ext uri="{FF2B5EF4-FFF2-40B4-BE49-F238E27FC236}">
                <a16:creationId xmlns:a16="http://schemas.microsoft.com/office/drawing/2014/main" id="{1460D760-7934-4AEF-92C8-4DCDD1A3A2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2300" y="3281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87" name="Rectangle 19">
            <a:extLst>
              <a:ext uri="{FF2B5EF4-FFF2-40B4-BE49-F238E27FC236}">
                <a16:creationId xmlns:a16="http://schemas.microsoft.com/office/drawing/2014/main" id="{A420D1DB-38A4-4CDD-9835-1715120C7C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3263" y="32861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88" name="Rectangle 20">
            <a:extLst>
              <a:ext uri="{FF2B5EF4-FFF2-40B4-BE49-F238E27FC236}">
                <a16:creationId xmlns:a16="http://schemas.microsoft.com/office/drawing/2014/main" id="{37C711B1-C308-431A-82AA-E1593EF5F7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1338" y="2138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89" name="Rectangle 21">
            <a:extLst>
              <a:ext uri="{FF2B5EF4-FFF2-40B4-BE49-F238E27FC236}">
                <a16:creationId xmlns:a16="http://schemas.microsoft.com/office/drawing/2014/main" id="{A110B6CF-4DE4-4170-A109-573515EE80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5688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90" name="Rectangle 22">
            <a:extLst>
              <a:ext uri="{FF2B5EF4-FFF2-40B4-BE49-F238E27FC236}">
                <a16:creationId xmlns:a16="http://schemas.microsoft.com/office/drawing/2014/main" id="{7C2DDE6D-9868-47BC-80A3-C4B356D099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5288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91" name="Rectangle 23">
            <a:extLst>
              <a:ext uri="{FF2B5EF4-FFF2-40B4-BE49-F238E27FC236}">
                <a16:creationId xmlns:a16="http://schemas.microsoft.com/office/drawing/2014/main" id="{BB217B92-70B2-4EE1-AB4A-CEB8876484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3281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92" name="Rectangle 24">
            <a:extLst>
              <a:ext uri="{FF2B5EF4-FFF2-40B4-BE49-F238E27FC236}">
                <a16:creationId xmlns:a16="http://schemas.microsoft.com/office/drawing/2014/main" id="{C364F45B-BF4E-4F5C-A190-BF51C52C0B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5638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93" name="Rectangle 26">
            <a:extLst>
              <a:ext uri="{FF2B5EF4-FFF2-40B4-BE49-F238E27FC236}">
                <a16:creationId xmlns:a16="http://schemas.microsoft.com/office/drawing/2014/main" id="{976D7877-163E-476E-ACF6-D1EE7DAA9D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7550" y="2862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94" name="Rectangle 29">
            <a:extLst>
              <a:ext uri="{FF2B5EF4-FFF2-40B4-BE49-F238E27FC236}">
                <a16:creationId xmlns:a16="http://schemas.microsoft.com/office/drawing/2014/main" id="{589553C2-9CAD-43BE-AEE3-F2DF94925F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95" name="Rectangle 30">
            <a:extLst>
              <a:ext uri="{FF2B5EF4-FFF2-40B4-BE49-F238E27FC236}">
                <a16:creationId xmlns:a16="http://schemas.microsoft.com/office/drawing/2014/main" id="{C27E0AF9-67D5-49B4-BF79-1F36814E18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96" name="Rectangle 31">
            <a:extLst>
              <a:ext uri="{FF2B5EF4-FFF2-40B4-BE49-F238E27FC236}">
                <a16:creationId xmlns:a16="http://schemas.microsoft.com/office/drawing/2014/main" id="{C769847B-BEB4-4220-816D-0A5479E1B0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97" name="Rectangle 32">
            <a:extLst>
              <a:ext uri="{FF2B5EF4-FFF2-40B4-BE49-F238E27FC236}">
                <a16:creationId xmlns:a16="http://schemas.microsoft.com/office/drawing/2014/main" id="{67BB990B-BC61-439A-A89D-50541A724A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4675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98" name="Rectangle 33">
            <a:extLst>
              <a:ext uri="{FF2B5EF4-FFF2-40B4-BE49-F238E27FC236}">
                <a16:creationId xmlns:a16="http://schemas.microsoft.com/office/drawing/2014/main" id="{EEEC62AC-3D9E-4EC6-AC36-9DAAD67F59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670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99" name="Rectangle 34">
            <a:extLst>
              <a:ext uri="{FF2B5EF4-FFF2-40B4-BE49-F238E27FC236}">
                <a16:creationId xmlns:a16="http://schemas.microsoft.com/office/drawing/2014/main" id="{5051BCED-BCCF-4954-A18B-73049D37E9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6163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00" name="Rectangle 35">
            <a:extLst>
              <a:ext uri="{FF2B5EF4-FFF2-40B4-BE49-F238E27FC236}">
                <a16:creationId xmlns:a16="http://schemas.microsoft.com/office/drawing/2014/main" id="{A57303FD-8C16-4E47-A693-F1B21FA8D1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2775" y="2357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01" name="Rectangle 36">
            <a:extLst>
              <a:ext uri="{FF2B5EF4-FFF2-40B4-BE49-F238E27FC236}">
                <a16:creationId xmlns:a16="http://schemas.microsoft.com/office/drawing/2014/main" id="{677E36DA-80C8-44F5-8B10-025D3B2FD1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7063" y="22574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02" name="Rectangle 37">
            <a:extLst>
              <a:ext uri="{FF2B5EF4-FFF2-40B4-BE49-F238E27FC236}">
                <a16:creationId xmlns:a16="http://schemas.microsoft.com/office/drawing/2014/main" id="{29E1417E-7424-4EC2-A1AD-3AE8B59E1D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7588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03" name="Rectangle 38">
            <a:extLst>
              <a:ext uri="{FF2B5EF4-FFF2-40B4-BE49-F238E27FC236}">
                <a16:creationId xmlns:a16="http://schemas.microsoft.com/office/drawing/2014/main" id="{923D4554-D4D6-45A3-A8BD-E575DBC2F9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6588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04" name="Rectangle 39">
            <a:extLst>
              <a:ext uri="{FF2B5EF4-FFF2-40B4-BE49-F238E27FC236}">
                <a16:creationId xmlns:a16="http://schemas.microsoft.com/office/drawing/2014/main" id="{661DC00D-1D47-437E-AEFA-D9CC886F21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04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05" name="Rectangle 41">
            <a:extLst>
              <a:ext uri="{FF2B5EF4-FFF2-40B4-BE49-F238E27FC236}">
                <a16:creationId xmlns:a16="http://schemas.microsoft.com/office/drawing/2014/main" id="{8784AD26-D7F9-489A-B9BA-6A283CF666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2363" y="2738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06" name="Rectangle 42">
            <a:extLst>
              <a:ext uri="{FF2B5EF4-FFF2-40B4-BE49-F238E27FC236}">
                <a16:creationId xmlns:a16="http://schemas.microsoft.com/office/drawing/2014/main" id="{865457B5-5011-47A9-8C2D-5AE29BE66E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27146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07" name="Rectangle 43">
            <a:extLst>
              <a:ext uri="{FF2B5EF4-FFF2-40B4-BE49-F238E27FC236}">
                <a16:creationId xmlns:a16="http://schemas.microsoft.com/office/drawing/2014/main" id="{7D5614B9-D916-4C91-94DE-C9F9DCB62F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27098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08" name="Rectangle 44">
            <a:extLst>
              <a:ext uri="{FF2B5EF4-FFF2-40B4-BE49-F238E27FC236}">
                <a16:creationId xmlns:a16="http://schemas.microsoft.com/office/drawing/2014/main" id="{60C24383-A2AE-4F1F-B903-B198BD6317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7038" y="22240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09" name="Rectangle 46">
            <a:extLst>
              <a:ext uri="{FF2B5EF4-FFF2-40B4-BE49-F238E27FC236}">
                <a16:creationId xmlns:a16="http://schemas.microsoft.com/office/drawing/2014/main" id="{788B6D12-B315-47DA-AC59-AB471D9BAD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2913" y="3228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10" name="Rectangle 47">
            <a:extLst>
              <a:ext uri="{FF2B5EF4-FFF2-40B4-BE49-F238E27FC236}">
                <a16:creationId xmlns:a16="http://schemas.microsoft.com/office/drawing/2014/main" id="{25C60AEC-2D40-4261-99F3-5A2615B44D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6675" y="31432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11" name="Rectangle 49">
            <a:extLst>
              <a:ext uri="{FF2B5EF4-FFF2-40B4-BE49-F238E27FC236}">
                <a16:creationId xmlns:a16="http://schemas.microsoft.com/office/drawing/2014/main" id="{A985E0D6-2B59-4433-AD00-2965B4E585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12" name="Rectangle 50">
            <a:extLst>
              <a:ext uri="{FF2B5EF4-FFF2-40B4-BE49-F238E27FC236}">
                <a16:creationId xmlns:a16="http://schemas.microsoft.com/office/drawing/2014/main" id="{FFD33292-A1D3-4F19-B202-2FDE507FA5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6113" y="32099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13" name="Rectangle 51">
            <a:extLst>
              <a:ext uri="{FF2B5EF4-FFF2-40B4-BE49-F238E27FC236}">
                <a16:creationId xmlns:a16="http://schemas.microsoft.com/office/drawing/2014/main" id="{0F738DA9-D504-4F76-B032-F3392C4426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6075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14" name="Text Box 53">
            <a:extLst>
              <a:ext uri="{FF2B5EF4-FFF2-40B4-BE49-F238E27FC236}">
                <a16:creationId xmlns:a16="http://schemas.microsoft.com/office/drawing/2014/main" id="{FA58434B-7104-41D6-8C4E-6D416E96FB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676400"/>
            <a:ext cx="8077200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 Postupak stvaranja realističnih slika iz zadanog opisa scene.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 Svjetlost tj. elektromagnetska energija u oko promatrača stiže nakon interakcije s fizičkom okolinom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 U oku, dolazi do fizikalnih i kemijskih promjena na osnovu kojih dolazi do stvaranja električnih impulsa koje mozak interpretira</a:t>
            </a:r>
            <a:r>
              <a:rPr lang="en-GB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endParaRPr lang="hr-HR" altLang="sr-Latn-R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0">
            <a:extLst>
              <a:ext uri="{FF2B5EF4-FFF2-40B4-BE49-F238E27FC236}">
                <a16:creationId xmlns:a16="http://schemas.microsoft.com/office/drawing/2014/main" id="{99C25CC2-7B17-A1E7-4B9F-6D5D05FD3F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4939878"/>
            <a:ext cx="8480425" cy="144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11">
            <a:extLst>
              <a:ext uri="{FF2B5EF4-FFF2-40B4-BE49-F238E27FC236}">
                <a16:creationId xmlns:a16="http://schemas.microsoft.com/office/drawing/2014/main" id="{21C4F04A-1EBA-6EB3-2DF7-2D111C4B58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5588" y="5371678"/>
            <a:ext cx="1116012" cy="936625"/>
          </a:xfrm>
          <a:prstGeom prst="rect">
            <a:avLst/>
          </a:prstGeom>
          <a:noFill/>
          <a:ln w="41275" algn="ctr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457200" indent="-45720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latin typeface="Times New Roman" panose="02020603050405020304" pitchFamily="18" charset="0"/>
            </a:endParaRPr>
          </a:p>
        </p:txBody>
      </p:sp>
      <p:pic>
        <p:nvPicPr>
          <p:cNvPr id="4" name="Picture 11">
            <a:extLst>
              <a:ext uri="{FF2B5EF4-FFF2-40B4-BE49-F238E27FC236}">
                <a16:creationId xmlns:a16="http://schemas.microsoft.com/office/drawing/2014/main" id="{F7ADB6C1-60D4-4C1A-B2FE-558F8F66F2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7125" y="3684165"/>
            <a:ext cx="1271588" cy="115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">
            <a:extLst>
              <a:ext uri="{FF2B5EF4-FFF2-40B4-BE49-F238E27FC236}">
                <a16:creationId xmlns:a16="http://schemas.microsoft.com/office/drawing/2014/main" id="{551D78AE-E6AA-72B9-E8C7-93AE66E133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3858791"/>
            <a:ext cx="6048375" cy="984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11">
            <a:extLst>
              <a:ext uri="{FF2B5EF4-FFF2-40B4-BE49-F238E27FC236}">
                <a16:creationId xmlns:a16="http://schemas.microsoft.com/office/drawing/2014/main" id="{030B3432-ADFF-B76D-FB16-A69D9F2710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568" y="3715915"/>
            <a:ext cx="6335712" cy="936625"/>
          </a:xfrm>
          <a:prstGeom prst="rect">
            <a:avLst/>
          </a:prstGeom>
          <a:noFill/>
          <a:ln w="41275" algn="ctr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457200" indent="-45720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latin typeface="Times New Roman" panose="02020603050405020304" pitchFamily="18" charset="0"/>
            </a:endParaRPr>
          </a:p>
        </p:txBody>
      </p:sp>
      <p:cxnSp>
        <p:nvCxnSpPr>
          <p:cNvPr id="7" name="Ravni poveznik sa strelicom 6">
            <a:extLst>
              <a:ext uri="{FF2B5EF4-FFF2-40B4-BE49-F238E27FC236}">
                <a16:creationId xmlns:a16="http://schemas.microsoft.com/office/drawing/2014/main" id="{2027FF1C-B752-6A6E-84A5-2460CDEA3587}"/>
              </a:ext>
            </a:extLst>
          </p:cNvPr>
          <p:cNvCxnSpPr>
            <a:cxnSpLocks/>
            <a:stCxn id="3" idx="0"/>
          </p:cNvCxnSpPr>
          <p:nvPr/>
        </p:nvCxnSpPr>
        <p:spPr>
          <a:xfrm flipH="1" flipV="1">
            <a:off x="1763713" y="4652540"/>
            <a:ext cx="323850" cy="71913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11">
            <a:extLst>
              <a:ext uri="{FF2B5EF4-FFF2-40B4-BE49-F238E27FC236}">
                <a16:creationId xmlns:a16="http://schemas.microsoft.com/office/drawing/2014/main" id="{1ACDEBA6-BBE1-BDB3-D6A6-5B68998259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3728" y="3715915"/>
            <a:ext cx="1199417" cy="936625"/>
          </a:xfrm>
          <a:prstGeom prst="rect">
            <a:avLst/>
          </a:prstGeom>
          <a:solidFill>
            <a:srgbClr val="F4CEC9">
              <a:alpha val="30196"/>
            </a:srgbClr>
          </a:solidFill>
          <a:ln w="41275" algn="ctr">
            <a:solidFill>
              <a:srgbClr val="C00000"/>
            </a:solidFill>
            <a:round/>
            <a:headEnd/>
            <a:tailEnd/>
          </a:ln>
        </p:spPr>
        <p:txBody>
          <a:bodyPr wrap="square">
            <a:spAutoFit/>
          </a:bodyPr>
          <a:lstStyle>
            <a:lvl1pPr marL="457200" indent="-45720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804FCF46-B4FB-445B-80FE-966E5B4722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OKO</a:t>
            </a:r>
            <a:endParaRPr lang="en-GB" altLang="sr-Latn-RS" sz="28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95" name="Date Placeholder 2">
            <a:extLst>
              <a:ext uri="{FF2B5EF4-FFF2-40B4-BE49-F238E27FC236}">
                <a16:creationId xmlns:a16="http://schemas.microsoft.com/office/drawing/2014/main" id="{F91B266E-8661-4723-A96C-2EFFB52624B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fld id="{9B94401E-FF4D-4AF4-90AE-A4819D1BD24E}" type="datetime1">
              <a:rPr lang="sr-Latn-RS" altLang="sr-Latn-RS" sz="1400" smtClean="0">
                <a:latin typeface="Arial" panose="020B0604020202020204" pitchFamily="34" charset="0"/>
                <a:cs typeface="Arial" panose="020B0604020202020204" pitchFamily="34" charset="0"/>
              </a:rPr>
              <a:t>31.10.2025.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724" name="Slide Number Placeholder 4">
            <a:extLst>
              <a:ext uri="{FF2B5EF4-FFF2-40B4-BE49-F238E27FC236}">
                <a16:creationId xmlns:a16="http://schemas.microsoft.com/office/drawing/2014/main" id="{5B052D2D-316B-4593-A5DA-ECFCE5C54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fld id="{305463AA-8917-426F-A44C-0982B67D90DA}" type="slidenum">
              <a:rPr lang="en-GB" altLang="sr-Latn-RS" sz="1400"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t>3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97" name="Rectangle 3">
            <a:extLst>
              <a:ext uri="{FF2B5EF4-FFF2-40B4-BE49-F238E27FC236}">
                <a16:creationId xmlns:a16="http://schemas.microsoft.com/office/drawing/2014/main" id="{F931E5B8-AC1B-46B9-B729-755AD96975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1850" y="26812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8198" name="Rectangle 4">
            <a:extLst>
              <a:ext uri="{FF2B5EF4-FFF2-40B4-BE49-F238E27FC236}">
                <a16:creationId xmlns:a16="http://schemas.microsoft.com/office/drawing/2014/main" id="{E13DA306-4631-4EA7-869A-71E6FBB5D8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6574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8199" name="Rectangle 5">
            <a:extLst>
              <a:ext uri="{FF2B5EF4-FFF2-40B4-BE49-F238E27FC236}">
                <a16:creationId xmlns:a16="http://schemas.microsoft.com/office/drawing/2014/main" id="{92D14ABE-3043-4DAE-98B1-430A8C6328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3688" y="2519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8200" name="Rectangle 6">
            <a:extLst>
              <a:ext uri="{FF2B5EF4-FFF2-40B4-BE49-F238E27FC236}">
                <a16:creationId xmlns:a16="http://schemas.microsoft.com/office/drawing/2014/main" id="{2E2A77C4-DBF5-42CD-BE47-17F38AF190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9900" y="2252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8201" name="Rectangle 7">
            <a:extLst>
              <a:ext uri="{FF2B5EF4-FFF2-40B4-BE49-F238E27FC236}">
                <a16:creationId xmlns:a16="http://schemas.microsoft.com/office/drawing/2014/main" id="{6E677713-C9EC-464F-A0EB-A7EF922DE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6538" y="13716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8202" name="Rectangle 8">
            <a:extLst>
              <a:ext uri="{FF2B5EF4-FFF2-40B4-BE49-F238E27FC236}">
                <a16:creationId xmlns:a16="http://schemas.microsoft.com/office/drawing/2014/main" id="{865024F9-CC1D-4C35-AE94-4D527DC35C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6650" y="32194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8203" name="Rectangle 9">
            <a:extLst>
              <a:ext uri="{FF2B5EF4-FFF2-40B4-BE49-F238E27FC236}">
                <a16:creationId xmlns:a16="http://schemas.microsoft.com/office/drawing/2014/main" id="{958D8328-1D31-49B7-8407-052AF3D3A1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1013" y="3357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8204" name="Rectangle 10">
            <a:extLst>
              <a:ext uri="{FF2B5EF4-FFF2-40B4-BE49-F238E27FC236}">
                <a16:creationId xmlns:a16="http://schemas.microsoft.com/office/drawing/2014/main" id="{7A5C4D7B-DFB2-45EA-8342-AEB49092DA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2213" y="2466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8205" name="Rectangle 11">
            <a:extLst>
              <a:ext uri="{FF2B5EF4-FFF2-40B4-BE49-F238E27FC236}">
                <a16:creationId xmlns:a16="http://schemas.microsoft.com/office/drawing/2014/main" id="{19083BF9-4F47-4483-BF05-E60CA605E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42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8206" name="Rectangle 12">
            <a:extLst>
              <a:ext uri="{FF2B5EF4-FFF2-40B4-BE49-F238E27FC236}">
                <a16:creationId xmlns:a16="http://schemas.microsoft.com/office/drawing/2014/main" id="{8C8D7346-AFC4-4365-872C-BAA7EA8569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1888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8207" name="Rectangle 13">
            <a:extLst>
              <a:ext uri="{FF2B5EF4-FFF2-40B4-BE49-F238E27FC236}">
                <a16:creationId xmlns:a16="http://schemas.microsoft.com/office/drawing/2014/main" id="{0AB55CE5-326B-4F71-8648-0B08081294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8208" name="Rectangle 14">
            <a:extLst>
              <a:ext uri="{FF2B5EF4-FFF2-40B4-BE49-F238E27FC236}">
                <a16:creationId xmlns:a16="http://schemas.microsoft.com/office/drawing/2014/main" id="{D6CD3814-4DCE-4AFD-90DD-0B926A53C8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8209" name="Rectangle 15">
            <a:extLst>
              <a:ext uri="{FF2B5EF4-FFF2-40B4-BE49-F238E27FC236}">
                <a16:creationId xmlns:a16="http://schemas.microsoft.com/office/drawing/2014/main" id="{EE79478E-6C2A-4CD5-B080-058C5C57B8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7538" y="22288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8210" name="Rectangle 16">
            <a:extLst>
              <a:ext uri="{FF2B5EF4-FFF2-40B4-BE49-F238E27FC236}">
                <a16:creationId xmlns:a16="http://schemas.microsoft.com/office/drawing/2014/main" id="{74741481-D7A3-4CA2-906C-8C42C95E3F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6613" y="3009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8211" name="Rectangle 17">
            <a:extLst>
              <a:ext uri="{FF2B5EF4-FFF2-40B4-BE49-F238E27FC236}">
                <a16:creationId xmlns:a16="http://schemas.microsoft.com/office/drawing/2014/main" id="{456B7DFD-9198-40D8-A58D-FD59678DDF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2300" y="3281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8212" name="Rectangle 18">
            <a:extLst>
              <a:ext uri="{FF2B5EF4-FFF2-40B4-BE49-F238E27FC236}">
                <a16:creationId xmlns:a16="http://schemas.microsoft.com/office/drawing/2014/main" id="{0DD5E28D-2962-4FF9-96B7-E109B6704D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3263" y="32861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8213" name="Rectangle 19">
            <a:extLst>
              <a:ext uri="{FF2B5EF4-FFF2-40B4-BE49-F238E27FC236}">
                <a16:creationId xmlns:a16="http://schemas.microsoft.com/office/drawing/2014/main" id="{B60A27B4-AAF1-4BDF-8008-5FA75A544A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1338" y="2138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8214" name="Rectangle 20">
            <a:extLst>
              <a:ext uri="{FF2B5EF4-FFF2-40B4-BE49-F238E27FC236}">
                <a16:creationId xmlns:a16="http://schemas.microsoft.com/office/drawing/2014/main" id="{6E697C59-BCAB-40F1-AD5F-2B38080962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5688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8215" name="Rectangle 21">
            <a:extLst>
              <a:ext uri="{FF2B5EF4-FFF2-40B4-BE49-F238E27FC236}">
                <a16:creationId xmlns:a16="http://schemas.microsoft.com/office/drawing/2014/main" id="{E5809E92-DECE-4AA3-8690-40DC7BEC71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5288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8216" name="Rectangle 22">
            <a:extLst>
              <a:ext uri="{FF2B5EF4-FFF2-40B4-BE49-F238E27FC236}">
                <a16:creationId xmlns:a16="http://schemas.microsoft.com/office/drawing/2014/main" id="{30035AA8-3802-45E3-BFE5-195770C153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3281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8217" name="Rectangle 23">
            <a:extLst>
              <a:ext uri="{FF2B5EF4-FFF2-40B4-BE49-F238E27FC236}">
                <a16:creationId xmlns:a16="http://schemas.microsoft.com/office/drawing/2014/main" id="{755E48C8-0ECF-46FD-A735-7ECE794680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5638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8218" name="Rectangle 24">
            <a:extLst>
              <a:ext uri="{FF2B5EF4-FFF2-40B4-BE49-F238E27FC236}">
                <a16:creationId xmlns:a16="http://schemas.microsoft.com/office/drawing/2014/main" id="{473C8164-AB6D-4B91-AB6A-49AB6C6631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5450" y="2795588"/>
            <a:ext cx="9144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19" name="Rectangle 25">
            <a:extLst>
              <a:ext uri="{FF2B5EF4-FFF2-40B4-BE49-F238E27FC236}">
                <a16:creationId xmlns:a16="http://schemas.microsoft.com/office/drawing/2014/main" id="{1BE0278A-5138-4242-A6B4-2EA4A6659B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7550" y="2862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8220" name="Rectangle 26">
            <a:extLst>
              <a:ext uri="{FF2B5EF4-FFF2-40B4-BE49-F238E27FC236}">
                <a16:creationId xmlns:a16="http://schemas.microsoft.com/office/drawing/2014/main" id="{6AFAE1CD-2DB9-4C52-97D8-DB79A4416C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8221" name="Rectangle 27">
            <a:extLst>
              <a:ext uri="{FF2B5EF4-FFF2-40B4-BE49-F238E27FC236}">
                <a16:creationId xmlns:a16="http://schemas.microsoft.com/office/drawing/2014/main" id="{B85DBECB-546C-4A2D-9C06-F13FF1AE8F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8222" name="Rectangle 28">
            <a:extLst>
              <a:ext uri="{FF2B5EF4-FFF2-40B4-BE49-F238E27FC236}">
                <a16:creationId xmlns:a16="http://schemas.microsoft.com/office/drawing/2014/main" id="{D235F1FC-7AB8-44C1-9EDE-FD0B60460D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8223" name="Rectangle 29">
            <a:extLst>
              <a:ext uri="{FF2B5EF4-FFF2-40B4-BE49-F238E27FC236}">
                <a16:creationId xmlns:a16="http://schemas.microsoft.com/office/drawing/2014/main" id="{6AF1E1EB-1B0B-4BC9-8908-2BE2DF6727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4675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8224" name="Rectangle 30">
            <a:extLst>
              <a:ext uri="{FF2B5EF4-FFF2-40B4-BE49-F238E27FC236}">
                <a16:creationId xmlns:a16="http://schemas.microsoft.com/office/drawing/2014/main" id="{E6943F60-4D26-4EDA-8D85-B17F7888A9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670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8225" name="Rectangle 31">
            <a:extLst>
              <a:ext uri="{FF2B5EF4-FFF2-40B4-BE49-F238E27FC236}">
                <a16:creationId xmlns:a16="http://schemas.microsoft.com/office/drawing/2014/main" id="{4C0EA19C-4E91-4AC4-B180-3FEE1B4A71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6163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8226" name="Rectangle 32">
            <a:extLst>
              <a:ext uri="{FF2B5EF4-FFF2-40B4-BE49-F238E27FC236}">
                <a16:creationId xmlns:a16="http://schemas.microsoft.com/office/drawing/2014/main" id="{F16B1136-E256-463D-9C6A-62176B222E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2775" y="2357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8227" name="Rectangle 33">
            <a:extLst>
              <a:ext uri="{FF2B5EF4-FFF2-40B4-BE49-F238E27FC236}">
                <a16:creationId xmlns:a16="http://schemas.microsoft.com/office/drawing/2014/main" id="{DED68024-F738-4C9E-8461-BDC2B25775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7063" y="22574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8228" name="Rectangle 34">
            <a:extLst>
              <a:ext uri="{FF2B5EF4-FFF2-40B4-BE49-F238E27FC236}">
                <a16:creationId xmlns:a16="http://schemas.microsoft.com/office/drawing/2014/main" id="{5510BC82-6614-4F82-A206-FF4263355B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7588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8229" name="Rectangle 35">
            <a:extLst>
              <a:ext uri="{FF2B5EF4-FFF2-40B4-BE49-F238E27FC236}">
                <a16:creationId xmlns:a16="http://schemas.microsoft.com/office/drawing/2014/main" id="{CA7938F1-84DE-4E9D-BD70-44EA71960B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6588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8230" name="Rectangle 36">
            <a:extLst>
              <a:ext uri="{FF2B5EF4-FFF2-40B4-BE49-F238E27FC236}">
                <a16:creationId xmlns:a16="http://schemas.microsoft.com/office/drawing/2014/main" id="{1747B61D-0B7C-44EE-9AC8-F799C1A3E1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04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8231" name="Rectangle 37">
            <a:extLst>
              <a:ext uri="{FF2B5EF4-FFF2-40B4-BE49-F238E27FC236}">
                <a16:creationId xmlns:a16="http://schemas.microsoft.com/office/drawing/2014/main" id="{753B5515-BA48-45BB-B651-5D66877804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1238" y="22002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8232" name="Rectangle 38">
            <a:extLst>
              <a:ext uri="{FF2B5EF4-FFF2-40B4-BE49-F238E27FC236}">
                <a16:creationId xmlns:a16="http://schemas.microsoft.com/office/drawing/2014/main" id="{25DA3B2E-E6C1-43EC-948E-D347D27FCD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2363" y="2738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8233" name="Rectangle 39">
            <a:extLst>
              <a:ext uri="{FF2B5EF4-FFF2-40B4-BE49-F238E27FC236}">
                <a16:creationId xmlns:a16="http://schemas.microsoft.com/office/drawing/2014/main" id="{C49D33BE-4F75-4CD9-A6A9-9140867110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27146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8234" name="Rectangle 40">
            <a:extLst>
              <a:ext uri="{FF2B5EF4-FFF2-40B4-BE49-F238E27FC236}">
                <a16:creationId xmlns:a16="http://schemas.microsoft.com/office/drawing/2014/main" id="{98EAB00E-E8C5-44B4-BBCD-41E8A01BEC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27098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8235" name="Rectangle 41">
            <a:extLst>
              <a:ext uri="{FF2B5EF4-FFF2-40B4-BE49-F238E27FC236}">
                <a16:creationId xmlns:a16="http://schemas.microsoft.com/office/drawing/2014/main" id="{993298F4-968C-461B-A1A8-C9476B042E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7038" y="22240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8236" name="Rectangle 42">
            <a:extLst>
              <a:ext uri="{FF2B5EF4-FFF2-40B4-BE49-F238E27FC236}">
                <a16:creationId xmlns:a16="http://schemas.microsoft.com/office/drawing/2014/main" id="{641AFFF4-32E8-4F93-882A-FF541157DB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2638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8237" name="Rectangle 43">
            <a:extLst>
              <a:ext uri="{FF2B5EF4-FFF2-40B4-BE49-F238E27FC236}">
                <a16:creationId xmlns:a16="http://schemas.microsoft.com/office/drawing/2014/main" id="{5EE77CC9-D2AD-4CEC-8D4B-4018476AE1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2913" y="3228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8238" name="Rectangle 44">
            <a:extLst>
              <a:ext uri="{FF2B5EF4-FFF2-40B4-BE49-F238E27FC236}">
                <a16:creationId xmlns:a16="http://schemas.microsoft.com/office/drawing/2014/main" id="{1B1BFCF1-D058-4978-A528-A81FD30C88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6675" y="31432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8239" name="Rectangle 45">
            <a:extLst>
              <a:ext uri="{FF2B5EF4-FFF2-40B4-BE49-F238E27FC236}">
                <a16:creationId xmlns:a16="http://schemas.microsoft.com/office/drawing/2014/main" id="{2F6C865A-FE44-48C4-ABAB-03D58209D2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8240" name="Rectangle 46">
            <a:extLst>
              <a:ext uri="{FF2B5EF4-FFF2-40B4-BE49-F238E27FC236}">
                <a16:creationId xmlns:a16="http://schemas.microsoft.com/office/drawing/2014/main" id="{6641054E-8A49-41BA-866D-C5AC858A2D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6113" y="32099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8241" name="Rectangle 47">
            <a:extLst>
              <a:ext uri="{FF2B5EF4-FFF2-40B4-BE49-F238E27FC236}">
                <a16:creationId xmlns:a16="http://schemas.microsoft.com/office/drawing/2014/main" id="{29EF369A-8E9C-4472-BA69-D46113E1C7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6075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8242" name="Text Box 48">
            <a:extLst>
              <a:ext uri="{FF2B5EF4-FFF2-40B4-BE49-F238E27FC236}">
                <a16:creationId xmlns:a16="http://schemas.microsoft.com/office/drawing/2014/main" id="{80320FA0-9344-4A5C-8F95-B12C561160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676400"/>
            <a:ext cx="8077200" cy="209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 	Ljudsko oko je vrlo složen sustav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 	Aproksimacija: sfera koja ima promjer od oko 20 mm.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 	Fleksibilna leća oka koristi se za fokusiranje primljeno 	svjetlo na područje u pozadini hemisfere oka – mrežnici. 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 	Mrežnica sadrži dvije vrste receptora: čunjiće i štapiće. </a:t>
            </a:r>
          </a:p>
        </p:txBody>
      </p:sp>
      <p:pic>
        <p:nvPicPr>
          <p:cNvPr id="8243" name="Picture 52" descr="Image result for &amp;ccaron;unji&amp;cacute;i štapi&amp;cacute;i oko">
            <a:extLst>
              <a:ext uri="{FF2B5EF4-FFF2-40B4-BE49-F238E27FC236}">
                <a16:creationId xmlns:a16="http://schemas.microsoft.com/office/drawing/2014/main" id="{7AAAA7B3-250E-4B52-87B1-D93589C5E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7488" y="4076700"/>
            <a:ext cx="2794000" cy="2160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44" name="Picture 54" descr="Image result for &amp;ccaron;unji&amp;cacute;i štapi&amp;cacute;i oko">
            <a:extLst>
              <a:ext uri="{FF2B5EF4-FFF2-40B4-BE49-F238E27FC236}">
                <a16:creationId xmlns:a16="http://schemas.microsoft.com/office/drawing/2014/main" id="{F94C342E-B621-460C-A4AD-87F9BE6FB1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663" y="4095750"/>
            <a:ext cx="4210050" cy="184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95E128E8-4DF6-48CA-B16F-0B7B8860E4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OKO</a:t>
            </a:r>
            <a:endParaRPr lang="en-GB" altLang="sr-Latn-RS" sz="28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19" name="Date Placeholder 2">
            <a:extLst>
              <a:ext uri="{FF2B5EF4-FFF2-40B4-BE49-F238E27FC236}">
                <a16:creationId xmlns:a16="http://schemas.microsoft.com/office/drawing/2014/main" id="{F772F25F-A799-4917-8824-DC6889CFBF3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fld id="{4977AA2E-2EDB-4B35-8AF6-641426D43C62}" type="datetime1">
              <a:rPr lang="sr-Latn-RS" altLang="sr-Latn-RS" sz="1400" smtClean="0">
                <a:latin typeface="Arial" panose="020B0604020202020204" pitchFamily="34" charset="0"/>
                <a:cs typeface="Arial" panose="020B0604020202020204" pitchFamily="34" charset="0"/>
              </a:rPr>
              <a:t>31.10.2025.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748" name="Slide Number Placeholder 4">
            <a:extLst>
              <a:ext uri="{FF2B5EF4-FFF2-40B4-BE49-F238E27FC236}">
                <a16:creationId xmlns:a16="http://schemas.microsoft.com/office/drawing/2014/main" id="{4CC74754-1434-4323-B606-BA4318CE2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fld id="{296C4403-10FB-4DCA-81E5-0CC75F5BD361}" type="slidenum">
              <a:rPr lang="en-GB" altLang="sr-Latn-RS" sz="1400"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t>4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21" name="Rectangle 3">
            <a:extLst>
              <a:ext uri="{FF2B5EF4-FFF2-40B4-BE49-F238E27FC236}">
                <a16:creationId xmlns:a16="http://schemas.microsoft.com/office/drawing/2014/main" id="{F1C618AE-EABA-445E-9727-4EB407D5EE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1850" y="26812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22" name="Rectangle 4">
            <a:extLst>
              <a:ext uri="{FF2B5EF4-FFF2-40B4-BE49-F238E27FC236}">
                <a16:creationId xmlns:a16="http://schemas.microsoft.com/office/drawing/2014/main" id="{2452E4A6-1EBE-462B-B34A-76D47A3137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6574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23" name="Rectangle 5">
            <a:extLst>
              <a:ext uri="{FF2B5EF4-FFF2-40B4-BE49-F238E27FC236}">
                <a16:creationId xmlns:a16="http://schemas.microsoft.com/office/drawing/2014/main" id="{FC0E0C27-0763-4673-A264-F8AE0E8EB9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3688" y="2519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24" name="Rectangle 6">
            <a:extLst>
              <a:ext uri="{FF2B5EF4-FFF2-40B4-BE49-F238E27FC236}">
                <a16:creationId xmlns:a16="http://schemas.microsoft.com/office/drawing/2014/main" id="{9830A0A1-6EA5-43B1-8039-96F39F15ED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9900" y="2252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25" name="Rectangle 7">
            <a:extLst>
              <a:ext uri="{FF2B5EF4-FFF2-40B4-BE49-F238E27FC236}">
                <a16:creationId xmlns:a16="http://schemas.microsoft.com/office/drawing/2014/main" id="{4AE46803-41AE-436B-91F1-B21F60AB23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6538" y="13716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26" name="Rectangle 8">
            <a:extLst>
              <a:ext uri="{FF2B5EF4-FFF2-40B4-BE49-F238E27FC236}">
                <a16:creationId xmlns:a16="http://schemas.microsoft.com/office/drawing/2014/main" id="{F79C4269-5A48-414D-B801-64552A50F3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6650" y="32194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27" name="Rectangle 9">
            <a:extLst>
              <a:ext uri="{FF2B5EF4-FFF2-40B4-BE49-F238E27FC236}">
                <a16:creationId xmlns:a16="http://schemas.microsoft.com/office/drawing/2014/main" id="{5F249EBF-81A8-4617-9B67-0CCA6A3C2F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1013" y="3357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28" name="Rectangle 10">
            <a:extLst>
              <a:ext uri="{FF2B5EF4-FFF2-40B4-BE49-F238E27FC236}">
                <a16:creationId xmlns:a16="http://schemas.microsoft.com/office/drawing/2014/main" id="{61156ED0-F0EC-4696-B9B1-C455C5B66B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2213" y="2466975"/>
            <a:ext cx="9144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29" name="Rectangle 11">
            <a:extLst>
              <a:ext uri="{FF2B5EF4-FFF2-40B4-BE49-F238E27FC236}">
                <a16:creationId xmlns:a16="http://schemas.microsoft.com/office/drawing/2014/main" id="{47AFDFDD-F4F7-407D-8E08-D71E8D31CB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42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30" name="Rectangle 12">
            <a:extLst>
              <a:ext uri="{FF2B5EF4-FFF2-40B4-BE49-F238E27FC236}">
                <a16:creationId xmlns:a16="http://schemas.microsoft.com/office/drawing/2014/main" id="{C8CB2323-CFDE-4B56-ACDC-79EB30F598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1888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31" name="Rectangle 13">
            <a:extLst>
              <a:ext uri="{FF2B5EF4-FFF2-40B4-BE49-F238E27FC236}">
                <a16:creationId xmlns:a16="http://schemas.microsoft.com/office/drawing/2014/main" id="{9A726B65-E71F-4CB1-BDF1-AFC28D86EB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32" name="Rectangle 14">
            <a:extLst>
              <a:ext uri="{FF2B5EF4-FFF2-40B4-BE49-F238E27FC236}">
                <a16:creationId xmlns:a16="http://schemas.microsoft.com/office/drawing/2014/main" id="{6E77A64D-8001-4A9F-8370-106B917E85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33" name="Rectangle 15">
            <a:extLst>
              <a:ext uri="{FF2B5EF4-FFF2-40B4-BE49-F238E27FC236}">
                <a16:creationId xmlns:a16="http://schemas.microsoft.com/office/drawing/2014/main" id="{0F774C8A-60DB-43B3-A17F-72D31E1C21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7538" y="22288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34" name="Rectangle 16">
            <a:extLst>
              <a:ext uri="{FF2B5EF4-FFF2-40B4-BE49-F238E27FC236}">
                <a16:creationId xmlns:a16="http://schemas.microsoft.com/office/drawing/2014/main" id="{DF45BF19-D450-4EB4-A4F5-3319B159EF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6613" y="3009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35" name="Rectangle 17">
            <a:extLst>
              <a:ext uri="{FF2B5EF4-FFF2-40B4-BE49-F238E27FC236}">
                <a16:creationId xmlns:a16="http://schemas.microsoft.com/office/drawing/2014/main" id="{E58998BA-73A9-4D05-905B-A6F4BC9405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2300" y="3281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36" name="Rectangle 18">
            <a:extLst>
              <a:ext uri="{FF2B5EF4-FFF2-40B4-BE49-F238E27FC236}">
                <a16:creationId xmlns:a16="http://schemas.microsoft.com/office/drawing/2014/main" id="{5D5F5533-F82D-4270-B3E7-38CAC899C3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3263" y="32861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37" name="Rectangle 19">
            <a:extLst>
              <a:ext uri="{FF2B5EF4-FFF2-40B4-BE49-F238E27FC236}">
                <a16:creationId xmlns:a16="http://schemas.microsoft.com/office/drawing/2014/main" id="{82FFD680-1E9B-4C80-8981-213F4268B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1338" y="2138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38" name="Rectangle 20">
            <a:extLst>
              <a:ext uri="{FF2B5EF4-FFF2-40B4-BE49-F238E27FC236}">
                <a16:creationId xmlns:a16="http://schemas.microsoft.com/office/drawing/2014/main" id="{EDB54F82-D959-421B-90FB-385239F8F7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5688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39" name="Rectangle 21">
            <a:extLst>
              <a:ext uri="{FF2B5EF4-FFF2-40B4-BE49-F238E27FC236}">
                <a16:creationId xmlns:a16="http://schemas.microsoft.com/office/drawing/2014/main" id="{9887F94D-14A6-4B58-9CEB-5B998BE64C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5288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40" name="Rectangle 22">
            <a:extLst>
              <a:ext uri="{FF2B5EF4-FFF2-40B4-BE49-F238E27FC236}">
                <a16:creationId xmlns:a16="http://schemas.microsoft.com/office/drawing/2014/main" id="{F5D5DE46-4460-4453-BF10-6E83E1BEEB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3281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41" name="Rectangle 23">
            <a:extLst>
              <a:ext uri="{FF2B5EF4-FFF2-40B4-BE49-F238E27FC236}">
                <a16:creationId xmlns:a16="http://schemas.microsoft.com/office/drawing/2014/main" id="{FB01F482-85BD-4969-BA1A-3CFAF88092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5638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42" name="Rectangle 24">
            <a:extLst>
              <a:ext uri="{FF2B5EF4-FFF2-40B4-BE49-F238E27FC236}">
                <a16:creationId xmlns:a16="http://schemas.microsoft.com/office/drawing/2014/main" id="{305105F4-5A47-42D6-B6ED-7BB9B6AC8C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5450" y="2795588"/>
            <a:ext cx="9144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43" name="Rectangle 25">
            <a:extLst>
              <a:ext uri="{FF2B5EF4-FFF2-40B4-BE49-F238E27FC236}">
                <a16:creationId xmlns:a16="http://schemas.microsoft.com/office/drawing/2014/main" id="{B799617F-227C-4D8C-B584-D5E9357574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7550" y="2862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44" name="Rectangle 26">
            <a:extLst>
              <a:ext uri="{FF2B5EF4-FFF2-40B4-BE49-F238E27FC236}">
                <a16:creationId xmlns:a16="http://schemas.microsoft.com/office/drawing/2014/main" id="{759F1E48-F239-40E3-AC88-028F7C9091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45" name="Rectangle 27">
            <a:extLst>
              <a:ext uri="{FF2B5EF4-FFF2-40B4-BE49-F238E27FC236}">
                <a16:creationId xmlns:a16="http://schemas.microsoft.com/office/drawing/2014/main" id="{5140106F-F1A6-4F7E-AB0B-65054A7419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46" name="Rectangle 28">
            <a:extLst>
              <a:ext uri="{FF2B5EF4-FFF2-40B4-BE49-F238E27FC236}">
                <a16:creationId xmlns:a16="http://schemas.microsoft.com/office/drawing/2014/main" id="{44CC1223-A36C-4991-BFAB-DA75E84E6F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47" name="Rectangle 29">
            <a:extLst>
              <a:ext uri="{FF2B5EF4-FFF2-40B4-BE49-F238E27FC236}">
                <a16:creationId xmlns:a16="http://schemas.microsoft.com/office/drawing/2014/main" id="{DADC681D-47CF-4691-A1D0-9AE892E64D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4675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48" name="Rectangle 30">
            <a:extLst>
              <a:ext uri="{FF2B5EF4-FFF2-40B4-BE49-F238E27FC236}">
                <a16:creationId xmlns:a16="http://schemas.microsoft.com/office/drawing/2014/main" id="{0B017E7C-6B78-499D-9840-FF734C2A85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670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49" name="Rectangle 31">
            <a:extLst>
              <a:ext uri="{FF2B5EF4-FFF2-40B4-BE49-F238E27FC236}">
                <a16:creationId xmlns:a16="http://schemas.microsoft.com/office/drawing/2014/main" id="{C40B5C98-7334-4660-A214-39FF4CCEBA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6163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50" name="Rectangle 32">
            <a:extLst>
              <a:ext uri="{FF2B5EF4-FFF2-40B4-BE49-F238E27FC236}">
                <a16:creationId xmlns:a16="http://schemas.microsoft.com/office/drawing/2014/main" id="{B86D297E-0C32-40E1-8D05-B06D5C2E1F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2775" y="2357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51" name="Rectangle 33">
            <a:extLst>
              <a:ext uri="{FF2B5EF4-FFF2-40B4-BE49-F238E27FC236}">
                <a16:creationId xmlns:a16="http://schemas.microsoft.com/office/drawing/2014/main" id="{F9C1D01F-18B1-40CE-BA36-DAA1E77735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7063" y="22574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52" name="Rectangle 34">
            <a:extLst>
              <a:ext uri="{FF2B5EF4-FFF2-40B4-BE49-F238E27FC236}">
                <a16:creationId xmlns:a16="http://schemas.microsoft.com/office/drawing/2014/main" id="{B598E244-E96D-43B7-861E-B5C0C956FF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7588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53" name="Rectangle 35">
            <a:extLst>
              <a:ext uri="{FF2B5EF4-FFF2-40B4-BE49-F238E27FC236}">
                <a16:creationId xmlns:a16="http://schemas.microsoft.com/office/drawing/2014/main" id="{7F99AF8A-955F-4A0A-BA42-266BB399F9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6588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54" name="Rectangle 36">
            <a:extLst>
              <a:ext uri="{FF2B5EF4-FFF2-40B4-BE49-F238E27FC236}">
                <a16:creationId xmlns:a16="http://schemas.microsoft.com/office/drawing/2014/main" id="{82626A68-327C-4E6F-8A39-0E198AE03C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04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55" name="Rectangle 37">
            <a:extLst>
              <a:ext uri="{FF2B5EF4-FFF2-40B4-BE49-F238E27FC236}">
                <a16:creationId xmlns:a16="http://schemas.microsoft.com/office/drawing/2014/main" id="{B7A75207-554D-4B5B-B000-C137E32BA1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1238" y="2200275"/>
            <a:ext cx="9144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56" name="Rectangle 38">
            <a:extLst>
              <a:ext uri="{FF2B5EF4-FFF2-40B4-BE49-F238E27FC236}">
                <a16:creationId xmlns:a16="http://schemas.microsoft.com/office/drawing/2014/main" id="{59840A89-52C4-404B-AFD5-51A63F74CA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2363" y="2738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57" name="Rectangle 39">
            <a:extLst>
              <a:ext uri="{FF2B5EF4-FFF2-40B4-BE49-F238E27FC236}">
                <a16:creationId xmlns:a16="http://schemas.microsoft.com/office/drawing/2014/main" id="{F91781E4-F40B-4341-B15D-7F52FA0E2D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27146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58" name="Rectangle 40">
            <a:extLst>
              <a:ext uri="{FF2B5EF4-FFF2-40B4-BE49-F238E27FC236}">
                <a16:creationId xmlns:a16="http://schemas.microsoft.com/office/drawing/2014/main" id="{35395B02-042A-4AEB-A512-14A4A381B3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27098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59" name="Rectangle 41">
            <a:extLst>
              <a:ext uri="{FF2B5EF4-FFF2-40B4-BE49-F238E27FC236}">
                <a16:creationId xmlns:a16="http://schemas.microsoft.com/office/drawing/2014/main" id="{206B9F9C-590B-4A3F-AE1D-D0CB7ED073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7038" y="22240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60" name="Rectangle 42">
            <a:extLst>
              <a:ext uri="{FF2B5EF4-FFF2-40B4-BE49-F238E27FC236}">
                <a16:creationId xmlns:a16="http://schemas.microsoft.com/office/drawing/2014/main" id="{A48AF94E-86AA-4C7A-A174-D416B8D022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2638" y="2214563"/>
            <a:ext cx="9144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61" name="Rectangle 43">
            <a:extLst>
              <a:ext uri="{FF2B5EF4-FFF2-40B4-BE49-F238E27FC236}">
                <a16:creationId xmlns:a16="http://schemas.microsoft.com/office/drawing/2014/main" id="{17AA4079-0B46-4F0B-A733-2A1AAE9234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2913" y="3228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62" name="Rectangle 44">
            <a:extLst>
              <a:ext uri="{FF2B5EF4-FFF2-40B4-BE49-F238E27FC236}">
                <a16:creationId xmlns:a16="http://schemas.microsoft.com/office/drawing/2014/main" id="{EC4F6E5A-7E49-483A-A08F-61000CA37A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6675" y="31432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63" name="Rectangle 45">
            <a:extLst>
              <a:ext uri="{FF2B5EF4-FFF2-40B4-BE49-F238E27FC236}">
                <a16:creationId xmlns:a16="http://schemas.microsoft.com/office/drawing/2014/main" id="{83064CF1-906D-4277-A72E-B3406A18AE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64" name="Rectangle 46">
            <a:extLst>
              <a:ext uri="{FF2B5EF4-FFF2-40B4-BE49-F238E27FC236}">
                <a16:creationId xmlns:a16="http://schemas.microsoft.com/office/drawing/2014/main" id="{F5A32118-31BB-4872-A7E2-D84FAB70A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6113" y="32099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65" name="Rectangle 47">
            <a:extLst>
              <a:ext uri="{FF2B5EF4-FFF2-40B4-BE49-F238E27FC236}">
                <a16:creationId xmlns:a16="http://schemas.microsoft.com/office/drawing/2014/main" id="{E4228E22-CADA-4BC8-A90C-8EB2510ACC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6075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66" name="Text Box 48">
            <a:extLst>
              <a:ext uri="{FF2B5EF4-FFF2-40B4-BE49-F238E27FC236}">
                <a16:creationId xmlns:a16="http://schemas.microsoft.com/office/drawing/2014/main" id="{80552802-448E-4450-A733-6EB8C5C5FD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063" y="1571625"/>
            <a:ext cx="7691437" cy="209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hr-HR" altLang="sr-Latn-RS" sz="2000" i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Čunjići (Cones):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- 6 do 7 milijuna čunjića su koncentrirani u središtu stražnje hemisfere oka i svaki je vezan sa po jednim živcem. 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-"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 osjetljivi samo na relativno visoke razine svjetlosti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-"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 koriste se za rješavanje finih detalja. </a:t>
            </a:r>
          </a:p>
        </p:txBody>
      </p:sp>
      <p:pic>
        <p:nvPicPr>
          <p:cNvPr id="9267" name="Picture 52" descr="Image result for &amp;ccaron;unji&amp;cacute;i štapi&amp;cacute;i oko">
            <a:extLst>
              <a:ext uri="{FF2B5EF4-FFF2-40B4-BE49-F238E27FC236}">
                <a16:creationId xmlns:a16="http://schemas.microsoft.com/office/drawing/2014/main" id="{4EBBD83D-1273-4CED-A465-FE2CE940D7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7488" y="4076700"/>
            <a:ext cx="2794000" cy="2160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68" name="Text Box 48">
            <a:extLst>
              <a:ext uri="{FF2B5EF4-FFF2-40B4-BE49-F238E27FC236}">
                <a16:creationId xmlns:a16="http://schemas.microsoft.com/office/drawing/2014/main" id="{E0555328-3396-40D0-AA76-5877123CC0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3" y="3789363"/>
            <a:ext cx="4497387" cy="2246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hr-HR" altLang="sr-Latn-RS" sz="2000" i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Štapići (rods):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- distribuirani su po retini i ima ih između 75 i 150 milijuna.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- s jednim živcem povezano je više štapića pa oni ne služe za percipiranje finih detalja.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CE92B0EE-840E-49F0-9E0F-D2912532B7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OKO</a:t>
            </a:r>
            <a:endParaRPr lang="en-GB" altLang="sr-Latn-RS" sz="28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43" name="Date Placeholder 2">
            <a:extLst>
              <a:ext uri="{FF2B5EF4-FFF2-40B4-BE49-F238E27FC236}">
                <a16:creationId xmlns:a16="http://schemas.microsoft.com/office/drawing/2014/main" id="{AA3B2F20-B657-4741-855A-DC6EE34BE3E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fld id="{2AA14115-52AF-4EC6-9F59-9ACA6E60A03A}" type="datetime1">
              <a:rPr lang="sr-Latn-RS" altLang="sr-Latn-RS" sz="1400" smtClean="0">
                <a:latin typeface="Arial" panose="020B0604020202020204" pitchFamily="34" charset="0"/>
                <a:cs typeface="Arial" panose="020B0604020202020204" pitchFamily="34" charset="0"/>
              </a:rPr>
              <a:t>31.10.2025.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772" name="Slide Number Placeholder 4">
            <a:extLst>
              <a:ext uri="{FF2B5EF4-FFF2-40B4-BE49-F238E27FC236}">
                <a16:creationId xmlns:a16="http://schemas.microsoft.com/office/drawing/2014/main" id="{0AD21E9F-041F-4ADB-9E5D-2AAE1AA90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fld id="{DFEB8E81-52AA-42C8-839C-B4ECBC909CA6}" type="slidenum">
              <a:rPr lang="en-GB" altLang="sr-Latn-RS" sz="1400"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t>5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45" name="Rectangle 3">
            <a:extLst>
              <a:ext uri="{FF2B5EF4-FFF2-40B4-BE49-F238E27FC236}">
                <a16:creationId xmlns:a16="http://schemas.microsoft.com/office/drawing/2014/main" id="{C4B57557-BDCB-49C2-B33E-79AEE2898C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1850" y="26812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46" name="Rectangle 4">
            <a:extLst>
              <a:ext uri="{FF2B5EF4-FFF2-40B4-BE49-F238E27FC236}">
                <a16:creationId xmlns:a16="http://schemas.microsoft.com/office/drawing/2014/main" id="{CA55B31D-6433-4E5B-AF7E-3F133CB32F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6574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47" name="Rectangle 5">
            <a:extLst>
              <a:ext uri="{FF2B5EF4-FFF2-40B4-BE49-F238E27FC236}">
                <a16:creationId xmlns:a16="http://schemas.microsoft.com/office/drawing/2014/main" id="{20E832F9-7B81-4B7A-ABEE-51D9F24C14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3688" y="2519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48" name="Rectangle 6">
            <a:extLst>
              <a:ext uri="{FF2B5EF4-FFF2-40B4-BE49-F238E27FC236}">
                <a16:creationId xmlns:a16="http://schemas.microsoft.com/office/drawing/2014/main" id="{2DFDEC94-D17D-4875-B881-1C486313E8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9900" y="2252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49" name="Rectangle 7">
            <a:extLst>
              <a:ext uri="{FF2B5EF4-FFF2-40B4-BE49-F238E27FC236}">
                <a16:creationId xmlns:a16="http://schemas.microsoft.com/office/drawing/2014/main" id="{BB0A9888-E5D8-468F-B66D-06E3CE9F83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6538" y="13716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50" name="Rectangle 8">
            <a:extLst>
              <a:ext uri="{FF2B5EF4-FFF2-40B4-BE49-F238E27FC236}">
                <a16:creationId xmlns:a16="http://schemas.microsoft.com/office/drawing/2014/main" id="{1C357795-0A10-4CEF-986E-EF59759DD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6650" y="32194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51" name="Rectangle 9">
            <a:extLst>
              <a:ext uri="{FF2B5EF4-FFF2-40B4-BE49-F238E27FC236}">
                <a16:creationId xmlns:a16="http://schemas.microsoft.com/office/drawing/2014/main" id="{CC0BB856-0D62-4887-A5D9-041C7DCFC4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1013" y="3357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52" name="Rectangle 10">
            <a:extLst>
              <a:ext uri="{FF2B5EF4-FFF2-40B4-BE49-F238E27FC236}">
                <a16:creationId xmlns:a16="http://schemas.microsoft.com/office/drawing/2014/main" id="{1F62BBDB-2093-47E9-9FF7-F5CAF50E13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2213" y="2466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53" name="Rectangle 11">
            <a:extLst>
              <a:ext uri="{FF2B5EF4-FFF2-40B4-BE49-F238E27FC236}">
                <a16:creationId xmlns:a16="http://schemas.microsoft.com/office/drawing/2014/main" id="{BD21AA2B-A439-4757-9797-1FABBD61E2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42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54" name="Rectangle 12">
            <a:extLst>
              <a:ext uri="{FF2B5EF4-FFF2-40B4-BE49-F238E27FC236}">
                <a16:creationId xmlns:a16="http://schemas.microsoft.com/office/drawing/2014/main" id="{5D8DA939-4B0F-47E9-9375-305F2DE52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1888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55" name="Rectangle 13">
            <a:extLst>
              <a:ext uri="{FF2B5EF4-FFF2-40B4-BE49-F238E27FC236}">
                <a16:creationId xmlns:a16="http://schemas.microsoft.com/office/drawing/2014/main" id="{109E3A24-97B2-4F3C-92F9-0BA1B7BCA9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56" name="Rectangle 14">
            <a:extLst>
              <a:ext uri="{FF2B5EF4-FFF2-40B4-BE49-F238E27FC236}">
                <a16:creationId xmlns:a16="http://schemas.microsoft.com/office/drawing/2014/main" id="{E0859A76-4506-441A-AF6C-7E135A630D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57" name="Rectangle 15">
            <a:extLst>
              <a:ext uri="{FF2B5EF4-FFF2-40B4-BE49-F238E27FC236}">
                <a16:creationId xmlns:a16="http://schemas.microsoft.com/office/drawing/2014/main" id="{88C59FFF-6B9C-4F61-9F0A-856374A513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7538" y="22288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58" name="Rectangle 16">
            <a:extLst>
              <a:ext uri="{FF2B5EF4-FFF2-40B4-BE49-F238E27FC236}">
                <a16:creationId xmlns:a16="http://schemas.microsoft.com/office/drawing/2014/main" id="{1EA9690E-975F-4A0D-A8C0-0C39288AC1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6613" y="3009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59" name="Rectangle 17">
            <a:extLst>
              <a:ext uri="{FF2B5EF4-FFF2-40B4-BE49-F238E27FC236}">
                <a16:creationId xmlns:a16="http://schemas.microsoft.com/office/drawing/2014/main" id="{77C5DCB0-9818-4FBF-84B8-29600F9CFC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2300" y="3281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60" name="Rectangle 18">
            <a:extLst>
              <a:ext uri="{FF2B5EF4-FFF2-40B4-BE49-F238E27FC236}">
                <a16:creationId xmlns:a16="http://schemas.microsoft.com/office/drawing/2014/main" id="{AECEC0C9-F4A8-41FD-A165-0EAFA96B04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3263" y="32861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61" name="Rectangle 19">
            <a:extLst>
              <a:ext uri="{FF2B5EF4-FFF2-40B4-BE49-F238E27FC236}">
                <a16:creationId xmlns:a16="http://schemas.microsoft.com/office/drawing/2014/main" id="{A67D79EB-C751-4697-8B4B-13B1BB8C4A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1338" y="2138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62" name="Rectangle 20">
            <a:extLst>
              <a:ext uri="{FF2B5EF4-FFF2-40B4-BE49-F238E27FC236}">
                <a16:creationId xmlns:a16="http://schemas.microsoft.com/office/drawing/2014/main" id="{DB728520-8F64-47B9-B0D4-A29E3FE6F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5688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63" name="Rectangle 21">
            <a:extLst>
              <a:ext uri="{FF2B5EF4-FFF2-40B4-BE49-F238E27FC236}">
                <a16:creationId xmlns:a16="http://schemas.microsoft.com/office/drawing/2014/main" id="{4DFB0BBA-AD65-4A7F-8B29-F49E3506E0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5288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64" name="Rectangle 22">
            <a:extLst>
              <a:ext uri="{FF2B5EF4-FFF2-40B4-BE49-F238E27FC236}">
                <a16:creationId xmlns:a16="http://schemas.microsoft.com/office/drawing/2014/main" id="{B05B305B-3343-417B-9AB2-966C1698CC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3281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65" name="Rectangle 23">
            <a:extLst>
              <a:ext uri="{FF2B5EF4-FFF2-40B4-BE49-F238E27FC236}">
                <a16:creationId xmlns:a16="http://schemas.microsoft.com/office/drawing/2014/main" id="{DE449457-DDDA-4D6D-8789-58C4773953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5638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66" name="Rectangle 24">
            <a:extLst>
              <a:ext uri="{FF2B5EF4-FFF2-40B4-BE49-F238E27FC236}">
                <a16:creationId xmlns:a16="http://schemas.microsoft.com/office/drawing/2014/main" id="{7FEC4D66-6909-4C79-B94E-B963191996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5450" y="27955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67" name="Rectangle 25">
            <a:extLst>
              <a:ext uri="{FF2B5EF4-FFF2-40B4-BE49-F238E27FC236}">
                <a16:creationId xmlns:a16="http://schemas.microsoft.com/office/drawing/2014/main" id="{8E352976-3B33-4913-85F0-64F1E4C943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7550" y="2862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68" name="Rectangle 26">
            <a:extLst>
              <a:ext uri="{FF2B5EF4-FFF2-40B4-BE49-F238E27FC236}">
                <a16:creationId xmlns:a16="http://schemas.microsoft.com/office/drawing/2014/main" id="{DFE23F0C-37E2-4BD3-A875-E5D7FE40B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69" name="Rectangle 27">
            <a:extLst>
              <a:ext uri="{FF2B5EF4-FFF2-40B4-BE49-F238E27FC236}">
                <a16:creationId xmlns:a16="http://schemas.microsoft.com/office/drawing/2014/main" id="{7387815D-AF70-438E-99AB-7F8E6D84D0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70" name="Rectangle 28">
            <a:extLst>
              <a:ext uri="{FF2B5EF4-FFF2-40B4-BE49-F238E27FC236}">
                <a16:creationId xmlns:a16="http://schemas.microsoft.com/office/drawing/2014/main" id="{C68EB360-65DA-4479-A4E7-36ACD64A97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71" name="Rectangle 29">
            <a:extLst>
              <a:ext uri="{FF2B5EF4-FFF2-40B4-BE49-F238E27FC236}">
                <a16:creationId xmlns:a16="http://schemas.microsoft.com/office/drawing/2014/main" id="{D0318EB6-D293-46E6-9340-BF1229911F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4675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72" name="Rectangle 30">
            <a:extLst>
              <a:ext uri="{FF2B5EF4-FFF2-40B4-BE49-F238E27FC236}">
                <a16:creationId xmlns:a16="http://schemas.microsoft.com/office/drawing/2014/main" id="{FA54231F-8084-4A8F-91AB-F5DDB4CE5C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670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73" name="Rectangle 31">
            <a:extLst>
              <a:ext uri="{FF2B5EF4-FFF2-40B4-BE49-F238E27FC236}">
                <a16:creationId xmlns:a16="http://schemas.microsoft.com/office/drawing/2014/main" id="{3170F4CF-07AC-4453-ACD3-EBA1542E08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6163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74" name="Rectangle 32">
            <a:extLst>
              <a:ext uri="{FF2B5EF4-FFF2-40B4-BE49-F238E27FC236}">
                <a16:creationId xmlns:a16="http://schemas.microsoft.com/office/drawing/2014/main" id="{F7B6CAB9-3ECF-4A34-891E-7118634C96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2775" y="2357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75" name="Rectangle 33">
            <a:extLst>
              <a:ext uri="{FF2B5EF4-FFF2-40B4-BE49-F238E27FC236}">
                <a16:creationId xmlns:a16="http://schemas.microsoft.com/office/drawing/2014/main" id="{24AD0A7A-0621-4B7D-BD01-4808669838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7063" y="22574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76" name="Rectangle 34">
            <a:extLst>
              <a:ext uri="{FF2B5EF4-FFF2-40B4-BE49-F238E27FC236}">
                <a16:creationId xmlns:a16="http://schemas.microsoft.com/office/drawing/2014/main" id="{0C839DFC-0C3C-405D-9D9C-5810B47219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7588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77" name="Rectangle 35">
            <a:extLst>
              <a:ext uri="{FF2B5EF4-FFF2-40B4-BE49-F238E27FC236}">
                <a16:creationId xmlns:a16="http://schemas.microsoft.com/office/drawing/2014/main" id="{2E0D1403-A4B2-4DB3-8ED2-026DEAE635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6588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78" name="Rectangle 36">
            <a:extLst>
              <a:ext uri="{FF2B5EF4-FFF2-40B4-BE49-F238E27FC236}">
                <a16:creationId xmlns:a16="http://schemas.microsoft.com/office/drawing/2014/main" id="{5B54303F-6DB1-4198-A7F4-962CBA8A85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04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79" name="Rectangle 37">
            <a:extLst>
              <a:ext uri="{FF2B5EF4-FFF2-40B4-BE49-F238E27FC236}">
                <a16:creationId xmlns:a16="http://schemas.microsoft.com/office/drawing/2014/main" id="{51AF105E-1A87-4C8F-90AD-60ABE76626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1238" y="22002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80" name="Rectangle 38">
            <a:extLst>
              <a:ext uri="{FF2B5EF4-FFF2-40B4-BE49-F238E27FC236}">
                <a16:creationId xmlns:a16="http://schemas.microsoft.com/office/drawing/2014/main" id="{E015113A-29EF-4D26-B1FE-EAC7F0ADDC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2363" y="2738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81" name="Rectangle 39">
            <a:extLst>
              <a:ext uri="{FF2B5EF4-FFF2-40B4-BE49-F238E27FC236}">
                <a16:creationId xmlns:a16="http://schemas.microsoft.com/office/drawing/2014/main" id="{9204224C-9D58-4809-87A7-E3BD8F09D8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27146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82" name="Rectangle 40">
            <a:extLst>
              <a:ext uri="{FF2B5EF4-FFF2-40B4-BE49-F238E27FC236}">
                <a16:creationId xmlns:a16="http://schemas.microsoft.com/office/drawing/2014/main" id="{1CF2C84B-9AB6-42C7-91DE-92AFBBA6A3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27098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83" name="Rectangle 41">
            <a:extLst>
              <a:ext uri="{FF2B5EF4-FFF2-40B4-BE49-F238E27FC236}">
                <a16:creationId xmlns:a16="http://schemas.microsoft.com/office/drawing/2014/main" id="{E035F4F4-EE29-49B2-BCA3-B7EB0B393A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7038" y="22240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84" name="Rectangle 42">
            <a:extLst>
              <a:ext uri="{FF2B5EF4-FFF2-40B4-BE49-F238E27FC236}">
                <a16:creationId xmlns:a16="http://schemas.microsoft.com/office/drawing/2014/main" id="{BE7647FC-1B6E-4357-9F13-D426A1260D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2638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85" name="Rectangle 43">
            <a:extLst>
              <a:ext uri="{FF2B5EF4-FFF2-40B4-BE49-F238E27FC236}">
                <a16:creationId xmlns:a16="http://schemas.microsoft.com/office/drawing/2014/main" id="{F598C700-C979-4750-8848-C50E2AC227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2913" y="3228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86" name="Rectangle 44">
            <a:extLst>
              <a:ext uri="{FF2B5EF4-FFF2-40B4-BE49-F238E27FC236}">
                <a16:creationId xmlns:a16="http://schemas.microsoft.com/office/drawing/2014/main" id="{3736D782-44A1-4211-8F99-6B146DF3F5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6675" y="31432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87" name="Rectangle 45">
            <a:extLst>
              <a:ext uri="{FF2B5EF4-FFF2-40B4-BE49-F238E27FC236}">
                <a16:creationId xmlns:a16="http://schemas.microsoft.com/office/drawing/2014/main" id="{56436851-6ADB-427D-95F7-6F48F4F788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88" name="Rectangle 46">
            <a:extLst>
              <a:ext uri="{FF2B5EF4-FFF2-40B4-BE49-F238E27FC236}">
                <a16:creationId xmlns:a16="http://schemas.microsoft.com/office/drawing/2014/main" id="{BC0C7AF8-CA8F-4052-8B99-EA773F9C49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6113" y="32099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89" name="Rectangle 47">
            <a:extLst>
              <a:ext uri="{FF2B5EF4-FFF2-40B4-BE49-F238E27FC236}">
                <a16:creationId xmlns:a16="http://schemas.microsoft.com/office/drawing/2014/main" id="{B110D509-5FF2-466A-AC57-9BEA47E063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6075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819" name="Text Box 48">
            <a:extLst>
              <a:ext uri="{FF2B5EF4-FFF2-40B4-BE49-F238E27FC236}">
                <a16:creationId xmlns:a16="http://schemas.microsoft.com/office/drawing/2014/main" id="{EC01573F-1542-464B-892F-C52B870CAE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472833"/>
            <a:ext cx="8077200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FFFFFF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Times New Roman" pitchFamily="18" charset="0"/>
              </a:defRPr>
            </a:lvl5pPr>
            <a:lvl6pPr marL="2514600" indent="-228600" algn="just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Times New Roman" pitchFamily="18" charset="0"/>
              </a:defRPr>
            </a:lvl6pPr>
            <a:lvl7pPr marL="2971800" indent="-228600" algn="just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Times New Roman" pitchFamily="18" charset="0"/>
              </a:defRPr>
            </a:lvl7pPr>
            <a:lvl8pPr marL="3429000" indent="-228600" algn="just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Times New Roman" pitchFamily="18" charset="0"/>
              </a:defRPr>
            </a:lvl8pPr>
            <a:lvl9pPr marL="3886200" indent="-228600" algn="just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Times New Roman" pitchFamily="18" charset="0"/>
              </a:defRPr>
            </a:lvl9pPr>
          </a:lstStyle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r>
              <a:rPr lang="hr-HR" altLang="sr-Latn-R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Štapići su osjetljivi na vrlo niske razine svijetla. 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r>
              <a:rPr lang="hr-HR" altLang="sr-Latn-R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Samo čunjići služe za opažanje boja (</a:t>
            </a:r>
            <a:r>
              <a:rPr lang="hr-HR" altLang="sr-Latn-R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kratke</a:t>
            </a:r>
            <a:r>
              <a:rPr lang="hr-HR" altLang="sr-Latn-R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hr-HR" altLang="sr-Latn-RS" sz="2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srednje</a:t>
            </a:r>
            <a:r>
              <a:rPr lang="hr-HR" altLang="sr-Latn-R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 </a:t>
            </a:r>
            <a:r>
              <a:rPr lang="hr-HR" altLang="sr-Latn-RS" sz="20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duge</a:t>
            </a:r>
            <a:r>
              <a:rPr lang="hr-HR" altLang="sr-Latn-R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valne duljine). 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r>
              <a:rPr lang="hr-HR" altLang="sr-Latn-R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Čunjići osjetljivi samo na veće razine osvjetljenja -&gt; objekte koje gledamo pod slabim svijetlom, ne vidimo u boji (crvena ruža noću).</a:t>
            </a:r>
          </a:p>
          <a:p>
            <a:pPr eaLnBrk="1" hangingPunct="1">
              <a:buFontTx/>
              <a:buChar char="•"/>
              <a:defRPr/>
            </a:pPr>
            <a:endParaRPr lang="hr-HR" altLang="sr-Latn-R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AFAB8DA1-D6BB-474A-B8AA-FB2D1D806E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229" y="3332068"/>
            <a:ext cx="4038600" cy="2458613"/>
          </a:xfrm>
          <a:prstGeom prst="rect">
            <a:avLst/>
          </a:prstGeom>
        </p:spPr>
      </p:pic>
      <p:sp>
        <p:nvSpPr>
          <p:cNvPr id="6" name="TekstniOkvir 5">
            <a:extLst>
              <a:ext uri="{FF2B5EF4-FFF2-40B4-BE49-F238E27FC236}">
                <a16:creationId xmlns:a16="http://schemas.microsoft.com/office/drawing/2014/main" id="{6DBDD2CA-6559-F93E-1FF9-1995584AB252}"/>
              </a:ext>
            </a:extLst>
          </p:cNvPr>
          <p:cNvSpPr txBox="1"/>
          <p:nvPr/>
        </p:nvSpPr>
        <p:spPr>
          <a:xfrm>
            <a:off x="1061525" y="5776606"/>
            <a:ext cx="30299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sz="1600" dirty="0"/>
              <a:t>Valne duljine (nm)</a:t>
            </a:r>
          </a:p>
        </p:txBody>
      </p:sp>
      <p:sp>
        <p:nvSpPr>
          <p:cNvPr id="7" name="TekstniOkvir 6">
            <a:extLst>
              <a:ext uri="{FF2B5EF4-FFF2-40B4-BE49-F238E27FC236}">
                <a16:creationId xmlns:a16="http://schemas.microsoft.com/office/drawing/2014/main" id="{C53DA42C-E435-00BF-4560-5EA7BDEA8A92}"/>
              </a:ext>
            </a:extLst>
          </p:cNvPr>
          <p:cNvSpPr txBox="1"/>
          <p:nvPr/>
        </p:nvSpPr>
        <p:spPr>
          <a:xfrm>
            <a:off x="113859" y="3317994"/>
            <a:ext cx="430887" cy="2458612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hr-HR" sz="1600" dirty="0"/>
              <a:t>Normalizirana apsorpcija</a:t>
            </a:r>
          </a:p>
        </p:txBody>
      </p:sp>
      <p:sp>
        <p:nvSpPr>
          <p:cNvPr id="8" name="Pravokutnik 7">
            <a:extLst>
              <a:ext uri="{FF2B5EF4-FFF2-40B4-BE49-F238E27FC236}">
                <a16:creationId xmlns:a16="http://schemas.microsoft.com/office/drawing/2014/main" id="{CCABC6AF-DE33-85B8-42A2-F0959F7A25A7}"/>
              </a:ext>
            </a:extLst>
          </p:cNvPr>
          <p:cNvSpPr/>
          <p:nvPr/>
        </p:nvSpPr>
        <p:spPr>
          <a:xfrm>
            <a:off x="464655" y="5592345"/>
            <a:ext cx="510208" cy="24427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pic>
        <p:nvPicPr>
          <p:cNvPr id="10" name="Slika 9">
            <a:extLst>
              <a:ext uri="{FF2B5EF4-FFF2-40B4-BE49-F238E27FC236}">
                <a16:creationId xmlns:a16="http://schemas.microsoft.com/office/drawing/2014/main" id="{5E31A713-AB5A-26D7-80AC-B5FCADA027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7936" y="3251524"/>
            <a:ext cx="4209376" cy="988747"/>
          </a:xfrm>
          <a:prstGeom prst="rect">
            <a:avLst/>
          </a:prstGeom>
        </p:spPr>
      </p:pic>
      <p:sp>
        <p:nvSpPr>
          <p:cNvPr id="11" name="TekstniOkvir 10">
            <a:extLst>
              <a:ext uri="{FF2B5EF4-FFF2-40B4-BE49-F238E27FC236}">
                <a16:creationId xmlns:a16="http://schemas.microsoft.com/office/drawing/2014/main" id="{4D14A0C5-FC7C-4B90-B0F9-DD7710A8BEDD}"/>
              </a:ext>
            </a:extLst>
          </p:cNvPr>
          <p:cNvSpPr txBox="1"/>
          <p:nvPr/>
        </p:nvSpPr>
        <p:spPr>
          <a:xfrm>
            <a:off x="4679654" y="4346985"/>
            <a:ext cx="417081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hr-HR" sz="2000" dirty="0"/>
              <a:t>Signal koji se šalje u mozak je </a:t>
            </a:r>
            <a:r>
              <a:rPr lang="hr-HR" sz="2000" dirty="0" err="1"/>
              <a:t>predprocesiran</a:t>
            </a:r>
            <a:r>
              <a:rPr lang="hr-HR" sz="2000" dirty="0"/>
              <a:t> u mrežnici. Ovo objašnjava:</a:t>
            </a:r>
          </a:p>
          <a:p>
            <a:pPr marL="342900" indent="-342900" algn="just">
              <a:buFontTx/>
              <a:buChar char="-"/>
            </a:pPr>
            <a:r>
              <a:rPr lang="hr-HR" sz="2000" dirty="0"/>
              <a:t>Daltonizam</a:t>
            </a:r>
          </a:p>
          <a:p>
            <a:pPr marL="342900" indent="-342900" algn="just">
              <a:buFontTx/>
              <a:buChar char="-"/>
            </a:pPr>
            <a:r>
              <a:rPr lang="hr-HR" sz="2000" dirty="0"/>
              <a:t>Važnost </a:t>
            </a:r>
            <a:r>
              <a:rPr lang="hr-HR" sz="2000" dirty="0">
                <a:solidFill>
                  <a:srgbClr val="FF0000"/>
                </a:solidFill>
              </a:rPr>
              <a:t>crvene</a:t>
            </a:r>
            <a:r>
              <a:rPr lang="hr-HR" sz="2000" dirty="0"/>
              <a:t>, </a:t>
            </a:r>
            <a:r>
              <a:rPr lang="hr-HR" sz="2000" dirty="0">
                <a:solidFill>
                  <a:srgbClr val="FFFF00"/>
                </a:solidFill>
                <a:highlight>
                  <a:srgbClr val="000000"/>
                </a:highlight>
              </a:rPr>
              <a:t>žute</a:t>
            </a:r>
            <a:r>
              <a:rPr lang="hr-HR" sz="2000" dirty="0"/>
              <a:t>, </a:t>
            </a:r>
            <a:r>
              <a:rPr lang="hr-HR" sz="2000" dirty="0">
                <a:solidFill>
                  <a:srgbClr val="00B050"/>
                </a:solidFill>
              </a:rPr>
              <a:t>zelene</a:t>
            </a:r>
            <a:r>
              <a:rPr lang="hr-HR" sz="2000" dirty="0"/>
              <a:t> i </a:t>
            </a:r>
            <a:r>
              <a:rPr lang="hr-HR" sz="2000" dirty="0">
                <a:solidFill>
                  <a:schemeClr val="accent1"/>
                </a:solidFill>
              </a:rPr>
              <a:t>plave</a:t>
            </a:r>
            <a:r>
              <a:rPr lang="hr-HR" sz="2000" dirty="0"/>
              <a:t> boje za percepciju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909C0ED2-C753-48A2-BBF1-8846ACB297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OKO</a:t>
            </a:r>
            <a:endParaRPr lang="en-GB" altLang="sr-Latn-RS" sz="28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267" name="Date Placeholder 2">
            <a:extLst>
              <a:ext uri="{FF2B5EF4-FFF2-40B4-BE49-F238E27FC236}">
                <a16:creationId xmlns:a16="http://schemas.microsoft.com/office/drawing/2014/main" id="{2235DCE2-69AA-4D3C-A0ED-4E2A4194D8E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fld id="{6B8ACBDE-C8B3-461A-925A-42BA53319860}" type="datetime1">
              <a:rPr lang="sr-Latn-RS" altLang="sr-Latn-RS" sz="1400" smtClean="0">
                <a:latin typeface="Arial" panose="020B0604020202020204" pitchFamily="34" charset="0"/>
                <a:cs typeface="Arial" panose="020B0604020202020204" pitchFamily="34" charset="0"/>
              </a:rPr>
              <a:t>31.10.2025.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796" name="Slide Number Placeholder 4">
            <a:extLst>
              <a:ext uri="{FF2B5EF4-FFF2-40B4-BE49-F238E27FC236}">
                <a16:creationId xmlns:a16="http://schemas.microsoft.com/office/drawing/2014/main" id="{6055F0C8-1FE7-4B66-8D4C-1B1D7E358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fld id="{7F864E48-2CFA-4D03-B52C-6FDA1798A823}" type="slidenum">
              <a:rPr lang="en-GB" altLang="sr-Latn-RS" sz="1400"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t>6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269" name="Rectangle 3">
            <a:extLst>
              <a:ext uri="{FF2B5EF4-FFF2-40B4-BE49-F238E27FC236}">
                <a16:creationId xmlns:a16="http://schemas.microsoft.com/office/drawing/2014/main" id="{1323D511-0F1B-41CC-A387-46EB6C0DCD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1850" y="26812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70" name="Rectangle 4">
            <a:extLst>
              <a:ext uri="{FF2B5EF4-FFF2-40B4-BE49-F238E27FC236}">
                <a16:creationId xmlns:a16="http://schemas.microsoft.com/office/drawing/2014/main" id="{F97D44BF-B5CD-4A96-8DEF-DA071146C4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6574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71" name="Rectangle 5">
            <a:extLst>
              <a:ext uri="{FF2B5EF4-FFF2-40B4-BE49-F238E27FC236}">
                <a16:creationId xmlns:a16="http://schemas.microsoft.com/office/drawing/2014/main" id="{9193035D-DA1F-46F2-ACBE-EBF2F8E914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3688" y="2519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72" name="Rectangle 6">
            <a:extLst>
              <a:ext uri="{FF2B5EF4-FFF2-40B4-BE49-F238E27FC236}">
                <a16:creationId xmlns:a16="http://schemas.microsoft.com/office/drawing/2014/main" id="{4482C86D-6D51-421E-96D6-104DE6A86D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9900" y="2252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73" name="Rectangle 7">
            <a:extLst>
              <a:ext uri="{FF2B5EF4-FFF2-40B4-BE49-F238E27FC236}">
                <a16:creationId xmlns:a16="http://schemas.microsoft.com/office/drawing/2014/main" id="{860A1A30-2274-4EB3-972B-455038C281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6538" y="13716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74" name="Rectangle 8">
            <a:extLst>
              <a:ext uri="{FF2B5EF4-FFF2-40B4-BE49-F238E27FC236}">
                <a16:creationId xmlns:a16="http://schemas.microsoft.com/office/drawing/2014/main" id="{F1650973-B37D-4A4A-B985-5E21BBDCFC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6650" y="32194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75" name="Rectangle 10">
            <a:extLst>
              <a:ext uri="{FF2B5EF4-FFF2-40B4-BE49-F238E27FC236}">
                <a16:creationId xmlns:a16="http://schemas.microsoft.com/office/drawing/2014/main" id="{BA521E26-37EB-4556-9346-EC43B194AE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2213" y="2466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76" name="Rectangle 11">
            <a:extLst>
              <a:ext uri="{FF2B5EF4-FFF2-40B4-BE49-F238E27FC236}">
                <a16:creationId xmlns:a16="http://schemas.microsoft.com/office/drawing/2014/main" id="{A304A9EF-8A79-46CD-B557-6F3EA81875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42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77" name="Rectangle 12">
            <a:extLst>
              <a:ext uri="{FF2B5EF4-FFF2-40B4-BE49-F238E27FC236}">
                <a16:creationId xmlns:a16="http://schemas.microsoft.com/office/drawing/2014/main" id="{C8FF7E27-8854-4998-933F-3E1157762C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1888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78" name="Rectangle 13">
            <a:extLst>
              <a:ext uri="{FF2B5EF4-FFF2-40B4-BE49-F238E27FC236}">
                <a16:creationId xmlns:a16="http://schemas.microsoft.com/office/drawing/2014/main" id="{7B6DC365-F6FB-4440-ADA7-0D4CA00AF6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79" name="Rectangle 14">
            <a:extLst>
              <a:ext uri="{FF2B5EF4-FFF2-40B4-BE49-F238E27FC236}">
                <a16:creationId xmlns:a16="http://schemas.microsoft.com/office/drawing/2014/main" id="{34571022-69BC-4132-A95A-2332A56196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80" name="Rectangle 15">
            <a:extLst>
              <a:ext uri="{FF2B5EF4-FFF2-40B4-BE49-F238E27FC236}">
                <a16:creationId xmlns:a16="http://schemas.microsoft.com/office/drawing/2014/main" id="{348E08CA-E1FC-48EB-AF3F-C1E7B1DCDA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7538" y="22288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81" name="Rectangle 16">
            <a:extLst>
              <a:ext uri="{FF2B5EF4-FFF2-40B4-BE49-F238E27FC236}">
                <a16:creationId xmlns:a16="http://schemas.microsoft.com/office/drawing/2014/main" id="{6A7A6082-39CE-4325-89A1-B46B569FF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6613" y="3009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82" name="Rectangle 17">
            <a:extLst>
              <a:ext uri="{FF2B5EF4-FFF2-40B4-BE49-F238E27FC236}">
                <a16:creationId xmlns:a16="http://schemas.microsoft.com/office/drawing/2014/main" id="{9A29A3ED-0251-45A1-91E3-7F6587D76C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2300" y="3281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83" name="Rectangle 18">
            <a:extLst>
              <a:ext uri="{FF2B5EF4-FFF2-40B4-BE49-F238E27FC236}">
                <a16:creationId xmlns:a16="http://schemas.microsoft.com/office/drawing/2014/main" id="{060A871E-9B26-4F42-A6CD-081FCCD737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3263" y="32861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84" name="Rectangle 19">
            <a:extLst>
              <a:ext uri="{FF2B5EF4-FFF2-40B4-BE49-F238E27FC236}">
                <a16:creationId xmlns:a16="http://schemas.microsoft.com/office/drawing/2014/main" id="{C835CCD4-412F-4DF2-B47D-25BB55EEAE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1338" y="2138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85" name="Rectangle 20">
            <a:extLst>
              <a:ext uri="{FF2B5EF4-FFF2-40B4-BE49-F238E27FC236}">
                <a16:creationId xmlns:a16="http://schemas.microsoft.com/office/drawing/2014/main" id="{4B3D7B58-FDA0-4ABF-9EB3-1E555B4129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5688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86" name="Rectangle 21">
            <a:extLst>
              <a:ext uri="{FF2B5EF4-FFF2-40B4-BE49-F238E27FC236}">
                <a16:creationId xmlns:a16="http://schemas.microsoft.com/office/drawing/2014/main" id="{29FA8178-0284-4FF5-8FAB-C4C45BC98D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5288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87" name="Rectangle 22">
            <a:extLst>
              <a:ext uri="{FF2B5EF4-FFF2-40B4-BE49-F238E27FC236}">
                <a16:creationId xmlns:a16="http://schemas.microsoft.com/office/drawing/2014/main" id="{FDA9AECA-1060-4D96-9521-93E2F8D777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3281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88" name="Rectangle 23">
            <a:extLst>
              <a:ext uri="{FF2B5EF4-FFF2-40B4-BE49-F238E27FC236}">
                <a16:creationId xmlns:a16="http://schemas.microsoft.com/office/drawing/2014/main" id="{69BED041-0525-4170-BCFF-739618C396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5638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89" name="Rectangle 25">
            <a:extLst>
              <a:ext uri="{FF2B5EF4-FFF2-40B4-BE49-F238E27FC236}">
                <a16:creationId xmlns:a16="http://schemas.microsoft.com/office/drawing/2014/main" id="{FAC922E7-A386-40E2-A1E8-E0286DFF4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7550" y="2862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90" name="Rectangle 26">
            <a:extLst>
              <a:ext uri="{FF2B5EF4-FFF2-40B4-BE49-F238E27FC236}">
                <a16:creationId xmlns:a16="http://schemas.microsoft.com/office/drawing/2014/main" id="{E6B48861-D292-4BE7-BE01-BAF7B60E86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91" name="Rectangle 27">
            <a:extLst>
              <a:ext uri="{FF2B5EF4-FFF2-40B4-BE49-F238E27FC236}">
                <a16:creationId xmlns:a16="http://schemas.microsoft.com/office/drawing/2014/main" id="{BF246E98-2B45-4AB4-A761-CBE9CF9F8B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92" name="Rectangle 28">
            <a:extLst>
              <a:ext uri="{FF2B5EF4-FFF2-40B4-BE49-F238E27FC236}">
                <a16:creationId xmlns:a16="http://schemas.microsoft.com/office/drawing/2014/main" id="{8B9BBBA8-FF9A-4595-A2BD-47EDC1EDDE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93" name="Rectangle 29">
            <a:extLst>
              <a:ext uri="{FF2B5EF4-FFF2-40B4-BE49-F238E27FC236}">
                <a16:creationId xmlns:a16="http://schemas.microsoft.com/office/drawing/2014/main" id="{754F5897-841F-4787-B68A-827BCCCC65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4675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94" name="Rectangle 30">
            <a:extLst>
              <a:ext uri="{FF2B5EF4-FFF2-40B4-BE49-F238E27FC236}">
                <a16:creationId xmlns:a16="http://schemas.microsoft.com/office/drawing/2014/main" id="{55D3A16E-4777-4EAF-97FB-9684E43D5E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670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95" name="Rectangle 31">
            <a:extLst>
              <a:ext uri="{FF2B5EF4-FFF2-40B4-BE49-F238E27FC236}">
                <a16:creationId xmlns:a16="http://schemas.microsoft.com/office/drawing/2014/main" id="{87518740-AAB5-4127-A684-8D64ABB9A3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6163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96" name="Rectangle 32">
            <a:extLst>
              <a:ext uri="{FF2B5EF4-FFF2-40B4-BE49-F238E27FC236}">
                <a16:creationId xmlns:a16="http://schemas.microsoft.com/office/drawing/2014/main" id="{1DBFEA9B-D2BB-4D9F-8B4D-D1E35A71A6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2775" y="2357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97" name="Rectangle 33">
            <a:extLst>
              <a:ext uri="{FF2B5EF4-FFF2-40B4-BE49-F238E27FC236}">
                <a16:creationId xmlns:a16="http://schemas.microsoft.com/office/drawing/2014/main" id="{87FD813E-CC2B-43B0-A7C3-4E520D7F4C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7063" y="22574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98" name="Rectangle 34">
            <a:extLst>
              <a:ext uri="{FF2B5EF4-FFF2-40B4-BE49-F238E27FC236}">
                <a16:creationId xmlns:a16="http://schemas.microsoft.com/office/drawing/2014/main" id="{D6112993-0C82-4096-A51A-73DD612211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7588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99" name="Rectangle 35">
            <a:extLst>
              <a:ext uri="{FF2B5EF4-FFF2-40B4-BE49-F238E27FC236}">
                <a16:creationId xmlns:a16="http://schemas.microsoft.com/office/drawing/2014/main" id="{23437752-1975-498B-A5B3-654B40D200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6588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00" name="Rectangle 36">
            <a:extLst>
              <a:ext uri="{FF2B5EF4-FFF2-40B4-BE49-F238E27FC236}">
                <a16:creationId xmlns:a16="http://schemas.microsoft.com/office/drawing/2014/main" id="{285C9FC0-BC8C-41E4-8C77-B4E2C195F7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04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01" name="Rectangle 38">
            <a:extLst>
              <a:ext uri="{FF2B5EF4-FFF2-40B4-BE49-F238E27FC236}">
                <a16:creationId xmlns:a16="http://schemas.microsoft.com/office/drawing/2014/main" id="{368F4A33-8D3F-4210-A234-4A1EF60F5A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2363" y="2738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02" name="Rectangle 39">
            <a:extLst>
              <a:ext uri="{FF2B5EF4-FFF2-40B4-BE49-F238E27FC236}">
                <a16:creationId xmlns:a16="http://schemas.microsoft.com/office/drawing/2014/main" id="{AA43573F-186E-46AE-A06B-977804104C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27146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03" name="Rectangle 40">
            <a:extLst>
              <a:ext uri="{FF2B5EF4-FFF2-40B4-BE49-F238E27FC236}">
                <a16:creationId xmlns:a16="http://schemas.microsoft.com/office/drawing/2014/main" id="{A1066A7B-6E15-47F2-97AF-9823DDB073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27098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04" name="Rectangle 41">
            <a:extLst>
              <a:ext uri="{FF2B5EF4-FFF2-40B4-BE49-F238E27FC236}">
                <a16:creationId xmlns:a16="http://schemas.microsoft.com/office/drawing/2014/main" id="{E9A93A1F-CC0B-4BF1-BB5B-14533575BE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7038" y="22240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05" name="Rectangle 43">
            <a:extLst>
              <a:ext uri="{FF2B5EF4-FFF2-40B4-BE49-F238E27FC236}">
                <a16:creationId xmlns:a16="http://schemas.microsoft.com/office/drawing/2014/main" id="{84B2594C-115E-43EA-8CCA-F5769F031E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2913" y="3228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06" name="Rectangle 44">
            <a:extLst>
              <a:ext uri="{FF2B5EF4-FFF2-40B4-BE49-F238E27FC236}">
                <a16:creationId xmlns:a16="http://schemas.microsoft.com/office/drawing/2014/main" id="{12D37D99-AC54-4256-8A1A-B264BA4C08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6675" y="31432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07" name="Rectangle 45">
            <a:extLst>
              <a:ext uri="{FF2B5EF4-FFF2-40B4-BE49-F238E27FC236}">
                <a16:creationId xmlns:a16="http://schemas.microsoft.com/office/drawing/2014/main" id="{823B7FB2-3D2F-41CB-8E83-54C436F7D9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08" name="Rectangle 46">
            <a:extLst>
              <a:ext uri="{FF2B5EF4-FFF2-40B4-BE49-F238E27FC236}">
                <a16:creationId xmlns:a16="http://schemas.microsoft.com/office/drawing/2014/main" id="{6354A8C1-0EC1-4037-81D2-8C340FC3E2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6113" y="32099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09" name="Rectangle 47">
            <a:extLst>
              <a:ext uri="{FF2B5EF4-FFF2-40B4-BE49-F238E27FC236}">
                <a16:creationId xmlns:a16="http://schemas.microsoft.com/office/drawing/2014/main" id="{7A0198D4-BCC6-41AA-86E5-7C6DF493D8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6075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843" name="Text Box 48">
            <a:extLst>
              <a:ext uri="{FF2B5EF4-FFF2-40B4-BE49-F238E27FC236}">
                <a16:creationId xmlns:a16="http://schemas.microsoft.com/office/drawing/2014/main" id="{FEAB2FAD-C2E7-419F-8F05-F2E221FAA7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773238"/>
            <a:ext cx="8077200" cy="301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FFFFFF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Times New Roman" pitchFamily="18" charset="0"/>
              </a:defRPr>
            </a:lvl5pPr>
            <a:lvl6pPr marL="2514600" indent="-228600" algn="just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Times New Roman" pitchFamily="18" charset="0"/>
              </a:defRPr>
            </a:lvl6pPr>
            <a:lvl7pPr marL="2971800" indent="-228600" algn="just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Times New Roman" pitchFamily="18" charset="0"/>
              </a:defRPr>
            </a:lvl7pPr>
            <a:lvl8pPr marL="3429000" indent="-228600" algn="just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Times New Roman" pitchFamily="18" charset="0"/>
              </a:defRPr>
            </a:lvl8pPr>
            <a:lvl9pPr marL="3886200" indent="-228600" algn="just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Times New Roman" pitchFamily="18" charset="0"/>
              </a:defRPr>
            </a:lvl9pPr>
          </a:lstStyle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r>
              <a:rPr lang="hr-HR" altLang="sr-Latn-R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Eksperimentalno je dokazano da je osjetljivost oka na svjetlost logaritamskog oblika. 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r>
              <a:rPr lang="hr-HR" altLang="sr-Latn-R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Oko ne može simultano reagirati na cijeli opseg svjetlosti već reagira u nekom relativnom opsegu svijetlosti koje je centrirano oko razine prilagodbe svijetlu. </a:t>
            </a:r>
          </a:p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r>
              <a:rPr lang="hr-HR" altLang="sr-Latn-R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 tom opsegu svijetla kojem se oko prilagodi, ekstremne vrijednosti percipiramo kao bijelo ili crno. </a:t>
            </a:r>
          </a:p>
          <a:p>
            <a:pPr eaLnBrk="1" hangingPunct="1">
              <a:defRPr/>
            </a:pPr>
            <a:endParaRPr lang="hr-HR" altLang="sr-Latn-R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B99EB3DF-0943-4C7F-97DD-79E1E7651E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OKO</a:t>
            </a:r>
            <a:endParaRPr lang="en-GB" altLang="sr-Latn-RS" sz="28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91" name="Date Placeholder 2">
            <a:extLst>
              <a:ext uri="{FF2B5EF4-FFF2-40B4-BE49-F238E27FC236}">
                <a16:creationId xmlns:a16="http://schemas.microsoft.com/office/drawing/2014/main" id="{45DE8A00-51F3-4B61-97FB-68B6D649450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fld id="{C9FE31BB-DF51-4269-BBD3-0952E1390C8B}" type="datetime1">
              <a:rPr lang="sr-Latn-RS" altLang="sr-Latn-RS" sz="1400" smtClean="0">
                <a:latin typeface="Arial" panose="020B0604020202020204" pitchFamily="34" charset="0"/>
                <a:cs typeface="Arial" panose="020B0604020202020204" pitchFamily="34" charset="0"/>
              </a:rPr>
              <a:t>31.10.2025.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820" name="Slide Number Placeholder 4">
            <a:extLst>
              <a:ext uri="{FF2B5EF4-FFF2-40B4-BE49-F238E27FC236}">
                <a16:creationId xmlns:a16="http://schemas.microsoft.com/office/drawing/2014/main" id="{B5A7CBA8-A59C-40D1-9347-402537F53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fld id="{CD4AC515-8BC2-401B-BD6D-F9CC4F67338E}" type="slidenum">
              <a:rPr lang="en-GB" altLang="sr-Latn-RS" sz="1400"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t>7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93" name="Rectangle 3">
            <a:extLst>
              <a:ext uri="{FF2B5EF4-FFF2-40B4-BE49-F238E27FC236}">
                <a16:creationId xmlns:a16="http://schemas.microsoft.com/office/drawing/2014/main" id="{7CEC31B1-BC37-4049-8801-5888206064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1850" y="26812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294" name="Rectangle 4">
            <a:extLst>
              <a:ext uri="{FF2B5EF4-FFF2-40B4-BE49-F238E27FC236}">
                <a16:creationId xmlns:a16="http://schemas.microsoft.com/office/drawing/2014/main" id="{56A9955A-0019-40FF-A6B4-B878822822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6574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295" name="Rectangle 5">
            <a:extLst>
              <a:ext uri="{FF2B5EF4-FFF2-40B4-BE49-F238E27FC236}">
                <a16:creationId xmlns:a16="http://schemas.microsoft.com/office/drawing/2014/main" id="{6E9F66E0-65EB-45E6-9DFE-014CAC382A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3688" y="2519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296" name="Rectangle 6">
            <a:extLst>
              <a:ext uri="{FF2B5EF4-FFF2-40B4-BE49-F238E27FC236}">
                <a16:creationId xmlns:a16="http://schemas.microsoft.com/office/drawing/2014/main" id="{F0647A28-656A-4536-9DCD-B8E0F7A390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9900" y="2252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297" name="Rectangle 7">
            <a:extLst>
              <a:ext uri="{FF2B5EF4-FFF2-40B4-BE49-F238E27FC236}">
                <a16:creationId xmlns:a16="http://schemas.microsoft.com/office/drawing/2014/main" id="{729690B0-881A-405E-AFA1-D6F56514B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6538" y="13716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298" name="Rectangle 8">
            <a:extLst>
              <a:ext uri="{FF2B5EF4-FFF2-40B4-BE49-F238E27FC236}">
                <a16:creationId xmlns:a16="http://schemas.microsoft.com/office/drawing/2014/main" id="{07CB62ED-7B1F-4E24-BD0F-05EA28BFEC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6650" y="32194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299" name="Rectangle 9">
            <a:extLst>
              <a:ext uri="{FF2B5EF4-FFF2-40B4-BE49-F238E27FC236}">
                <a16:creationId xmlns:a16="http://schemas.microsoft.com/office/drawing/2014/main" id="{91D05A43-CF87-4C70-9F94-D8F37CAA4C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1013" y="3357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300" name="Rectangle 10">
            <a:extLst>
              <a:ext uri="{FF2B5EF4-FFF2-40B4-BE49-F238E27FC236}">
                <a16:creationId xmlns:a16="http://schemas.microsoft.com/office/drawing/2014/main" id="{8D3E8323-F1FA-404C-B266-286013760A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2213" y="2466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301" name="Rectangle 11">
            <a:extLst>
              <a:ext uri="{FF2B5EF4-FFF2-40B4-BE49-F238E27FC236}">
                <a16:creationId xmlns:a16="http://schemas.microsoft.com/office/drawing/2014/main" id="{2644AB8F-15F3-4D34-A4F5-1FFFDF9D7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42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302" name="Rectangle 12">
            <a:extLst>
              <a:ext uri="{FF2B5EF4-FFF2-40B4-BE49-F238E27FC236}">
                <a16:creationId xmlns:a16="http://schemas.microsoft.com/office/drawing/2014/main" id="{E39AA065-DC7B-4FAA-BEF3-4DEF0F7E3D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1888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303" name="Rectangle 13">
            <a:extLst>
              <a:ext uri="{FF2B5EF4-FFF2-40B4-BE49-F238E27FC236}">
                <a16:creationId xmlns:a16="http://schemas.microsoft.com/office/drawing/2014/main" id="{EE9D4969-A3B9-4D86-B331-9F8C938BD9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304" name="Rectangle 14">
            <a:extLst>
              <a:ext uri="{FF2B5EF4-FFF2-40B4-BE49-F238E27FC236}">
                <a16:creationId xmlns:a16="http://schemas.microsoft.com/office/drawing/2014/main" id="{770AA65E-8B7B-4AD2-A44A-4301103FA8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305" name="Rectangle 15">
            <a:extLst>
              <a:ext uri="{FF2B5EF4-FFF2-40B4-BE49-F238E27FC236}">
                <a16:creationId xmlns:a16="http://schemas.microsoft.com/office/drawing/2014/main" id="{59BD7886-51BC-4B23-961C-27EC49801F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7538" y="22288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306" name="Rectangle 16">
            <a:extLst>
              <a:ext uri="{FF2B5EF4-FFF2-40B4-BE49-F238E27FC236}">
                <a16:creationId xmlns:a16="http://schemas.microsoft.com/office/drawing/2014/main" id="{95A61512-3543-4174-BBF8-A4C92E2236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6613" y="3009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307" name="Rectangle 17">
            <a:extLst>
              <a:ext uri="{FF2B5EF4-FFF2-40B4-BE49-F238E27FC236}">
                <a16:creationId xmlns:a16="http://schemas.microsoft.com/office/drawing/2014/main" id="{780A8084-BE9C-49ED-86A2-845A0B38CD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2300" y="3281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308" name="Rectangle 18">
            <a:extLst>
              <a:ext uri="{FF2B5EF4-FFF2-40B4-BE49-F238E27FC236}">
                <a16:creationId xmlns:a16="http://schemas.microsoft.com/office/drawing/2014/main" id="{83DB9C84-8796-45BC-90C5-48285492F9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3263" y="32861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309" name="Rectangle 19">
            <a:extLst>
              <a:ext uri="{FF2B5EF4-FFF2-40B4-BE49-F238E27FC236}">
                <a16:creationId xmlns:a16="http://schemas.microsoft.com/office/drawing/2014/main" id="{F1D9C3ED-39D9-4795-86A2-0BE03F1A47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1338" y="2138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310" name="Rectangle 20">
            <a:extLst>
              <a:ext uri="{FF2B5EF4-FFF2-40B4-BE49-F238E27FC236}">
                <a16:creationId xmlns:a16="http://schemas.microsoft.com/office/drawing/2014/main" id="{597E2A5B-F724-45B7-8674-8CA7B45EE6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5688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311" name="Rectangle 21">
            <a:extLst>
              <a:ext uri="{FF2B5EF4-FFF2-40B4-BE49-F238E27FC236}">
                <a16:creationId xmlns:a16="http://schemas.microsoft.com/office/drawing/2014/main" id="{65F1C0FA-1886-4B13-B109-4A5709E00C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5288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312" name="Rectangle 22">
            <a:extLst>
              <a:ext uri="{FF2B5EF4-FFF2-40B4-BE49-F238E27FC236}">
                <a16:creationId xmlns:a16="http://schemas.microsoft.com/office/drawing/2014/main" id="{A2BE6492-E9E7-487C-A3AC-EDD6555E0A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3281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313" name="Rectangle 23">
            <a:extLst>
              <a:ext uri="{FF2B5EF4-FFF2-40B4-BE49-F238E27FC236}">
                <a16:creationId xmlns:a16="http://schemas.microsoft.com/office/drawing/2014/main" id="{9755D68D-122E-4263-A32C-D4F721B223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5638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314" name="Rectangle 24">
            <a:extLst>
              <a:ext uri="{FF2B5EF4-FFF2-40B4-BE49-F238E27FC236}">
                <a16:creationId xmlns:a16="http://schemas.microsoft.com/office/drawing/2014/main" id="{67FAF924-A91A-47CF-A1BB-7DBA0A9AB1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5450" y="27955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315" name="Rectangle 25">
            <a:extLst>
              <a:ext uri="{FF2B5EF4-FFF2-40B4-BE49-F238E27FC236}">
                <a16:creationId xmlns:a16="http://schemas.microsoft.com/office/drawing/2014/main" id="{8C4070C5-28EC-4F54-AB01-C8BFBF7160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7550" y="2862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316" name="Rectangle 26">
            <a:extLst>
              <a:ext uri="{FF2B5EF4-FFF2-40B4-BE49-F238E27FC236}">
                <a16:creationId xmlns:a16="http://schemas.microsoft.com/office/drawing/2014/main" id="{D76321F7-C8EA-4F28-A00E-09A3F14153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317" name="Rectangle 27">
            <a:extLst>
              <a:ext uri="{FF2B5EF4-FFF2-40B4-BE49-F238E27FC236}">
                <a16:creationId xmlns:a16="http://schemas.microsoft.com/office/drawing/2014/main" id="{E837B0D4-E0CD-47D4-85BD-2186228BD1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318" name="Rectangle 28">
            <a:extLst>
              <a:ext uri="{FF2B5EF4-FFF2-40B4-BE49-F238E27FC236}">
                <a16:creationId xmlns:a16="http://schemas.microsoft.com/office/drawing/2014/main" id="{80CA0D01-ED75-4842-BFAC-ECE0B93FE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319" name="Rectangle 29">
            <a:extLst>
              <a:ext uri="{FF2B5EF4-FFF2-40B4-BE49-F238E27FC236}">
                <a16:creationId xmlns:a16="http://schemas.microsoft.com/office/drawing/2014/main" id="{9A0A7A4A-45E8-4883-B340-AB26D4217E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4675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320" name="Rectangle 30">
            <a:extLst>
              <a:ext uri="{FF2B5EF4-FFF2-40B4-BE49-F238E27FC236}">
                <a16:creationId xmlns:a16="http://schemas.microsoft.com/office/drawing/2014/main" id="{42455258-8DE7-47AC-BD1C-D9E1E2C245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670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321" name="Rectangle 31">
            <a:extLst>
              <a:ext uri="{FF2B5EF4-FFF2-40B4-BE49-F238E27FC236}">
                <a16:creationId xmlns:a16="http://schemas.microsoft.com/office/drawing/2014/main" id="{61B46C6E-7DD5-4E38-A6D2-B58DA4BD43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6163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322" name="Rectangle 32">
            <a:extLst>
              <a:ext uri="{FF2B5EF4-FFF2-40B4-BE49-F238E27FC236}">
                <a16:creationId xmlns:a16="http://schemas.microsoft.com/office/drawing/2014/main" id="{37EDCADF-5927-41CB-8886-4D0559E16B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2775" y="2357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323" name="Rectangle 33">
            <a:extLst>
              <a:ext uri="{FF2B5EF4-FFF2-40B4-BE49-F238E27FC236}">
                <a16:creationId xmlns:a16="http://schemas.microsoft.com/office/drawing/2014/main" id="{8E467EFE-2FBD-46C1-8A80-83242CB225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7063" y="22574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324" name="Rectangle 34">
            <a:extLst>
              <a:ext uri="{FF2B5EF4-FFF2-40B4-BE49-F238E27FC236}">
                <a16:creationId xmlns:a16="http://schemas.microsoft.com/office/drawing/2014/main" id="{5129A381-15C3-4AAC-A29D-7E827F6A72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7588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325" name="Rectangle 35">
            <a:extLst>
              <a:ext uri="{FF2B5EF4-FFF2-40B4-BE49-F238E27FC236}">
                <a16:creationId xmlns:a16="http://schemas.microsoft.com/office/drawing/2014/main" id="{E1960797-397A-423D-8661-EFBDE108A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6588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326" name="Rectangle 36">
            <a:extLst>
              <a:ext uri="{FF2B5EF4-FFF2-40B4-BE49-F238E27FC236}">
                <a16:creationId xmlns:a16="http://schemas.microsoft.com/office/drawing/2014/main" id="{BC7B17A5-9700-420B-996A-C65EF47B31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04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327" name="Rectangle 37">
            <a:extLst>
              <a:ext uri="{FF2B5EF4-FFF2-40B4-BE49-F238E27FC236}">
                <a16:creationId xmlns:a16="http://schemas.microsoft.com/office/drawing/2014/main" id="{5D08B7FF-99E9-4402-97B0-324BAC5087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1238" y="22002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328" name="Rectangle 38">
            <a:extLst>
              <a:ext uri="{FF2B5EF4-FFF2-40B4-BE49-F238E27FC236}">
                <a16:creationId xmlns:a16="http://schemas.microsoft.com/office/drawing/2014/main" id="{63FB7B40-04FA-4995-A2D9-F0D439741B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2363" y="2738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329" name="Rectangle 39">
            <a:extLst>
              <a:ext uri="{FF2B5EF4-FFF2-40B4-BE49-F238E27FC236}">
                <a16:creationId xmlns:a16="http://schemas.microsoft.com/office/drawing/2014/main" id="{8366205F-B712-410A-8E60-ACB687BC4A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27146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330" name="Rectangle 40">
            <a:extLst>
              <a:ext uri="{FF2B5EF4-FFF2-40B4-BE49-F238E27FC236}">
                <a16:creationId xmlns:a16="http://schemas.microsoft.com/office/drawing/2014/main" id="{CAFC8697-1649-401D-84B2-BF03EBAE1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27098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331" name="Rectangle 41">
            <a:extLst>
              <a:ext uri="{FF2B5EF4-FFF2-40B4-BE49-F238E27FC236}">
                <a16:creationId xmlns:a16="http://schemas.microsoft.com/office/drawing/2014/main" id="{56E6BD31-E3D3-47F3-92E6-720CF2EFA2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7038" y="22240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332" name="Rectangle 42">
            <a:extLst>
              <a:ext uri="{FF2B5EF4-FFF2-40B4-BE49-F238E27FC236}">
                <a16:creationId xmlns:a16="http://schemas.microsoft.com/office/drawing/2014/main" id="{741005B6-4F14-4DAA-BA39-09434DED8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2638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333" name="Rectangle 43">
            <a:extLst>
              <a:ext uri="{FF2B5EF4-FFF2-40B4-BE49-F238E27FC236}">
                <a16:creationId xmlns:a16="http://schemas.microsoft.com/office/drawing/2014/main" id="{CD01009C-5847-45BE-BE87-B89EA4BDC4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2913" y="3228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334" name="Rectangle 44">
            <a:extLst>
              <a:ext uri="{FF2B5EF4-FFF2-40B4-BE49-F238E27FC236}">
                <a16:creationId xmlns:a16="http://schemas.microsoft.com/office/drawing/2014/main" id="{E6FB7826-00B9-4B7F-A842-4A9355BA40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6675" y="31432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335" name="Rectangle 45">
            <a:extLst>
              <a:ext uri="{FF2B5EF4-FFF2-40B4-BE49-F238E27FC236}">
                <a16:creationId xmlns:a16="http://schemas.microsoft.com/office/drawing/2014/main" id="{2F57ABBA-BC2D-45F0-9B5B-39DC2D89C4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336" name="Rectangle 46">
            <a:extLst>
              <a:ext uri="{FF2B5EF4-FFF2-40B4-BE49-F238E27FC236}">
                <a16:creationId xmlns:a16="http://schemas.microsoft.com/office/drawing/2014/main" id="{37C2885E-881A-4189-9953-AAF94A8C72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6113" y="32099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337" name="Rectangle 47">
            <a:extLst>
              <a:ext uri="{FF2B5EF4-FFF2-40B4-BE49-F238E27FC236}">
                <a16:creationId xmlns:a16="http://schemas.microsoft.com/office/drawing/2014/main" id="{DE3CB656-3F55-4F48-AF34-DA8CC19C54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6075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867" name="Text Box 48">
            <a:extLst>
              <a:ext uri="{FF2B5EF4-FFF2-40B4-BE49-F238E27FC236}">
                <a16:creationId xmlns:a16="http://schemas.microsoft.com/office/drawing/2014/main" id="{A83C4E80-8D45-4FA1-94A4-65790C836F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1844675"/>
            <a:ext cx="8077200" cy="240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FFFFFF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Times New Roman" pitchFamily="18" charset="0"/>
              </a:defRPr>
            </a:lvl5pPr>
            <a:lvl6pPr marL="2514600" indent="-228600" algn="just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Times New Roman" pitchFamily="18" charset="0"/>
              </a:defRPr>
            </a:lvl6pPr>
            <a:lvl7pPr marL="2971800" indent="-228600" algn="just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Times New Roman" pitchFamily="18" charset="0"/>
              </a:defRPr>
            </a:lvl7pPr>
            <a:lvl8pPr marL="3429000" indent="-228600" algn="just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Times New Roman" pitchFamily="18" charset="0"/>
              </a:defRPr>
            </a:lvl8pPr>
            <a:lvl9pPr marL="3886200" indent="-228600" algn="just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Times New Roman" pitchFamily="18" charset="0"/>
              </a:defRPr>
            </a:lvl9pPr>
          </a:lstStyle>
          <a:p>
            <a:pPr eaLnBrk="1" hangingPunct="1">
              <a:defRPr/>
            </a:pPr>
            <a:r>
              <a:rPr lang="hr-HR" altLang="sr-Latn-RS" sz="20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Simultani kontrast </a:t>
            </a:r>
          </a:p>
          <a:p>
            <a:pPr eaLnBrk="1" hangingPunct="1">
              <a:buFontTx/>
              <a:buChar char="•"/>
              <a:defRPr/>
            </a:pPr>
            <a:endParaRPr lang="hr-HR" altLang="sr-Latn-RS" sz="2000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r>
              <a:rPr lang="hr-HR" altLang="sr-Latn-R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Oko se prilagođava prosječnoj razini svijetlosti u sceni</a:t>
            </a:r>
          </a:p>
          <a:p>
            <a:pPr eaLnBrk="1" hangingPunct="1">
              <a:defRPr/>
            </a:pPr>
            <a:r>
              <a:rPr lang="hr-HR" altLang="sr-Latn-RS" sz="20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Posljedica:</a:t>
            </a:r>
            <a:r>
              <a:rPr lang="hr-HR" altLang="sr-Latn-R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područje konstantne razine svijetlosti ili intenziteta koje je okruženo tamnim područjem čini nam se svjetlije nego to isto područje okruženo svijetlim područjem.</a:t>
            </a:r>
          </a:p>
        </p:txBody>
      </p:sp>
      <p:pic>
        <p:nvPicPr>
          <p:cNvPr id="2" name="Slika 1">
            <a:extLst>
              <a:ext uri="{FF2B5EF4-FFF2-40B4-BE49-F238E27FC236}">
                <a16:creationId xmlns:a16="http://schemas.microsoft.com/office/drawing/2014/main" id="{6F7BDD4A-DCDD-5FAC-ED0E-C6E019A2B2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5450" y="3802065"/>
            <a:ext cx="6061226" cy="24729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BE9D1458-96E0-4E38-85FB-E04AA731B8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OKO</a:t>
            </a:r>
            <a:endParaRPr lang="en-GB" altLang="sr-Latn-RS" sz="28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315" name="Date Placeholder 2">
            <a:extLst>
              <a:ext uri="{FF2B5EF4-FFF2-40B4-BE49-F238E27FC236}">
                <a16:creationId xmlns:a16="http://schemas.microsoft.com/office/drawing/2014/main" id="{A8A9B282-584D-4BB9-8463-4D5B64358D5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fld id="{F6535D27-71CC-411F-A096-ACD484E40E06}" type="datetime1">
              <a:rPr lang="sr-Latn-RS" altLang="sr-Latn-RS" sz="1400" smtClean="0">
                <a:latin typeface="Arial" panose="020B0604020202020204" pitchFamily="34" charset="0"/>
                <a:cs typeface="Arial" panose="020B0604020202020204" pitchFamily="34" charset="0"/>
              </a:rPr>
              <a:t>31.10.2025.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844" name="Slide Number Placeholder 4">
            <a:extLst>
              <a:ext uri="{FF2B5EF4-FFF2-40B4-BE49-F238E27FC236}">
                <a16:creationId xmlns:a16="http://schemas.microsoft.com/office/drawing/2014/main" id="{A6A2B693-8B94-4026-B4F9-616F115FD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fld id="{36438AAE-3369-4DD7-8541-585AA64D77EF}" type="slidenum">
              <a:rPr lang="en-GB" altLang="sr-Latn-RS" sz="1400"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t>8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317" name="Rectangle 3">
            <a:extLst>
              <a:ext uri="{FF2B5EF4-FFF2-40B4-BE49-F238E27FC236}">
                <a16:creationId xmlns:a16="http://schemas.microsoft.com/office/drawing/2014/main" id="{C911A33A-7BB0-4C54-8A3A-8BF24A377C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1850" y="26812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18" name="Rectangle 4">
            <a:extLst>
              <a:ext uri="{FF2B5EF4-FFF2-40B4-BE49-F238E27FC236}">
                <a16:creationId xmlns:a16="http://schemas.microsoft.com/office/drawing/2014/main" id="{2236C4EE-3FB0-4C1D-87D6-0FA05D134D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6574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19" name="Rectangle 5">
            <a:extLst>
              <a:ext uri="{FF2B5EF4-FFF2-40B4-BE49-F238E27FC236}">
                <a16:creationId xmlns:a16="http://schemas.microsoft.com/office/drawing/2014/main" id="{21685A9A-A1AF-4D78-B62E-655739739E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3688" y="2519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20" name="Rectangle 6">
            <a:extLst>
              <a:ext uri="{FF2B5EF4-FFF2-40B4-BE49-F238E27FC236}">
                <a16:creationId xmlns:a16="http://schemas.microsoft.com/office/drawing/2014/main" id="{4D92CEA4-144C-42B3-B59A-CAD38118E7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9900" y="2252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21" name="Rectangle 7">
            <a:extLst>
              <a:ext uri="{FF2B5EF4-FFF2-40B4-BE49-F238E27FC236}">
                <a16:creationId xmlns:a16="http://schemas.microsoft.com/office/drawing/2014/main" id="{CC99FDCB-0CFE-4886-AB3E-2ACC435D7B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6538" y="13716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22" name="Rectangle 8">
            <a:extLst>
              <a:ext uri="{FF2B5EF4-FFF2-40B4-BE49-F238E27FC236}">
                <a16:creationId xmlns:a16="http://schemas.microsoft.com/office/drawing/2014/main" id="{62268349-0CD8-46CA-9D01-D1DD9121CF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6650" y="32194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23" name="Rectangle 9">
            <a:extLst>
              <a:ext uri="{FF2B5EF4-FFF2-40B4-BE49-F238E27FC236}">
                <a16:creationId xmlns:a16="http://schemas.microsoft.com/office/drawing/2014/main" id="{84E47846-058E-48C4-86F5-1DAC1FA3DA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1013" y="3357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24" name="Rectangle 10">
            <a:extLst>
              <a:ext uri="{FF2B5EF4-FFF2-40B4-BE49-F238E27FC236}">
                <a16:creationId xmlns:a16="http://schemas.microsoft.com/office/drawing/2014/main" id="{587B3EAA-0602-4289-AB95-03FA3AD185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2213" y="2466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25" name="Rectangle 11">
            <a:extLst>
              <a:ext uri="{FF2B5EF4-FFF2-40B4-BE49-F238E27FC236}">
                <a16:creationId xmlns:a16="http://schemas.microsoft.com/office/drawing/2014/main" id="{B9FFC9E4-F081-4EBE-BE48-2B13D26B95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42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26" name="Rectangle 12">
            <a:extLst>
              <a:ext uri="{FF2B5EF4-FFF2-40B4-BE49-F238E27FC236}">
                <a16:creationId xmlns:a16="http://schemas.microsoft.com/office/drawing/2014/main" id="{BB5D8954-C358-4B68-AA82-BA314AF86B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1888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27" name="Rectangle 13">
            <a:extLst>
              <a:ext uri="{FF2B5EF4-FFF2-40B4-BE49-F238E27FC236}">
                <a16:creationId xmlns:a16="http://schemas.microsoft.com/office/drawing/2014/main" id="{20BC54E5-25EA-4B70-AE0C-ACFC68A324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28" name="Rectangle 14">
            <a:extLst>
              <a:ext uri="{FF2B5EF4-FFF2-40B4-BE49-F238E27FC236}">
                <a16:creationId xmlns:a16="http://schemas.microsoft.com/office/drawing/2014/main" id="{09031511-4E1D-4C68-AB13-F0E85F095C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29" name="Rectangle 15">
            <a:extLst>
              <a:ext uri="{FF2B5EF4-FFF2-40B4-BE49-F238E27FC236}">
                <a16:creationId xmlns:a16="http://schemas.microsoft.com/office/drawing/2014/main" id="{3A096C8D-5702-4354-B14A-E32A61BFE2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7538" y="22288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30" name="Rectangle 16">
            <a:extLst>
              <a:ext uri="{FF2B5EF4-FFF2-40B4-BE49-F238E27FC236}">
                <a16:creationId xmlns:a16="http://schemas.microsoft.com/office/drawing/2014/main" id="{A9168031-53DC-41A1-9308-A6A7D71636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6613" y="3009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31" name="Rectangle 17">
            <a:extLst>
              <a:ext uri="{FF2B5EF4-FFF2-40B4-BE49-F238E27FC236}">
                <a16:creationId xmlns:a16="http://schemas.microsoft.com/office/drawing/2014/main" id="{3AAEF6C8-494A-4685-AD43-280016B42F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2300" y="3281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32" name="Rectangle 18">
            <a:extLst>
              <a:ext uri="{FF2B5EF4-FFF2-40B4-BE49-F238E27FC236}">
                <a16:creationId xmlns:a16="http://schemas.microsoft.com/office/drawing/2014/main" id="{9B84078D-5B99-4F2D-8E81-04DC84A465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3263" y="32861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33" name="Rectangle 19">
            <a:extLst>
              <a:ext uri="{FF2B5EF4-FFF2-40B4-BE49-F238E27FC236}">
                <a16:creationId xmlns:a16="http://schemas.microsoft.com/office/drawing/2014/main" id="{E87F711A-6421-4746-97A4-BB9CA04606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1338" y="2138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34" name="Rectangle 20">
            <a:extLst>
              <a:ext uri="{FF2B5EF4-FFF2-40B4-BE49-F238E27FC236}">
                <a16:creationId xmlns:a16="http://schemas.microsoft.com/office/drawing/2014/main" id="{5C382EEE-10EC-4501-9E4F-93101F876A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5688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35" name="Rectangle 21">
            <a:extLst>
              <a:ext uri="{FF2B5EF4-FFF2-40B4-BE49-F238E27FC236}">
                <a16:creationId xmlns:a16="http://schemas.microsoft.com/office/drawing/2014/main" id="{05AF9318-46DA-4B7D-A8E8-9C480B580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5288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36" name="Rectangle 22">
            <a:extLst>
              <a:ext uri="{FF2B5EF4-FFF2-40B4-BE49-F238E27FC236}">
                <a16:creationId xmlns:a16="http://schemas.microsoft.com/office/drawing/2014/main" id="{A967C577-CE9F-4B78-8545-2E7DB1FB4E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3281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37" name="Rectangle 23">
            <a:extLst>
              <a:ext uri="{FF2B5EF4-FFF2-40B4-BE49-F238E27FC236}">
                <a16:creationId xmlns:a16="http://schemas.microsoft.com/office/drawing/2014/main" id="{DAB0ACB4-D4F2-4A73-8364-490A9B270B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5638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38" name="Rectangle 25">
            <a:extLst>
              <a:ext uri="{FF2B5EF4-FFF2-40B4-BE49-F238E27FC236}">
                <a16:creationId xmlns:a16="http://schemas.microsoft.com/office/drawing/2014/main" id="{DCC22C10-1EAC-4108-8823-5ACD8769EB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7550" y="2862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39" name="Rectangle 26">
            <a:extLst>
              <a:ext uri="{FF2B5EF4-FFF2-40B4-BE49-F238E27FC236}">
                <a16:creationId xmlns:a16="http://schemas.microsoft.com/office/drawing/2014/main" id="{7D8543F5-5F69-45B9-8B7A-61B563D5AC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40" name="Rectangle 27">
            <a:extLst>
              <a:ext uri="{FF2B5EF4-FFF2-40B4-BE49-F238E27FC236}">
                <a16:creationId xmlns:a16="http://schemas.microsoft.com/office/drawing/2014/main" id="{506E9013-867C-4147-80DC-95D3DFC16E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41" name="Rectangle 28">
            <a:extLst>
              <a:ext uri="{FF2B5EF4-FFF2-40B4-BE49-F238E27FC236}">
                <a16:creationId xmlns:a16="http://schemas.microsoft.com/office/drawing/2014/main" id="{04296C1F-92FF-46B7-8C15-9021349CD0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42" name="Rectangle 29">
            <a:extLst>
              <a:ext uri="{FF2B5EF4-FFF2-40B4-BE49-F238E27FC236}">
                <a16:creationId xmlns:a16="http://schemas.microsoft.com/office/drawing/2014/main" id="{7F9303D8-6D97-4655-8F3B-609D9B3964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4675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43" name="Rectangle 30">
            <a:extLst>
              <a:ext uri="{FF2B5EF4-FFF2-40B4-BE49-F238E27FC236}">
                <a16:creationId xmlns:a16="http://schemas.microsoft.com/office/drawing/2014/main" id="{39E1E218-4F55-4E1C-8C3C-A4BFE11EE3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670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44" name="Rectangle 31">
            <a:extLst>
              <a:ext uri="{FF2B5EF4-FFF2-40B4-BE49-F238E27FC236}">
                <a16:creationId xmlns:a16="http://schemas.microsoft.com/office/drawing/2014/main" id="{F704433C-7A58-4D49-8AA5-AA60689C24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6163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45" name="Rectangle 32">
            <a:extLst>
              <a:ext uri="{FF2B5EF4-FFF2-40B4-BE49-F238E27FC236}">
                <a16:creationId xmlns:a16="http://schemas.microsoft.com/office/drawing/2014/main" id="{8E63AE37-E22F-486D-87B0-C99007603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2775" y="2357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46" name="Rectangle 33">
            <a:extLst>
              <a:ext uri="{FF2B5EF4-FFF2-40B4-BE49-F238E27FC236}">
                <a16:creationId xmlns:a16="http://schemas.microsoft.com/office/drawing/2014/main" id="{D6359DCB-FD4D-4782-BD85-D4FB777644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7063" y="22574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47" name="Rectangle 34">
            <a:extLst>
              <a:ext uri="{FF2B5EF4-FFF2-40B4-BE49-F238E27FC236}">
                <a16:creationId xmlns:a16="http://schemas.microsoft.com/office/drawing/2014/main" id="{12D239C2-6162-4119-8953-587B5F80A8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7588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48" name="Rectangle 35">
            <a:extLst>
              <a:ext uri="{FF2B5EF4-FFF2-40B4-BE49-F238E27FC236}">
                <a16:creationId xmlns:a16="http://schemas.microsoft.com/office/drawing/2014/main" id="{C3DC95D3-81C2-4F3D-8EFA-2D649462B1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6588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49" name="Rectangle 38">
            <a:extLst>
              <a:ext uri="{FF2B5EF4-FFF2-40B4-BE49-F238E27FC236}">
                <a16:creationId xmlns:a16="http://schemas.microsoft.com/office/drawing/2014/main" id="{F216FF30-5685-4665-886F-0AD47AC284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2363" y="2738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50" name="Rectangle 39">
            <a:extLst>
              <a:ext uri="{FF2B5EF4-FFF2-40B4-BE49-F238E27FC236}">
                <a16:creationId xmlns:a16="http://schemas.microsoft.com/office/drawing/2014/main" id="{3F1E0C26-2B78-49B3-8F6C-101BB98D9B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27146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51" name="Rectangle 40">
            <a:extLst>
              <a:ext uri="{FF2B5EF4-FFF2-40B4-BE49-F238E27FC236}">
                <a16:creationId xmlns:a16="http://schemas.microsoft.com/office/drawing/2014/main" id="{DBF1EFFB-642F-44A3-9CEA-CD0A6BD27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27098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52" name="Rectangle 41">
            <a:extLst>
              <a:ext uri="{FF2B5EF4-FFF2-40B4-BE49-F238E27FC236}">
                <a16:creationId xmlns:a16="http://schemas.microsoft.com/office/drawing/2014/main" id="{A4CE9EA7-B39D-41AE-B149-6CA4DCED3F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7038" y="22240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53" name="Rectangle 43">
            <a:extLst>
              <a:ext uri="{FF2B5EF4-FFF2-40B4-BE49-F238E27FC236}">
                <a16:creationId xmlns:a16="http://schemas.microsoft.com/office/drawing/2014/main" id="{E3EEE10A-81D7-45ED-91A6-EE375ED375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2913" y="3228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54" name="Rectangle 44">
            <a:extLst>
              <a:ext uri="{FF2B5EF4-FFF2-40B4-BE49-F238E27FC236}">
                <a16:creationId xmlns:a16="http://schemas.microsoft.com/office/drawing/2014/main" id="{731700FB-8B1E-45F3-9B4E-46A215E93A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6675" y="31432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55" name="Rectangle 45">
            <a:extLst>
              <a:ext uri="{FF2B5EF4-FFF2-40B4-BE49-F238E27FC236}">
                <a16:creationId xmlns:a16="http://schemas.microsoft.com/office/drawing/2014/main" id="{AE9345EB-8E37-4B8F-9134-C2169BC688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56" name="Rectangle 46">
            <a:extLst>
              <a:ext uri="{FF2B5EF4-FFF2-40B4-BE49-F238E27FC236}">
                <a16:creationId xmlns:a16="http://schemas.microsoft.com/office/drawing/2014/main" id="{3E2C33C1-6DAF-4713-A3D3-4E3FFFAB04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6113" y="32099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57" name="Rectangle 47">
            <a:extLst>
              <a:ext uri="{FF2B5EF4-FFF2-40B4-BE49-F238E27FC236}">
                <a16:creationId xmlns:a16="http://schemas.microsoft.com/office/drawing/2014/main" id="{8403F080-0D65-4632-903E-4ECD848AD7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6075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58" name="Text Box 48">
            <a:extLst>
              <a:ext uri="{FF2B5EF4-FFF2-40B4-BE49-F238E27FC236}">
                <a16:creationId xmlns:a16="http://schemas.microsoft.com/office/drawing/2014/main" id="{8CDD4E05-BE45-4B9B-8E1A-9CA157719A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725" y="5943598"/>
            <a:ext cx="807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hr-HR" altLang="sr-Latn-RS" sz="2400">
                <a:latin typeface="Arial" panose="020B0604020202020204" pitchFamily="34" charset="0"/>
                <a:cs typeface="Arial" panose="020B0604020202020204" pitchFamily="34" charset="0"/>
              </a:rPr>
              <a:t>Simultani kontrast</a:t>
            </a:r>
          </a:p>
        </p:txBody>
      </p:sp>
      <p:sp>
        <p:nvSpPr>
          <p:cNvPr id="13359" name="Rectangle 50">
            <a:extLst>
              <a:ext uri="{FF2B5EF4-FFF2-40B4-BE49-F238E27FC236}">
                <a16:creationId xmlns:a16="http://schemas.microsoft.com/office/drawing/2014/main" id="{9D9C068E-4961-4885-8799-A0789E15DD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4175" y="26241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2" name="Slika 1">
            <a:extLst>
              <a:ext uri="{FF2B5EF4-FFF2-40B4-BE49-F238E27FC236}">
                <a16:creationId xmlns:a16="http://schemas.microsoft.com/office/drawing/2014/main" id="{D338592E-2B5E-1CBE-3348-A2ED6CD03C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64" y="1706012"/>
            <a:ext cx="8900072" cy="403120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2B705-ED79-3FE5-0DCB-251A13484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99DC0969-9484-1AD6-23ED-98163F5A80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OKO</a:t>
            </a:r>
            <a:endParaRPr lang="en-GB" altLang="sr-Latn-RS" sz="28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315" name="Date Placeholder 2">
            <a:extLst>
              <a:ext uri="{FF2B5EF4-FFF2-40B4-BE49-F238E27FC236}">
                <a16:creationId xmlns:a16="http://schemas.microsoft.com/office/drawing/2014/main" id="{6829D380-2FD4-DD8D-E318-E8AFED5692A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fld id="{F6535D27-71CC-411F-A096-ACD484E40E06}" type="datetime1">
              <a:rPr lang="sr-Latn-RS" altLang="sr-Latn-RS" sz="1400" smtClean="0">
                <a:latin typeface="Arial" panose="020B0604020202020204" pitchFamily="34" charset="0"/>
                <a:cs typeface="Arial" panose="020B0604020202020204" pitchFamily="34" charset="0"/>
              </a:rPr>
              <a:t>31.10.2025.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844" name="Slide Number Placeholder 4">
            <a:extLst>
              <a:ext uri="{FF2B5EF4-FFF2-40B4-BE49-F238E27FC236}">
                <a16:creationId xmlns:a16="http://schemas.microsoft.com/office/drawing/2014/main" id="{5E628436-D237-1B57-A274-FE6B91ADE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fld id="{36438AAE-3369-4DD7-8541-585AA64D77EF}" type="slidenum">
              <a:rPr lang="en-GB" altLang="sr-Latn-RS" sz="1400"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t>9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317" name="Rectangle 3">
            <a:extLst>
              <a:ext uri="{FF2B5EF4-FFF2-40B4-BE49-F238E27FC236}">
                <a16:creationId xmlns:a16="http://schemas.microsoft.com/office/drawing/2014/main" id="{469D81C3-D130-C0F9-5A06-8FF3AACDFA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1850" y="26812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18" name="Rectangle 4">
            <a:extLst>
              <a:ext uri="{FF2B5EF4-FFF2-40B4-BE49-F238E27FC236}">
                <a16:creationId xmlns:a16="http://schemas.microsoft.com/office/drawing/2014/main" id="{5F4F2231-D3E3-7105-9DFF-A41E55437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6574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19" name="Rectangle 5">
            <a:extLst>
              <a:ext uri="{FF2B5EF4-FFF2-40B4-BE49-F238E27FC236}">
                <a16:creationId xmlns:a16="http://schemas.microsoft.com/office/drawing/2014/main" id="{B07E9A3A-1FE1-2E59-5EF5-1BC8A6A1AD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3688" y="2519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20" name="Rectangle 6">
            <a:extLst>
              <a:ext uri="{FF2B5EF4-FFF2-40B4-BE49-F238E27FC236}">
                <a16:creationId xmlns:a16="http://schemas.microsoft.com/office/drawing/2014/main" id="{913AB912-23D8-692A-6FEC-1BAD8AAD0C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9900" y="2252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21" name="Rectangle 7">
            <a:extLst>
              <a:ext uri="{FF2B5EF4-FFF2-40B4-BE49-F238E27FC236}">
                <a16:creationId xmlns:a16="http://schemas.microsoft.com/office/drawing/2014/main" id="{12FD18F9-7037-741D-ACAB-7A9FDF03F4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6538" y="13716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22" name="Rectangle 8">
            <a:extLst>
              <a:ext uri="{FF2B5EF4-FFF2-40B4-BE49-F238E27FC236}">
                <a16:creationId xmlns:a16="http://schemas.microsoft.com/office/drawing/2014/main" id="{623FE033-38DE-D138-ADFF-70E487349D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6650" y="32194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23" name="Rectangle 9">
            <a:extLst>
              <a:ext uri="{FF2B5EF4-FFF2-40B4-BE49-F238E27FC236}">
                <a16:creationId xmlns:a16="http://schemas.microsoft.com/office/drawing/2014/main" id="{9B9C5ADA-D37D-37DE-425B-8D1DAE9B0F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1013" y="3357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24" name="Rectangle 10">
            <a:extLst>
              <a:ext uri="{FF2B5EF4-FFF2-40B4-BE49-F238E27FC236}">
                <a16:creationId xmlns:a16="http://schemas.microsoft.com/office/drawing/2014/main" id="{625A468C-AE25-83BC-44A7-AA40D056ED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2213" y="2466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25" name="Rectangle 11">
            <a:extLst>
              <a:ext uri="{FF2B5EF4-FFF2-40B4-BE49-F238E27FC236}">
                <a16:creationId xmlns:a16="http://schemas.microsoft.com/office/drawing/2014/main" id="{87669FE7-A8DC-C289-AEEA-8DC5A3470C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42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26" name="Rectangle 12">
            <a:extLst>
              <a:ext uri="{FF2B5EF4-FFF2-40B4-BE49-F238E27FC236}">
                <a16:creationId xmlns:a16="http://schemas.microsoft.com/office/drawing/2014/main" id="{95CFBD17-95B7-982F-797F-6FBDFA460E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1888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27" name="Rectangle 13">
            <a:extLst>
              <a:ext uri="{FF2B5EF4-FFF2-40B4-BE49-F238E27FC236}">
                <a16:creationId xmlns:a16="http://schemas.microsoft.com/office/drawing/2014/main" id="{7B4B5125-A0F3-B72A-A489-8AAD9C05D6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28" name="Rectangle 14">
            <a:extLst>
              <a:ext uri="{FF2B5EF4-FFF2-40B4-BE49-F238E27FC236}">
                <a16:creationId xmlns:a16="http://schemas.microsoft.com/office/drawing/2014/main" id="{E3DB8DBF-7B12-DD3A-9894-9B97BC02E0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29" name="Rectangle 15">
            <a:extLst>
              <a:ext uri="{FF2B5EF4-FFF2-40B4-BE49-F238E27FC236}">
                <a16:creationId xmlns:a16="http://schemas.microsoft.com/office/drawing/2014/main" id="{2BC5A7C1-7F9B-CA2F-1295-7D706ECE99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7538" y="22288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30" name="Rectangle 16">
            <a:extLst>
              <a:ext uri="{FF2B5EF4-FFF2-40B4-BE49-F238E27FC236}">
                <a16:creationId xmlns:a16="http://schemas.microsoft.com/office/drawing/2014/main" id="{5F5C075B-2AFE-1B66-A0F2-2D0D7A0665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6613" y="30099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31" name="Rectangle 17">
            <a:extLst>
              <a:ext uri="{FF2B5EF4-FFF2-40B4-BE49-F238E27FC236}">
                <a16:creationId xmlns:a16="http://schemas.microsoft.com/office/drawing/2014/main" id="{45CD109F-381E-2879-3BD1-D0E7A10AD7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2300" y="3281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32" name="Rectangle 18">
            <a:extLst>
              <a:ext uri="{FF2B5EF4-FFF2-40B4-BE49-F238E27FC236}">
                <a16:creationId xmlns:a16="http://schemas.microsoft.com/office/drawing/2014/main" id="{F183F153-03F6-E8C0-694E-28780C61E3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3263" y="32861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33" name="Rectangle 19">
            <a:extLst>
              <a:ext uri="{FF2B5EF4-FFF2-40B4-BE49-F238E27FC236}">
                <a16:creationId xmlns:a16="http://schemas.microsoft.com/office/drawing/2014/main" id="{85431D52-677A-3A40-3BAF-7909945FE3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1338" y="2138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34" name="Rectangle 20">
            <a:extLst>
              <a:ext uri="{FF2B5EF4-FFF2-40B4-BE49-F238E27FC236}">
                <a16:creationId xmlns:a16="http://schemas.microsoft.com/office/drawing/2014/main" id="{B21A1938-278C-EB4E-4EF5-27B7885537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5688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35" name="Rectangle 21">
            <a:extLst>
              <a:ext uri="{FF2B5EF4-FFF2-40B4-BE49-F238E27FC236}">
                <a16:creationId xmlns:a16="http://schemas.microsoft.com/office/drawing/2014/main" id="{760FCD7B-AEEB-3847-BB93-3F43CB74E4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5288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36" name="Rectangle 22">
            <a:extLst>
              <a:ext uri="{FF2B5EF4-FFF2-40B4-BE49-F238E27FC236}">
                <a16:creationId xmlns:a16="http://schemas.microsoft.com/office/drawing/2014/main" id="{26A6D62E-80D0-C451-D3C3-1D44A62B1D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3281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37" name="Rectangle 23">
            <a:extLst>
              <a:ext uri="{FF2B5EF4-FFF2-40B4-BE49-F238E27FC236}">
                <a16:creationId xmlns:a16="http://schemas.microsoft.com/office/drawing/2014/main" id="{C6CDDD83-92B0-3147-B7EE-642CED8CE0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5638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38" name="Rectangle 25">
            <a:extLst>
              <a:ext uri="{FF2B5EF4-FFF2-40B4-BE49-F238E27FC236}">
                <a16:creationId xmlns:a16="http://schemas.microsoft.com/office/drawing/2014/main" id="{511B6B6A-4B9B-C3AA-4C81-874EE8FDA3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7550" y="2862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39" name="Rectangle 26">
            <a:extLst>
              <a:ext uri="{FF2B5EF4-FFF2-40B4-BE49-F238E27FC236}">
                <a16:creationId xmlns:a16="http://schemas.microsoft.com/office/drawing/2014/main" id="{B0FD9C92-E66A-18AD-7B27-4CE69CCA6D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40" name="Rectangle 27">
            <a:extLst>
              <a:ext uri="{FF2B5EF4-FFF2-40B4-BE49-F238E27FC236}">
                <a16:creationId xmlns:a16="http://schemas.microsoft.com/office/drawing/2014/main" id="{F8890C2F-C7B0-06FD-A61C-F2EAD7CF80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41" name="Rectangle 28">
            <a:extLst>
              <a:ext uri="{FF2B5EF4-FFF2-40B4-BE49-F238E27FC236}">
                <a16:creationId xmlns:a16="http://schemas.microsoft.com/office/drawing/2014/main" id="{62C93C75-DD6E-1C20-80F2-D5DC32570C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42" name="Rectangle 29">
            <a:extLst>
              <a:ext uri="{FF2B5EF4-FFF2-40B4-BE49-F238E27FC236}">
                <a16:creationId xmlns:a16="http://schemas.microsoft.com/office/drawing/2014/main" id="{F657A5F5-6EDB-1C5A-841C-D415DE5F07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4675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43" name="Rectangle 30">
            <a:extLst>
              <a:ext uri="{FF2B5EF4-FFF2-40B4-BE49-F238E27FC236}">
                <a16:creationId xmlns:a16="http://schemas.microsoft.com/office/drawing/2014/main" id="{4BF7E51B-896A-9A2A-AC96-F4CD5E5017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670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44" name="Rectangle 31">
            <a:extLst>
              <a:ext uri="{FF2B5EF4-FFF2-40B4-BE49-F238E27FC236}">
                <a16:creationId xmlns:a16="http://schemas.microsoft.com/office/drawing/2014/main" id="{28AD1DD7-1D99-F8B4-988B-345D2F6217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6163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45" name="Rectangle 32">
            <a:extLst>
              <a:ext uri="{FF2B5EF4-FFF2-40B4-BE49-F238E27FC236}">
                <a16:creationId xmlns:a16="http://schemas.microsoft.com/office/drawing/2014/main" id="{3F56F7B9-CBBD-9F4B-C31D-883A6492C0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2775" y="2357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46" name="Rectangle 33">
            <a:extLst>
              <a:ext uri="{FF2B5EF4-FFF2-40B4-BE49-F238E27FC236}">
                <a16:creationId xmlns:a16="http://schemas.microsoft.com/office/drawing/2014/main" id="{A90EE49D-D067-2B4E-DD23-E07CA44B67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7063" y="22574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47" name="Rectangle 34">
            <a:extLst>
              <a:ext uri="{FF2B5EF4-FFF2-40B4-BE49-F238E27FC236}">
                <a16:creationId xmlns:a16="http://schemas.microsoft.com/office/drawing/2014/main" id="{88636D54-44AF-6A2B-66DB-5C142703B4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7588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48" name="Rectangle 35">
            <a:extLst>
              <a:ext uri="{FF2B5EF4-FFF2-40B4-BE49-F238E27FC236}">
                <a16:creationId xmlns:a16="http://schemas.microsoft.com/office/drawing/2014/main" id="{F19B410A-AF47-7D8D-F2C5-61E6490DCE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6588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49" name="Rectangle 38">
            <a:extLst>
              <a:ext uri="{FF2B5EF4-FFF2-40B4-BE49-F238E27FC236}">
                <a16:creationId xmlns:a16="http://schemas.microsoft.com/office/drawing/2014/main" id="{407C9513-31C3-8392-D42F-3A96A31E21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2363" y="2738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50" name="Rectangle 39">
            <a:extLst>
              <a:ext uri="{FF2B5EF4-FFF2-40B4-BE49-F238E27FC236}">
                <a16:creationId xmlns:a16="http://schemas.microsoft.com/office/drawing/2014/main" id="{A30D2B5C-875E-10A0-6E01-2405F6F480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27146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51" name="Rectangle 40">
            <a:extLst>
              <a:ext uri="{FF2B5EF4-FFF2-40B4-BE49-F238E27FC236}">
                <a16:creationId xmlns:a16="http://schemas.microsoft.com/office/drawing/2014/main" id="{0E20D2BD-DB30-3367-A520-BAD746A441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27098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52" name="Rectangle 41">
            <a:extLst>
              <a:ext uri="{FF2B5EF4-FFF2-40B4-BE49-F238E27FC236}">
                <a16:creationId xmlns:a16="http://schemas.microsoft.com/office/drawing/2014/main" id="{6505D531-3F76-1CCC-77D4-2EC862634D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7038" y="22240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53" name="Rectangle 43">
            <a:extLst>
              <a:ext uri="{FF2B5EF4-FFF2-40B4-BE49-F238E27FC236}">
                <a16:creationId xmlns:a16="http://schemas.microsoft.com/office/drawing/2014/main" id="{2F8BF2EC-2450-98D3-D6CF-E6212BF60B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2913" y="3228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54" name="Rectangle 44">
            <a:extLst>
              <a:ext uri="{FF2B5EF4-FFF2-40B4-BE49-F238E27FC236}">
                <a16:creationId xmlns:a16="http://schemas.microsoft.com/office/drawing/2014/main" id="{42EC82F4-6649-95A2-EA02-A349783CE9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6675" y="31432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55" name="Rectangle 45">
            <a:extLst>
              <a:ext uri="{FF2B5EF4-FFF2-40B4-BE49-F238E27FC236}">
                <a16:creationId xmlns:a16="http://schemas.microsoft.com/office/drawing/2014/main" id="{670EA6E7-A230-9588-8254-83C977580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56" name="Rectangle 46">
            <a:extLst>
              <a:ext uri="{FF2B5EF4-FFF2-40B4-BE49-F238E27FC236}">
                <a16:creationId xmlns:a16="http://schemas.microsoft.com/office/drawing/2014/main" id="{210C5056-D401-EA9E-C5BE-95620F6BD3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6113" y="32099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57" name="Rectangle 47">
            <a:extLst>
              <a:ext uri="{FF2B5EF4-FFF2-40B4-BE49-F238E27FC236}">
                <a16:creationId xmlns:a16="http://schemas.microsoft.com/office/drawing/2014/main" id="{F07B4EC8-160D-6076-E1F9-B76E5B3950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6075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58" name="Text Box 48">
            <a:extLst>
              <a:ext uri="{FF2B5EF4-FFF2-40B4-BE49-F238E27FC236}">
                <a16:creationId xmlns:a16="http://schemas.microsoft.com/office/drawing/2014/main" id="{B9ADDACA-E6EB-A97E-6969-071BBC7BE4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725" y="5943598"/>
            <a:ext cx="807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hr-HR" altLang="sr-Latn-RS" sz="2400">
                <a:latin typeface="Arial" panose="020B0604020202020204" pitchFamily="34" charset="0"/>
                <a:cs typeface="Arial" panose="020B0604020202020204" pitchFamily="34" charset="0"/>
              </a:rPr>
              <a:t>Simultani kontrast</a:t>
            </a:r>
          </a:p>
        </p:txBody>
      </p:sp>
      <p:sp>
        <p:nvSpPr>
          <p:cNvPr id="13359" name="Rectangle 50">
            <a:extLst>
              <a:ext uri="{FF2B5EF4-FFF2-40B4-BE49-F238E27FC236}">
                <a16:creationId xmlns:a16="http://schemas.microsoft.com/office/drawing/2014/main" id="{8A6F13FF-758F-3CF6-4D4D-E82A052A1D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4175" y="26241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3" name="Slika 2">
            <a:extLst>
              <a:ext uri="{FF2B5EF4-FFF2-40B4-BE49-F238E27FC236}">
                <a16:creationId xmlns:a16="http://schemas.microsoft.com/office/drawing/2014/main" id="{5646B82E-FA21-E549-237E-2568E04611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4" y="1449731"/>
            <a:ext cx="8845023" cy="4400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78759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209A0CB0-62F4-4227-B2A5-D27CBB4185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OKO</a:t>
            </a:r>
            <a:endParaRPr lang="en-GB" altLang="sr-Latn-RS" sz="28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339" name="Date Placeholder 2">
            <a:extLst>
              <a:ext uri="{FF2B5EF4-FFF2-40B4-BE49-F238E27FC236}">
                <a16:creationId xmlns:a16="http://schemas.microsoft.com/office/drawing/2014/main" id="{D2FA8A18-54DF-4CC4-9B19-E9A56F23CE8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fld id="{629CFB8B-5E00-4B10-A380-DEF633AC8974}" type="datetime1">
              <a:rPr lang="sr-Latn-RS" altLang="sr-Latn-RS" sz="1400" smtClean="0">
                <a:latin typeface="Arial" panose="020B0604020202020204" pitchFamily="34" charset="0"/>
                <a:cs typeface="Arial" panose="020B0604020202020204" pitchFamily="34" charset="0"/>
              </a:rPr>
              <a:t>31.10.2025.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868" name="Slide Number Placeholder 4">
            <a:extLst>
              <a:ext uri="{FF2B5EF4-FFF2-40B4-BE49-F238E27FC236}">
                <a16:creationId xmlns:a16="http://schemas.microsoft.com/office/drawing/2014/main" id="{86449131-9A15-4ED1-94CC-CB3199AD4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fld id="{99A31175-3555-4A13-B943-1C4158EEA693}" type="slidenum">
              <a:rPr lang="en-GB" altLang="sr-Latn-RS" sz="1400"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t>10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341" name="Rectangle 3">
            <a:extLst>
              <a:ext uri="{FF2B5EF4-FFF2-40B4-BE49-F238E27FC236}">
                <a16:creationId xmlns:a16="http://schemas.microsoft.com/office/drawing/2014/main" id="{0DB0AF07-B8D3-42B5-A89B-064B32A779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1850" y="26812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342" name="Rectangle 4">
            <a:extLst>
              <a:ext uri="{FF2B5EF4-FFF2-40B4-BE49-F238E27FC236}">
                <a16:creationId xmlns:a16="http://schemas.microsoft.com/office/drawing/2014/main" id="{6D1F4548-9FB5-45E0-AD9D-C0E962EEF7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6574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343" name="Rectangle 5">
            <a:extLst>
              <a:ext uri="{FF2B5EF4-FFF2-40B4-BE49-F238E27FC236}">
                <a16:creationId xmlns:a16="http://schemas.microsoft.com/office/drawing/2014/main" id="{4A87B9D8-6EAF-4188-A8C3-9022BEE626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3688" y="2519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344" name="Rectangle 6">
            <a:extLst>
              <a:ext uri="{FF2B5EF4-FFF2-40B4-BE49-F238E27FC236}">
                <a16:creationId xmlns:a16="http://schemas.microsoft.com/office/drawing/2014/main" id="{AB07FE44-07AD-4315-948C-94D1D498F5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9900" y="2252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345" name="Rectangle 7">
            <a:extLst>
              <a:ext uri="{FF2B5EF4-FFF2-40B4-BE49-F238E27FC236}">
                <a16:creationId xmlns:a16="http://schemas.microsoft.com/office/drawing/2014/main" id="{E7FC6B6E-22D1-49FC-BCDC-6C0B7DADD5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6538" y="13716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346" name="Rectangle 8">
            <a:extLst>
              <a:ext uri="{FF2B5EF4-FFF2-40B4-BE49-F238E27FC236}">
                <a16:creationId xmlns:a16="http://schemas.microsoft.com/office/drawing/2014/main" id="{50F32710-E205-4A3C-8CCB-109318B3ED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6650" y="32194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347" name="Rectangle 10">
            <a:extLst>
              <a:ext uri="{FF2B5EF4-FFF2-40B4-BE49-F238E27FC236}">
                <a16:creationId xmlns:a16="http://schemas.microsoft.com/office/drawing/2014/main" id="{87E2DBE5-BC63-4B66-8049-C0CE96634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2213" y="2466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348" name="Rectangle 11">
            <a:extLst>
              <a:ext uri="{FF2B5EF4-FFF2-40B4-BE49-F238E27FC236}">
                <a16:creationId xmlns:a16="http://schemas.microsoft.com/office/drawing/2014/main" id="{00C156EB-DAB6-4F10-80E1-6BA510EB64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42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349" name="Rectangle 12">
            <a:extLst>
              <a:ext uri="{FF2B5EF4-FFF2-40B4-BE49-F238E27FC236}">
                <a16:creationId xmlns:a16="http://schemas.microsoft.com/office/drawing/2014/main" id="{76EECBDA-D886-4ED4-96CC-7DDC2E7549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1888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350" name="Rectangle 13">
            <a:extLst>
              <a:ext uri="{FF2B5EF4-FFF2-40B4-BE49-F238E27FC236}">
                <a16:creationId xmlns:a16="http://schemas.microsoft.com/office/drawing/2014/main" id="{7C0C7B23-CDC1-4054-B2B6-F51F54C37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351" name="Rectangle 14">
            <a:extLst>
              <a:ext uri="{FF2B5EF4-FFF2-40B4-BE49-F238E27FC236}">
                <a16:creationId xmlns:a16="http://schemas.microsoft.com/office/drawing/2014/main" id="{507E265A-6473-42AF-9FA5-D239B1C692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352" name="Rectangle 15">
            <a:extLst>
              <a:ext uri="{FF2B5EF4-FFF2-40B4-BE49-F238E27FC236}">
                <a16:creationId xmlns:a16="http://schemas.microsoft.com/office/drawing/2014/main" id="{3982E00B-5B7D-4655-90CA-4133335531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7538" y="22288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353" name="Rectangle 16">
            <a:extLst>
              <a:ext uri="{FF2B5EF4-FFF2-40B4-BE49-F238E27FC236}">
                <a16:creationId xmlns:a16="http://schemas.microsoft.com/office/drawing/2014/main" id="{3F160959-AEEB-4BF0-BBAB-3B5D040CD2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2300" y="3281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354" name="Rectangle 17">
            <a:extLst>
              <a:ext uri="{FF2B5EF4-FFF2-40B4-BE49-F238E27FC236}">
                <a16:creationId xmlns:a16="http://schemas.microsoft.com/office/drawing/2014/main" id="{4FA00741-5B95-43D2-BF0D-D14D36993A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3263" y="32861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355" name="Rectangle 18">
            <a:extLst>
              <a:ext uri="{FF2B5EF4-FFF2-40B4-BE49-F238E27FC236}">
                <a16:creationId xmlns:a16="http://schemas.microsoft.com/office/drawing/2014/main" id="{9AF455FE-ADCF-4712-87F8-12F35B140A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1338" y="2138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356" name="Rectangle 19">
            <a:extLst>
              <a:ext uri="{FF2B5EF4-FFF2-40B4-BE49-F238E27FC236}">
                <a16:creationId xmlns:a16="http://schemas.microsoft.com/office/drawing/2014/main" id="{B1524DAA-8F54-49DB-A9E8-56311B6653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5688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357" name="Rectangle 20">
            <a:extLst>
              <a:ext uri="{FF2B5EF4-FFF2-40B4-BE49-F238E27FC236}">
                <a16:creationId xmlns:a16="http://schemas.microsoft.com/office/drawing/2014/main" id="{6528E7FC-901D-4EC4-843C-C3836A07C5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5288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358" name="Rectangle 21">
            <a:extLst>
              <a:ext uri="{FF2B5EF4-FFF2-40B4-BE49-F238E27FC236}">
                <a16:creationId xmlns:a16="http://schemas.microsoft.com/office/drawing/2014/main" id="{D4768E67-88AA-4553-9B89-649C0DE298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3281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359" name="Rectangle 22">
            <a:extLst>
              <a:ext uri="{FF2B5EF4-FFF2-40B4-BE49-F238E27FC236}">
                <a16:creationId xmlns:a16="http://schemas.microsoft.com/office/drawing/2014/main" id="{0F04D6BE-B909-4408-9B95-435A4D0923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5638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360" name="Rectangle 23">
            <a:extLst>
              <a:ext uri="{FF2B5EF4-FFF2-40B4-BE49-F238E27FC236}">
                <a16:creationId xmlns:a16="http://schemas.microsoft.com/office/drawing/2014/main" id="{31B9FAEE-6D7E-41E3-8820-9F49146EF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5450" y="2795588"/>
            <a:ext cx="9144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361" name="Rectangle 24">
            <a:extLst>
              <a:ext uri="{FF2B5EF4-FFF2-40B4-BE49-F238E27FC236}">
                <a16:creationId xmlns:a16="http://schemas.microsoft.com/office/drawing/2014/main" id="{2A323E8E-DAD9-4D3A-8EB3-27BBEA9F9B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7550" y="2862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362" name="Rectangle 25">
            <a:extLst>
              <a:ext uri="{FF2B5EF4-FFF2-40B4-BE49-F238E27FC236}">
                <a16:creationId xmlns:a16="http://schemas.microsoft.com/office/drawing/2014/main" id="{A7FB64E6-FC85-49DF-B79B-3D1AA52F65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363" name="Rectangle 26">
            <a:extLst>
              <a:ext uri="{FF2B5EF4-FFF2-40B4-BE49-F238E27FC236}">
                <a16:creationId xmlns:a16="http://schemas.microsoft.com/office/drawing/2014/main" id="{9EA94EB9-49B6-4CA2-BB5D-011F71F4F6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364" name="Rectangle 27">
            <a:extLst>
              <a:ext uri="{FF2B5EF4-FFF2-40B4-BE49-F238E27FC236}">
                <a16:creationId xmlns:a16="http://schemas.microsoft.com/office/drawing/2014/main" id="{7E99E74A-B282-4C00-AADE-7B20308037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365" name="Rectangle 28">
            <a:extLst>
              <a:ext uri="{FF2B5EF4-FFF2-40B4-BE49-F238E27FC236}">
                <a16:creationId xmlns:a16="http://schemas.microsoft.com/office/drawing/2014/main" id="{0EC5CA4D-9B43-4E41-BF61-D501CEC55B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4675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366" name="Rectangle 29">
            <a:extLst>
              <a:ext uri="{FF2B5EF4-FFF2-40B4-BE49-F238E27FC236}">
                <a16:creationId xmlns:a16="http://schemas.microsoft.com/office/drawing/2014/main" id="{AD18B5A5-4139-4E48-B844-9392F8CA40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670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367" name="Rectangle 30">
            <a:extLst>
              <a:ext uri="{FF2B5EF4-FFF2-40B4-BE49-F238E27FC236}">
                <a16:creationId xmlns:a16="http://schemas.microsoft.com/office/drawing/2014/main" id="{F7116521-1372-4D38-8FCD-497A2C49FD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6163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368" name="Rectangle 31">
            <a:extLst>
              <a:ext uri="{FF2B5EF4-FFF2-40B4-BE49-F238E27FC236}">
                <a16:creationId xmlns:a16="http://schemas.microsoft.com/office/drawing/2014/main" id="{F76B67C6-4AEA-4550-BBCC-9B30678DA5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2775" y="2357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369" name="Rectangle 32">
            <a:extLst>
              <a:ext uri="{FF2B5EF4-FFF2-40B4-BE49-F238E27FC236}">
                <a16:creationId xmlns:a16="http://schemas.microsoft.com/office/drawing/2014/main" id="{FF122046-809D-49DB-B538-94F06E8A0A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7063" y="22574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370" name="Rectangle 33">
            <a:extLst>
              <a:ext uri="{FF2B5EF4-FFF2-40B4-BE49-F238E27FC236}">
                <a16:creationId xmlns:a16="http://schemas.microsoft.com/office/drawing/2014/main" id="{B2B8A433-3142-4E8E-9A44-8AF4BF60EF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7588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371" name="Rectangle 34">
            <a:extLst>
              <a:ext uri="{FF2B5EF4-FFF2-40B4-BE49-F238E27FC236}">
                <a16:creationId xmlns:a16="http://schemas.microsoft.com/office/drawing/2014/main" id="{559C1A0F-6D25-4626-9CA3-72FC56BD76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6588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372" name="Rectangle 36">
            <a:extLst>
              <a:ext uri="{FF2B5EF4-FFF2-40B4-BE49-F238E27FC236}">
                <a16:creationId xmlns:a16="http://schemas.microsoft.com/office/drawing/2014/main" id="{F6234768-802D-4D01-9D22-2744A8AE7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2363" y="2738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373" name="Rectangle 37">
            <a:extLst>
              <a:ext uri="{FF2B5EF4-FFF2-40B4-BE49-F238E27FC236}">
                <a16:creationId xmlns:a16="http://schemas.microsoft.com/office/drawing/2014/main" id="{429718A2-E419-46EF-A7EA-F36E365312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27146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374" name="Rectangle 38">
            <a:extLst>
              <a:ext uri="{FF2B5EF4-FFF2-40B4-BE49-F238E27FC236}">
                <a16:creationId xmlns:a16="http://schemas.microsoft.com/office/drawing/2014/main" id="{D3D57465-1808-460B-8AF2-2929025471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27098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375" name="Rectangle 39">
            <a:extLst>
              <a:ext uri="{FF2B5EF4-FFF2-40B4-BE49-F238E27FC236}">
                <a16:creationId xmlns:a16="http://schemas.microsoft.com/office/drawing/2014/main" id="{6311FEBB-E933-41A5-A039-BB01677278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7038" y="22240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376" name="Rectangle 41">
            <a:extLst>
              <a:ext uri="{FF2B5EF4-FFF2-40B4-BE49-F238E27FC236}">
                <a16:creationId xmlns:a16="http://schemas.microsoft.com/office/drawing/2014/main" id="{3F074AD3-82BF-4824-AA77-9C13DBB9E5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2913" y="3228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377" name="Rectangle 42">
            <a:extLst>
              <a:ext uri="{FF2B5EF4-FFF2-40B4-BE49-F238E27FC236}">
                <a16:creationId xmlns:a16="http://schemas.microsoft.com/office/drawing/2014/main" id="{F22181A2-CAD7-4019-B3E0-F9217A6181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6675" y="31432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378" name="Rectangle 43">
            <a:extLst>
              <a:ext uri="{FF2B5EF4-FFF2-40B4-BE49-F238E27FC236}">
                <a16:creationId xmlns:a16="http://schemas.microsoft.com/office/drawing/2014/main" id="{D1DAD3F2-A135-4D70-BDBC-4A29C45350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379" name="Rectangle 45">
            <a:extLst>
              <a:ext uri="{FF2B5EF4-FFF2-40B4-BE49-F238E27FC236}">
                <a16:creationId xmlns:a16="http://schemas.microsoft.com/office/drawing/2014/main" id="{A5ABE1B6-3DDE-4F6E-B7A4-65BE2FC705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6075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380" name="Text Box 46">
            <a:extLst>
              <a:ext uri="{FF2B5EF4-FFF2-40B4-BE49-F238E27FC236}">
                <a16:creationId xmlns:a16="http://schemas.microsoft.com/office/drawing/2014/main" id="{9CAE7CE6-F9A8-44E0-A49E-0D8F850357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5257800"/>
            <a:ext cx="80772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Mach-ov pojasni efekt: važan za osjenčene površine sastavljene od poligona</a:t>
            </a:r>
            <a:r>
              <a:rPr lang="en-GB" altLang="sr-Latn-R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hr-HR" altLang="sr-Latn-R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381" name="Rectangle 47">
            <a:extLst>
              <a:ext uri="{FF2B5EF4-FFF2-40B4-BE49-F238E27FC236}">
                <a16:creationId xmlns:a16="http://schemas.microsoft.com/office/drawing/2014/main" id="{92DBA65F-4207-4673-9E42-C5E93FDD47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4175" y="26241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4382" name="Picture 48" descr="slika72a">
            <a:extLst>
              <a:ext uri="{FF2B5EF4-FFF2-40B4-BE49-F238E27FC236}">
                <a16:creationId xmlns:a16="http://schemas.microsoft.com/office/drawing/2014/main" id="{EED55C6D-3695-475B-9819-A878CC90BA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4300" y="1844675"/>
            <a:ext cx="236855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83" name="Picture 49" descr="slika72b">
            <a:extLst>
              <a:ext uri="{FF2B5EF4-FFF2-40B4-BE49-F238E27FC236}">
                <a16:creationId xmlns:a16="http://schemas.microsoft.com/office/drawing/2014/main" id="{6686DAA4-12F9-422D-A7D5-62925ADA89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7763" y="1844675"/>
            <a:ext cx="2368550" cy="312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84" name="TextBox 50">
            <a:extLst>
              <a:ext uri="{FF2B5EF4-FFF2-40B4-BE49-F238E27FC236}">
                <a16:creationId xmlns:a16="http://schemas.microsoft.com/office/drawing/2014/main" id="{FD296F16-B00D-4FFD-81D1-755EE135DC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700213"/>
            <a:ext cx="3311525" cy="3262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Područja </a:t>
            </a:r>
            <a:r>
              <a:rPr lang="hr-HR" altLang="sr-Latn-RS" sz="2000" i="1">
                <a:latin typeface="Arial" panose="020B0604020202020204" pitchFamily="34" charset="0"/>
                <a:cs typeface="Arial" panose="020B0604020202020204" pitchFamily="34" charset="0"/>
              </a:rPr>
              <a:t>konstantnog</a:t>
            </a: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 intenziteta nam izgledaju kao područja </a:t>
            </a:r>
            <a:r>
              <a:rPr lang="hr-HR" altLang="sr-Latn-RS" sz="2000" i="1">
                <a:latin typeface="Arial" panose="020B0604020202020204" pitchFamily="34" charset="0"/>
                <a:cs typeface="Arial" panose="020B0604020202020204" pitchFamily="34" charset="0"/>
              </a:rPr>
              <a:t>promjenljivog</a:t>
            </a: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 intenziteta</a:t>
            </a:r>
            <a:r>
              <a:rPr lang="en-GB" altLang="sr-Latn-R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hr-HR" altLang="sr-Latn-R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Mach-ov pojasni efekt nastupa u slučaju nagle promjene nagiba krivulje svjetlosnog intenziteta</a:t>
            </a:r>
            <a:r>
              <a:rPr lang="en-GB" altLang="sr-Latn-R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hr-HR" altLang="sr-Latn-R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89008F94-0884-45BF-9E15-2833BBDBB3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OKO</a:t>
            </a:r>
            <a:endParaRPr lang="en-GB" altLang="sr-Latn-RS" sz="28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363" name="Date Placeholder 2">
            <a:extLst>
              <a:ext uri="{FF2B5EF4-FFF2-40B4-BE49-F238E27FC236}">
                <a16:creationId xmlns:a16="http://schemas.microsoft.com/office/drawing/2014/main" id="{6A96A065-5599-4CD5-89AB-2F377A080BE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fld id="{C7C694F8-3B27-47F2-B650-78B75EE3DF90}" type="datetime1">
              <a:rPr lang="sr-Latn-RS" altLang="sr-Latn-RS" sz="1400" smtClean="0">
                <a:latin typeface="Arial" panose="020B0604020202020204" pitchFamily="34" charset="0"/>
                <a:cs typeface="Arial" panose="020B0604020202020204" pitchFamily="34" charset="0"/>
              </a:rPr>
              <a:t>31.10.2025.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892" name="Slide Number Placeholder 4">
            <a:extLst>
              <a:ext uri="{FF2B5EF4-FFF2-40B4-BE49-F238E27FC236}">
                <a16:creationId xmlns:a16="http://schemas.microsoft.com/office/drawing/2014/main" id="{63C980AE-9455-494B-8505-3303E22AC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fld id="{0EFEA076-5724-46C4-8F48-7653D44FE98F}" type="slidenum">
              <a:rPr lang="en-GB" altLang="sr-Latn-RS" sz="1400"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t>11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365" name="Rectangle 3">
            <a:extLst>
              <a:ext uri="{FF2B5EF4-FFF2-40B4-BE49-F238E27FC236}">
                <a16:creationId xmlns:a16="http://schemas.microsoft.com/office/drawing/2014/main" id="{C3FBB679-DA7F-481A-BC71-2180C1A5E5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1850" y="26812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366" name="Rectangle 4">
            <a:extLst>
              <a:ext uri="{FF2B5EF4-FFF2-40B4-BE49-F238E27FC236}">
                <a16:creationId xmlns:a16="http://schemas.microsoft.com/office/drawing/2014/main" id="{D476B695-27AE-4EE3-BF41-A1061EC7F6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6574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367" name="Rectangle 5">
            <a:extLst>
              <a:ext uri="{FF2B5EF4-FFF2-40B4-BE49-F238E27FC236}">
                <a16:creationId xmlns:a16="http://schemas.microsoft.com/office/drawing/2014/main" id="{CB96BE12-B8C9-4CA9-A279-AC3D89663B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3688" y="2519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368" name="Rectangle 6">
            <a:extLst>
              <a:ext uri="{FF2B5EF4-FFF2-40B4-BE49-F238E27FC236}">
                <a16:creationId xmlns:a16="http://schemas.microsoft.com/office/drawing/2014/main" id="{34FEA286-CBE4-4961-962C-D223B0B283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9900" y="2252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369" name="Rectangle 7">
            <a:extLst>
              <a:ext uri="{FF2B5EF4-FFF2-40B4-BE49-F238E27FC236}">
                <a16:creationId xmlns:a16="http://schemas.microsoft.com/office/drawing/2014/main" id="{DC7AC236-F4A9-4B22-B13A-1007E88027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6538" y="13716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370" name="Rectangle 8">
            <a:extLst>
              <a:ext uri="{FF2B5EF4-FFF2-40B4-BE49-F238E27FC236}">
                <a16:creationId xmlns:a16="http://schemas.microsoft.com/office/drawing/2014/main" id="{0F604A59-D80E-46BF-B61F-13F7D6A9F8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6650" y="32194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371" name="Rectangle 10">
            <a:extLst>
              <a:ext uri="{FF2B5EF4-FFF2-40B4-BE49-F238E27FC236}">
                <a16:creationId xmlns:a16="http://schemas.microsoft.com/office/drawing/2014/main" id="{4BACE616-52E5-493C-AAAF-1C4D015332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2213" y="2466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372" name="Rectangle 11">
            <a:extLst>
              <a:ext uri="{FF2B5EF4-FFF2-40B4-BE49-F238E27FC236}">
                <a16:creationId xmlns:a16="http://schemas.microsoft.com/office/drawing/2014/main" id="{DDE16D4B-8939-4F46-B0B6-FD806D5F77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42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373" name="Rectangle 12">
            <a:extLst>
              <a:ext uri="{FF2B5EF4-FFF2-40B4-BE49-F238E27FC236}">
                <a16:creationId xmlns:a16="http://schemas.microsoft.com/office/drawing/2014/main" id="{69153402-0970-4AB1-B7A1-47D22B9F38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1888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374" name="Rectangle 13">
            <a:extLst>
              <a:ext uri="{FF2B5EF4-FFF2-40B4-BE49-F238E27FC236}">
                <a16:creationId xmlns:a16="http://schemas.microsoft.com/office/drawing/2014/main" id="{A75A255B-08AD-40BE-B073-CAD5152097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375" name="Rectangle 14">
            <a:extLst>
              <a:ext uri="{FF2B5EF4-FFF2-40B4-BE49-F238E27FC236}">
                <a16:creationId xmlns:a16="http://schemas.microsoft.com/office/drawing/2014/main" id="{F349CE86-C05C-4DFC-9FBB-67B9657714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376" name="Rectangle 15">
            <a:extLst>
              <a:ext uri="{FF2B5EF4-FFF2-40B4-BE49-F238E27FC236}">
                <a16:creationId xmlns:a16="http://schemas.microsoft.com/office/drawing/2014/main" id="{223A72C3-E3D2-489F-B606-C18E3F6259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7538" y="22288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377" name="Rectangle 16">
            <a:extLst>
              <a:ext uri="{FF2B5EF4-FFF2-40B4-BE49-F238E27FC236}">
                <a16:creationId xmlns:a16="http://schemas.microsoft.com/office/drawing/2014/main" id="{8A8C5725-4B10-41EA-AA41-81D3339B11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2300" y="3281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378" name="Rectangle 17">
            <a:extLst>
              <a:ext uri="{FF2B5EF4-FFF2-40B4-BE49-F238E27FC236}">
                <a16:creationId xmlns:a16="http://schemas.microsoft.com/office/drawing/2014/main" id="{5D2A1AE5-A3ED-4E9C-B9FC-527A78E8C8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3263" y="32861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379" name="Rectangle 18">
            <a:extLst>
              <a:ext uri="{FF2B5EF4-FFF2-40B4-BE49-F238E27FC236}">
                <a16:creationId xmlns:a16="http://schemas.microsoft.com/office/drawing/2014/main" id="{CD0DAC01-446D-4F8C-B2D4-E21183A49F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1338" y="2138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380" name="Rectangle 19">
            <a:extLst>
              <a:ext uri="{FF2B5EF4-FFF2-40B4-BE49-F238E27FC236}">
                <a16:creationId xmlns:a16="http://schemas.microsoft.com/office/drawing/2014/main" id="{CDDE44F0-56C1-4810-955A-D8CDFFDA29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5688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381" name="Rectangle 20">
            <a:extLst>
              <a:ext uri="{FF2B5EF4-FFF2-40B4-BE49-F238E27FC236}">
                <a16:creationId xmlns:a16="http://schemas.microsoft.com/office/drawing/2014/main" id="{B68D2777-4E23-4088-A4AD-A441B182F0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5288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382" name="Rectangle 21">
            <a:extLst>
              <a:ext uri="{FF2B5EF4-FFF2-40B4-BE49-F238E27FC236}">
                <a16:creationId xmlns:a16="http://schemas.microsoft.com/office/drawing/2014/main" id="{EEA701DB-D074-478B-8AA1-10C88C9FC8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3281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383" name="Rectangle 22">
            <a:extLst>
              <a:ext uri="{FF2B5EF4-FFF2-40B4-BE49-F238E27FC236}">
                <a16:creationId xmlns:a16="http://schemas.microsoft.com/office/drawing/2014/main" id="{083F2150-14EB-4174-8604-AB11E5E035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5638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384" name="Rectangle 24">
            <a:extLst>
              <a:ext uri="{FF2B5EF4-FFF2-40B4-BE49-F238E27FC236}">
                <a16:creationId xmlns:a16="http://schemas.microsoft.com/office/drawing/2014/main" id="{47B3B92F-B3D3-4115-A937-F7AFDF8009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7550" y="2862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385" name="Rectangle 25">
            <a:extLst>
              <a:ext uri="{FF2B5EF4-FFF2-40B4-BE49-F238E27FC236}">
                <a16:creationId xmlns:a16="http://schemas.microsoft.com/office/drawing/2014/main" id="{347F3C67-D789-42CC-A46A-F10F7B7C18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386" name="Rectangle 26">
            <a:extLst>
              <a:ext uri="{FF2B5EF4-FFF2-40B4-BE49-F238E27FC236}">
                <a16:creationId xmlns:a16="http://schemas.microsoft.com/office/drawing/2014/main" id="{F4E5A5DE-6241-42A9-8B6A-512C1EF98E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387" name="Rectangle 27">
            <a:extLst>
              <a:ext uri="{FF2B5EF4-FFF2-40B4-BE49-F238E27FC236}">
                <a16:creationId xmlns:a16="http://schemas.microsoft.com/office/drawing/2014/main" id="{C75EF311-9F45-4B58-9561-AC8FDC19D0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388" name="Rectangle 28">
            <a:extLst>
              <a:ext uri="{FF2B5EF4-FFF2-40B4-BE49-F238E27FC236}">
                <a16:creationId xmlns:a16="http://schemas.microsoft.com/office/drawing/2014/main" id="{B0025918-CCFE-44A4-A94F-200D662844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4675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389" name="Rectangle 29">
            <a:extLst>
              <a:ext uri="{FF2B5EF4-FFF2-40B4-BE49-F238E27FC236}">
                <a16:creationId xmlns:a16="http://schemas.microsoft.com/office/drawing/2014/main" id="{C76864C0-80FF-4265-A3BB-1F63B7FE70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670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390" name="Rectangle 30">
            <a:extLst>
              <a:ext uri="{FF2B5EF4-FFF2-40B4-BE49-F238E27FC236}">
                <a16:creationId xmlns:a16="http://schemas.microsoft.com/office/drawing/2014/main" id="{D6E27720-DA69-4AAB-B5F9-C81FACC0F2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6163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391" name="Rectangle 31">
            <a:extLst>
              <a:ext uri="{FF2B5EF4-FFF2-40B4-BE49-F238E27FC236}">
                <a16:creationId xmlns:a16="http://schemas.microsoft.com/office/drawing/2014/main" id="{0D8E5658-DA66-460F-8FA5-58F12A2D0E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2775" y="2357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392" name="Rectangle 32">
            <a:extLst>
              <a:ext uri="{FF2B5EF4-FFF2-40B4-BE49-F238E27FC236}">
                <a16:creationId xmlns:a16="http://schemas.microsoft.com/office/drawing/2014/main" id="{F49E93DF-D99D-4636-B0E7-46AC36BE92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7063" y="22574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393" name="Rectangle 33">
            <a:extLst>
              <a:ext uri="{FF2B5EF4-FFF2-40B4-BE49-F238E27FC236}">
                <a16:creationId xmlns:a16="http://schemas.microsoft.com/office/drawing/2014/main" id="{03B53F13-89F2-4863-B21C-F566B11EFE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7588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394" name="Rectangle 34">
            <a:extLst>
              <a:ext uri="{FF2B5EF4-FFF2-40B4-BE49-F238E27FC236}">
                <a16:creationId xmlns:a16="http://schemas.microsoft.com/office/drawing/2014/main" id="{C4E20895-DE5A-463C-8F30-4BD596A0B9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6588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395" name="Rectangle 36">
            <a:extLst>
              <a:ext uri="{FF2B5EF4-FFF2-40B4-BE49-F238E27FC236}">
                <a16:creationId xmlns:a16="http://schemas.microsoft.com/office/drawing/2014/main" id="{B25368FD-B6E7-43D3-A315-1303432E4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2363" y="2738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396" name="Rectangle 37">
            <a:extLst>
              <a:ext uri="{FF2B5EF4-FFF2-40B4-BE49-F238E27FC236}">
                <a16:creationId xmlns:a16="http://schemas.microsoft.com/office/drawing/2014/main" id="{507BEA6D-4CE0-4B63-AD00-0ADEBFFA64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27146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397" name="Rectangle 38">
            <a:extLst>
              <a:ext uri="{FF2B5EF4-FFF2-40B4-BE49-F238E27FC236}">
                <a16:creationId xmlns:a16="http://schemas.microsoft.com/office/drawing/2014/main" id="{3D84B57A-D134-48FC-863C-1BC89ACE47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27098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398" name="Rectangle 39">
            <a:extLst>
              <a:ext uri="{FF2B5EF4-FFF2-40B4-BE49-F238E27FC236}">
                <a16:creationId xmlns:a16="http://schemas.microsoft.com/office/drawing/2014/main" id="{57977F87-F553-4237-9F25-2ED3E85237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7038" y="22240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399" name="Rectangle 41">
            <a:extLst>
              <a:ext uri="{FF2B5EF4-FFF2-40B4-BE49-F238E27FC236}">
                <a16:creationId xmlns:a16="http://schemas.microsoft.com/office/drawing/2014/main" id="{5CA1CD05-58D9-4F93-8948-393637186A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2913" y="3228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400" name="Rectangle 42">
            <a:extLst>
              <a:ext uri="{FF2B5EF4-FFF2-40B4-BE49-F238E27FC236}">
                <a16:creationId xmlns:a16="http://schemas.microsoft.com/office/drawing/2014/main" id="{945397A8-9130-4335-BD75-67313D642E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6675" y="31432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401" name="Rectangle 43">
            <a:extLst>
              <a:ext uri="{FF2B5EF4-FFF2-40B4-BE49-F238E27FC236}">
                <a16:creationId xmlns:a16="http://schemas.microsoft.com/office/drawing/2014/main" id="{415547F5-3208-44A8-96B4-7F96872771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402" name="Rectangle 45">
            <a:extLst>
              <a:ext uri="{FF2B5EF4-FFF2-40B4-BE49-F238E27FC236}">
                <a16:creationId xmlns:a16="http://schemas.microsoft.com/office/drawing/2014/main" id="{606DF1EF-770C-4AC5-986D-E6718CB308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6075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403" name="Text Box 46">
            <a:extLst>
              <a:ext uri="{FF2B5EF4-FFF2-40B4-BE49-F238E27FC236}">
                <a16:creationId xmlns:a16="http://schemas.microsoft.com/office/drawing/2014/main" id="{A5FD3883-24B0-45C6-A870-DFFD7706E7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5414963"/>
            <a:ext cx="8077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Mach-ov pojasni efekt: ljudsko oko naglašava rubove</a:t>
            </a:r>
          </a:p>
        </p:txBody>
      </p:sp>
      <p:sp>
        <p:nvSpPr>
          <p:cNvPr id="15404" name="Rectangle 47">
            <a:extLst>
              <a:ext uri="{FF2B5EF4-FFF2-40B4-BE49-F238E27FC236}">
                <a16:creationId xmlns:a16="http://schemas.microsoft.com/office/drawing/2014/main" id="{1F613F78-0ED4-40BD-A5C1-3AC04DEDFF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4175" y="26241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5405" name="Picture 50" descr="Slika7_3">
            <a:extLst>
              <a:ext uri="{FF2B5EF4-FFF2-40B4-BE49-F238E27FC236}">
                <a16:creationId xmlns:a16="http://schemas.microsoft.com/office/drawing/2014/main" id="{AF19EF1E-46A0-4FD0-A61E-09683CBF51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463"/>
          <a:stretch>
            <a:fillRect/>
          </a:stretch>
        </p:blipFill>
        <p:spPr bwMode="auto">
          <a:xfrm>
            <a:off x="2051050" y="1700213"/>
            <a:ext cx="5257800" cy="3529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Date Placeholder 2">
            <a:extLst>
              <a:ext uri="{FF2B5EF4-FFF2-40B4-BE49-F238E27FC236}">
                <a16:creationId xmlns:a16="http://schemas.microsoft.com/office/drawing/2014/main" id="{1DAB6BF2-4CE5-4630-A4D4-01CC6758B69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fld id="{A3B70FAD-0D33-4276-ABB8-DA33DB6DB1C1}" type="datetime1">
              <a:rPr lang="sr-Latn-RS" altLang="sr-Latn-RS" sz="1400" smtClean="0">
                <a:latin typeface="Arial" panose="020B0604020202020204" pitchFamily="34" charset="0"/>
                <a:cs typeface="Arial" panose="020B0604020202020204" pitchFamily="34" charset="0"/>
              </a:rPr>
              <a:t>31.10.2025.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892" name="Slide Number Placeholder 4">
            <a:extLst>
              <a:ext uri="{FF2B5EF4-FFF2-40B4-BE49-F238E27FC236}">
                <a16:creationId xmlns:a16="http://schemas.microsoft.com/office/drawing/2014/main" id="{CAF1C479-AC23-4BF9-B94C-7F8D0FBEF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fld id="{DD5545A7-BD62-4E6A-B101-9381F54E96EE}" type="slidenum">
              <a:rPr lang="en-GB" altLang="sr-Latn-RS" sz="1400"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t>12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34F6CD50-3040-4C36-B355-92A9B41951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1850" y="26812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389" name="Rectangle 4">
            <a:extLst>
              <a:ext uri="{FF2B5EF4-FFF2-40B4-BE49-F238E27FC236}">
                <a16:creationId xmlns:a16="http://schemas.microsoft.com/office/drawing/2014/main" id="{5D4816AE-17BF-4AF4-834A-775989286A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6574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390" name="Rectangle 5">
            <a:extLst>
              <a:ext uri="{FF2B5EF4-FFF2-40B4-BE49-F238E27FC236}">
                <a16:creationId xmlns:a16="http://schemas.microsoft.com/office/drawing/2014/main" id="{CAC8F8FB-4CB0-4772-9BE9-7FBF66D7E7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3688" y="2519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391" name="Rectangle 6">
            <a:extLst>
              <a:ext uri="{FF2B5EF4-FFF2-40B4-BE49-F238E27FC236}">
                <a16:creationId xmlns:a16="http://schemas.microsoft.com/office/drawing/2014/main" id="{CAB924C8-F5F9-4C9D-BA54-7CDEF197CC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9900" y="2252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392" name="Rectangle 7">
            <a:extLst>
              <a:ext uri="{FF2B5EF4-FFF2-40B4-BE49-F238E27FC236}">
                <a16:creationId xmlns:a16="http://schemas.microsoft.com/office/drawing/2014/main" id="{ECEAA5A3-C08E-4050-AADB-32C21C0AB4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6538" y="13716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393" name="Rectangle 8">
            <a:extLst>
              <a:ext uri="{FF2B5EF4-FFF2-40B4-BE49-F238E27FC236}">
                <a16:creationId xmlns:a16="http://schemas.microsoft.com/office/drawing/2014/main" id="{9EDB1DA2-E31E-4B9A-9DBF-2330DB6621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6650" y="32194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394" name="Rectangle 10">
            <a:extLst>
              <a:ext uri="{FF2B5EF4-FFF2-40B4-BE49-F238E27FC236}">
                <a16:creationId xmlns:a16="http://schemas.microsoft.com/office/drawing/2014/main" id="{0C2DA483-1ABA-4DF5-8507-EB1F0EC435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2213" y="2466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395" name="Rectangle 11">
            <a:extLst>
              <a:ext uri="{FF2B5EF4-FFF2-40B4-BE49-F238E27FC236}">
                <a16:creationId xmlns:a16="http://schemas.microsoft.com/office/drawing/2014/main" id="{3EBD7E54-189E-41C9-8025-78029E5E0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42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396" name="Rectangle 12">
            <a:extLst>
              <a:ext uri="{FF2B5EF4-FFF2-40B4-BE49-F238E27FC236}">
                <a16:creationId xmlns:a16="http://schemas.microsoft.com/office/drawing/2014/main" id="{9889E875-D93A-4D5E-8E35-8BB51576C7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1888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397" name="Rectangle 13">
            <a:extLst>
              <a:ext uri="{FF2B5EF4-FFF2-40B4-BE49-F238E27FC236}">
                <a16:creationId xmlns:a16="http://schemas.microsoft.com/office/drawing/2014/main" id="{B881A78C-DDAC-4B3D-A5D8-0FBA15C20B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398" name="Rectangle 14">
            <a:extLst>
              <a:ext uri="{FF2B5EF4-FFF2-40B4-BE49-F238E27FC236}">
                <a16:creationId xmlns:a16="http://schemas.microsoft.com/office/drawing/2014/main" id="{BC934C34-96F9-442D-BE61-ADF7B9F96A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399" name="Rectangle 15">
            <a:extLst>
              <a:ext uri="{FF2B5EF4-FFF2-40B4-BE49-F238E27FC236}">
                <a16:creationId xmlns:a16="http://schemas.microsoft.com/office/drawing/2014/main" id="{E67FF7E7-3113-460A-A5F6-F461CCBB1B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7538" y="22288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400" name="Rectangle 16">
            <a:extLst>
              <a:ext uri="{FF2B5EF4-FFF2-40B4-BE49-F238E27FC236}">
                <a16:creationId xmlns:a16="http://schemas.microsoft.com/office/drawing/2014/main" id="{0A3BB7B8-6473-48AC-8E6D-8731F50E2F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2300" y="3281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401" name="Rectangle 17">
            <a:extLst>
              <a:ext uri="{FF2B5EF4-FFF2-40B4-BE49-F238E27FC236}">
                <a16:creationId xmlns:a16="http://schemas.microsoft.com/office/drawing/2014/main" id="{91D2F352-51AD-4476-842F-3AE7DD487E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3263" y="32861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402" name="Rectangle 18">
            <a:extLst>
              <a:ext uri="{FF2B5EF4-FFF2-40B4-BE49-F238E27FC236}">
                <a16:creationId xmlns:a16="http://schemas.microsoft.com/office/drawing/2014/main" id="{A9968CCC-D212-406A-8BC9-6B4E025BB2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1338" y="2138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403" name="Rectangle 19">
            <a:extLst>
              <a:ext uri="{FF2B5EF4-FFF2-40B4-BE49-F238E27FC236}">
                <a16:creationId xmlns:a16="http://schemas.microsoft.com/office/drawing/2014/main" id="{40202D2B-D37E-41A6-B4B6-8D9785AEA8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5688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404" name="Rectangle 20">
            <a:extLst>
              <a:ext uri="{FF2B5EF4-FFF2-40B4-BE49-F238E27FC236}">
                <a16:creationId xmlns:a16="http://schemas.microsoft.com/office/drawing/2014/main" id="{B9EF0AE7-EAF5-4711-B4A0-D903415426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5288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405" name="Rectangle 21">
            <a:extLst>
              <a:ext uri="{FF2B5EF4-FFF2-40B4-BE49-F238E27FC236}">
                <a16:creationId xmlns:a16="http://schemas.microsoft.com/office/drawing/2014/main" id="{DF2AEB41-11ED-42C0-814B-1F3C144214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3281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406" name="Rectangle 22">
            <a:extLst>
              <a:ext uri="{FF2B5EF4-FFF2-40B4-BE49-F238E27FC236}">
                <a16:creationId xmlns:a16="http://schemas.microsoft.com/office/drawing/2014/main" id="{663AF972-C292-4341-99F1-CE0783859A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5638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407" name="Rectangle 24">
            <a:extLst>
              <a:ext uri="{FF2B5EF4-FFF2-40B4-BE49-F238E27FC236}">
                <a16:creationId xmlns:a16="http://schemas.microsoft.com/office/drawing/2014/main" id="{AC81A098-8D1A-4DFF-B851-295006D475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7550" y="2862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408" name="Rectangle 25">
            <a:extLst>
              <a:ext uri="{FF2B5EF4-FFF2-40B4-BE49-F238E27FC236}">
                <a16:creationId xmlns:a16="http://schemas.microsoft.com/office/drawing/2014/main" id="{D8337C0B-CC14-425C-BBC8-1353B53A1F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409" name="Rectangle 26">
            <a:extLst>
              <a:ext uri="{FF2B5EF4-FFF2-40B4-BE49-F238E27FC236}">
                <a16:creationId xmlns:a16="http://schemas.microsoft.com/office/drawing/2014/main" id="{00463AA4-2C8A-49E8-B7D2-1E24B87477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410" name="Rectangle 27">
            <a:extLst>
              <a:ext uri="{FF2B5EF4-FFF2-40B4-BE49-F238E27FC236}">
                <a16:creationId xmlns:a16="http://schemas.microsoft.com/office/drawing/2014/main" id="{037DEFDD-42E0-4146-B0B9-E102A7AE8E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411" name="Rectangle 28">
            <a:extLst>
              <a:ext uri="{FF2B5EF4-FFF2-40B4-BE49-F238E27FC236}">
                <a16:creationId xmlns:a16="http://schemas.microsoft.com/office/drawing/2014/main" id="{7BF24531-FDC8-4FC0-80EA-4EBD31330B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4675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412" name="Rectangle 29">
            <a:extLst>
              <a:ext uri="{FF2B5EF4-FFF2-40B4-BE49-F238E27FC236}">
                <a16:creationId xmlns:a16="http://schemas.microsoft.com/office/drawing/2014/main" id="{3C90C692-D7C6-4EE3-ADF1-650C8ECD3F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670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413" name="Rectangle 30">
            <a:extLst>
              <a:ext uri="{FF2B5EF4-FFF2-40B4-BE49-F238E27FC236}">
                <a16:creationId xmlns:a16="http://schemas.microsoft.com/office/drawing/2014/main" id="{DA84C6C1-CBBC-4A86-8D16-57CD7678D8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6163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414" name="Rectangle 31">
            <a:extLst>
              <a:ext uri="{FF2B5EF4-FFF2-40B4-BE49-F238E27FC236}">
                <a16:creationId xmlns:a16="http://schemas.microsoft.com/office/drawing/2014/main" id="{CBB427EB-91C4-4F90-A932-03416001C8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2775" y="2357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415" name="Rectangle 32">
            <a:extLst>
              <a:ext uri="{FF2B5EF4-FFF2-40B4-BE49-F238E27FC236}">
                <a16:creationId xmlns:a16="http://schemas.microsoft.com/office/drawing/2014/main" id="{08C80345-E9FE-45B9-A132-3BD8A939A2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7063" y="22574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416" name="Rectangle 33">
            <a:extLst>
              <a:ext uri="{FF2B5EF4-FFF2-40B4-BE49-F238E27FC236}">
                <a16:creationId xmlns:a16="http://schemas.microsoft.com/office/drawing/2014/main" id="{982F7E48-1F7C-487A-B36F-92F9893BB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7588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417" name="Rectangle 34">
            <a:extLst>
              <a:ext uri="{FF2B5EF4-FFF2-40B4-BE49-F238E27FC236}">
                <a16:creationId xmlns:a16="http://schemas.microsoft.com/office/drawing/2014/main" id="{3C2AE467-C9A9-4AC1-AE66-BE039D843A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6588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418" name="Rectangle 36">
            <a:extLst>
              <a:ext uri="{FF2B5EF4-FFF2-40B4-BE49-F238E27FC236}">
                <a16:creationId xmlns:a16="http://schemas.microsoft.com/office/drawing/2014/main" id="{48DD4ABE-C965-4335-9E88-66116888E6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2363" y="2738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419" name="Rectangle 37">
            <a:extLst>
              <a:ext uri="{FF2B5EF4-FFF2-40B4-BE49-F238E27FC236}">
                <a16:creationId xmlns:a16="http://schemas.microsoft.com/office/drawing/2014/main" id="{454B5702-1AD5-40CA-85B9-7585481345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27146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420" name="Rectangle 38">
            <a:extLst>
              <a:ext uri="{FF2B5EF4-FFF2-40B4-BE49-F238E27FC236}">
                <a16:creationId xmlns:a16="http://schemas.microsoft.com/office/drawing/2014/main" id="{4F306F25-12F4-42DE-95B2-7A26AF1F0A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27098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421" name="Rectangle 39">
            <a:extLst>
              <a:ext uri="{FF2B5EF4-FFF2-40B4-BE49-F238E27FC236}">
                <a16:creationId xmlns:a16="http://schemas.microsoft.com/office/drawing/2014/main" id="{BF1590EF-8448-4881-8D48-946DB85DDD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7038" y="22240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422" name="Rectangle 41">
            <a:extLst>
              <a:ext uri="{FF2B5EF4-FFF2-40B4-BE49-F238E27FC236}">
                <a16:creationId xmlns:a16="http://schemas.microsoft.com/office/drawing/2014/main" id="{E6AED334-A485-42BD-8A41-76433B8D19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2913" y="3228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423" name="Rectangle 42">
            <a:extLst>
              <a:ext uri="{FF2B5EF4-FFF2-40B4-BE49-F238E27FC236}">
                <a16:creationId xmlns:a16="http://schemas.microsoft.com/office/drawing/2014/main" id="{D8276D4A-B59D-41DA-B2D1-4EE55FFE91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6675" y="31432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424" name="Rectangle 43">
            <a:extLst>
              <a:ext uri="{FF2B5EF4-FFF2-40B4-BE49-F238E27FC236}">
                <a16:creationId xmlns:a16="http://schemas.microsoft.com/office/drawing/2014/main" id="{3EEF3948-9A25-4705-B136-48DF0C00AB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425" name="Rectangle 45">
            <a:extLst>
              <a:ext uri="{FF2B5EF4-FFF2-40B4-BE49-F238E27FC236}">
                <a16:creationId xmlns:a16="http://schemas.microsoft.com/office/drawing/2014/main" id="{80B63ED2-7742-438D-9DC4-A4DC8CAC70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6075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426" name="Rectangle 47">
            <a:extLst>
              <a:ext uri="{FF2B5EF4-FFF2-40B4-BE49-F238E27FC236}">
                <a16:creationId xmlns:a16="http://schemas.microsoft.com/office/drawing/2014/main" id="{BA54BBDB-93CF-43C3-92C9-52AC2606F9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4175" y="26241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427" name="Title 1">
            <a:extLst>
              <a:ext uri="{FF2B5EF4-FFF2-40B4-BE49-F238E27FC236}">
                <a16:creationId xmlns:a16="http://schemas.microsoft.com/office/drawing/2014/main" id="{4CC543DF-FD63-4B6B-81F0-039EE97B9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sr-Latn-R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Koliko je izbočina, a koliko udubljenja?</a:t>
            </a:r>
          </a:p>
        </p:txBody>
      </p:sp>
      <p:pic>
        <p:nvPicPr>
          <p:cNvPr id="16428" name="Picture 4" descr="Sjene2.jpg">
            <a:extLst>
              <a:ext uri="{FF2B5EF4-FFF2-40B4-BE49-F238E27FC236}">
                <a16:creationId xmlns:a16="http://schemas.microsoft.com/office/drawing/2014/main" id="{8668093B-5F70-417E-866C-AD91919A53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16" t="23895" r="7616" b="34665"/>
          <a:stretch>
            <a:fillRect/>
          </a:stretch>
        </p:blipFill>
        <p:spPr bwMode="auto">
          <a:xfrm>
            <a:off x="1200150" y="1400175"/>
            <a:ext cx="6684963" cy="4621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Date Placeholder 2">
            <a:extLst>
              <a:ext uri="{FF2B5EF4-FFF2-40B4-BE49-F238E27FC236}">
                <a16:creationId xmlns:a16="http://schemas.microsoft.com/office/drawing/2014/main" id="{02457CEA-2836-4ED8-A29F-C18C11DA777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fld id="{314DFF99-2933-45F9-B759-DB9BAA225209}" type="datetime1">
              <a:rPr lang="sr-Latn-RS" altLang="sr-Latn-RS" sz="1400" smtClean="0">
                <a:latin typeface="Arial" panose="020B0604020202020204" pitchFamily="34" charset="0"/>
                <a:cs typeface="Arial" panose="020B0604020202020204" pitchFamily="34" charset="0"/>
              </a:rPr>
              <a:t>31.10.2025.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892" name="Slide Number Placeholder 4">
            <a:extLst>
              <a:ext uri="{FF2B5EF4-FFF2-40B4-BE49-F238E27FC236}">
                <a16:creationId xmlns:a16="http://schemas.microsoft.com/office/drawing/2014/main" id="{C9F5BC8D-6D26-45B2-AA44-4D52AE923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fld id="{736D2C09-A994-4DDA-B258-7DF412620604}" type="slidenum">
              <a:rPr lang="en-GB" altLang="sr-Latn-RS" sz="1400"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t>13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C210A274-B6FC-44A1-AEE4-072DFE667F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1850" y="26812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13" name="Rectangle 4">
            <a:extLst>
              <a:ext uri="{FF2B5EF4-FFF2-40B4-BE49-F238E27FC236}">
                <a16:creationId xmlns:a16="http://schemas.microsoft.com/office/drawing/2014/main" id="{B2E19BFD-2E47-4792-BD8B-FEE7ACEA37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6574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14" name="Rectangle 5">
            <a:extLst>
              <a:ext uri="{FF2B5EF4-FFF2-40B4-BE49-F238E27FC236}">
                <a16:creationId xmlns:a16="http://schemas.microsoft.com/office/drawing/2014/main" id="{31F9D683-81B2-4E82-8626-78229D61A0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3688" y="2519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15" name="Rectangle 6">
            <a:extLst>
              <a:ext uri="{FF2B5EF4-FFF2-40B4-BE49-F238E27FC236}">
                <a16:creationId xmlns:a16="http://schemas.microsoft.com/office/drawing/2014/main" id="{FBD112E3-5189-4CF1-947B-FCB10EE291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9900" y="2252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16" name="Rectangle 7">
            <a:extLst>
              <a:ext uri="{FF2B5EF4-FFF2-40B4-BE49-F238E27FC236}">
                <a16:creationId xmlns:a16="http://schemas.microsoft.com/office/drawing/2014/main" id="{8F1C9460-A0C7-44E0-9C81-0B9098B014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6538" y="13716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17" name="Rectangle 8">
            <a:extLst>
              <a:ext uri="{FF2B5EF4-FFF2-40B4-BE49-F238E27FC236}">
                <a16:creationId xmlns:a16="http://schemas.microsoft.com/office/drawing/2014/main" id="{A12851CA-6223-4F96-8767-1FEC0C033E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6650" y="32194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18" name="Rectangle 10">
            <a:extLst>
              <a:ext uri="{FF2B5EF4-FFF2-40B4-BE49-F238E27FC236}">
                <a16:creationId xmlns:a16="http://schemas.microsoft.com/office/drawing/2014/main" id="{C415E9A0-3845-4470-ABF9-F9C730832C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2213" y="2466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19" name="Rectangle 11">
            <a:extLst>
              <a:ext uri="{FF2B5EF4-FFF2-40B4-BE49-F238E27FC236}">
                <a16:creationId xmlns:a16="http://schemas.microsoft.com/office/drawing/2014/main" id="{BCF4910D-DEFA-4100-96D6-57560CCB24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42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20" name="Rectangle 12">
            <a:extLst>
              <a:ext uri="{FF2B5EF4-FFF2-40B4-BE49-F238E27FC236}">
                <a16:creationId xmlns:a16="http://schemas.microsoft.com/office/drawing/2014/main" id="{839514F0-4744-46F5-BEA3-000DA1FD74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1888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21" name="Rectangle 13">
            <a:extLst>
              <a:ext uri="{FF2B5EF4-FFF2-40B4-BE49-F238E27FC236}">
                <a16:creationId xmlns:a16="http://schemas.microsoft.com/office/drawing/2014/main" id="{BD53003A-DEF1-4689-89E9-8554F9D870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22" name="Rectangle 14">
            <a:extLst>
              <a:ext uri="{FF2B5EF4-FFF2-40B4-BE49-F238E27FC236}">
                <a16:creationId xmlns:a16="http://schemas.microsoft.com/office/drawing/2014/main" id="{E35BFA05-F866-4495-A6A2-75FE68D3AF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23" name="Rectangle 15">
            <a:extLst>
              <a:ext uri="{FF2B5EF4-FFF2-40B4-BE49-F238E27FC236}">
                <a16:creationId xmlns:a16="http://schemas.microsoft.com/office/drawing/2014/main" id="{0DA52E5A-AD56-435A-A5F3-09B2D5F14F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7538" y="22288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24" name="Rectangle 16">
            <a:extLst>
              <a:ext uri="{FF2B5EF4-FFF2-40B4-BE49-F238E27FC236}">
                <a16:creationId xmlns:a16="http://schemas.microsoft.com/office/drawing/2014/main" id="{C8D43462-B935-4569-82AB-3D19F9FFD4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2300" y="3281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25" name="Rectangle 17">
            <a:extLst>
              <a:ext uri="{FF2B5EF4-FFF2-40B4-BE49-F238E27FC236}">
                <a16:creationId xmlns:a16="http://schemas.microsoft.com/office/drawing/2014/main" id="{FB9CB995-3493-4386-8414-852EE10EEB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3263" y="32861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26" name="Rectangle 18">
            <a:extLst>
              <a:ext uri="{FF2B5EF4-FFF2-40B4-BE49-F238E27FC236}">
                <a16:creationId xmlns:a16="http://schemas.microsoft.com/office/drawing/2014/main" id="{FEB582A8-35A0-4BEE-B631-A6C19F75A6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1338" y="2138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27" name="Rectangle 19">
            <a:extLst>
              <a:ext uri="{FF2B5EF4-FFF2-40B4-BE49-F238E27FC236}">
                <a16:creationId xmlns:a16="http://schemas.microsoft.com/office/drawing/2014/main" id="{04D34476-E081-412F-BB32-F2F59CD7E3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5688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28" name="Rectangle 20">
            <a:extLst>
              <a:ext uri="{FF2B5EF4-FFF2-40B4-BE49-F238E27FC236}">
                <a16:creationId xmlns:a16="http://schemas.microsoft.com/office/drawing/2014/main" id="{4C7CB4EC-E8D9-40EA-9DB6-66F807303F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5288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29" name="Rectangle 21">
            <a:extLst>
              <a:ext uri="{FF2B5EF4-FFF2-40B4-BE49-F238E27FC236}">
                <a16:creationId xmlns:a16="http://schemas.microsoft.com/office/drawing/2014/main" id="{4CC6E732-07F0-4498-81F2-72EC862393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3281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30" name="Rectangle 22">
            <a:extLst>
              <a:ext uri="{FF2B5EF4-FFF2-40B4-BE49-F238E27FC236}">
                <a16:creationId xmlns:a16="http://schemas.microsoft.com/office/drawing/2014/main" id="{FF459204-66BD-4F2A-9906-5B50029DF6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5638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31" name="Rectangle 24">
            <a:extLst>
              <a:ext uri="{FF2B5EF4-FFF2-40B4-BE49-F238E27FC236}">
                <a16:creationId xmlns:a16="http://schemas.microsoft.com/office/drawing/2014/main" id="{294080A5-ADF8-4D73-B1E3-B6D61037E8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7550" y="2862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32" name="Rectangle 25">
            <a:extLst>
              <a:ext uri="{FF2B5EF4-FFF2-40B4-BE49-F238E27FC236}">
                <a16:creationId xmlns:a16="http://schemas.microsoft.com/office/drawing/2014/main" id="{09B16444-847E-4F87-B1EC-38CB89F7D0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33" name="Rectangle 26">
            <a:extLst>
              <a:ext uri="{FF2B5EF4-FFF2-40B4-BE49-F238E27FC236}">
                <a16:creationId xmlns:a16="http://schemas.microsoft.com/office/drawing/2014/main" id="{85150F65-21EF-4213-B1F0-A74506CC3E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34" name="Rectangle 27">
            <a:extLst>
              <a:ext uri="{FF2B5EF4-FFF2-40B4-BE49-F238E27FC236}">
                <a16:creationId xmlns:a16="http://schemas.microsoft.com/office/drawing/2014/main" id="{041CC0A1-896B-4D1C-9493-0E72A182E6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35" name="Rectangle 28">
            <a:extLst>
              <a:ext uri="{FF2B5EF4-FFF2-40B4-BE49-F238E27FC236}">
                <a16:creationId xmlns:a16="http://schemas.microsoft.com/office/drawing/2014/main" id="{7B5D9BF5-C45E-46C9-BB7F-1607CD87B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4675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36" name="Rectangle 29">
            <a:extLst>
              <a:ext uri="{FF2B5EF4-FFF2-40B4-BE49-F238E27FC236}">
                <a16:creationId xmlns:a16="http://schemas.microsoft.com/office/drawing/2014/main" id="{23C751F8-2B6E-4E53-B19C-E4ED448C1C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670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37" name="Rectangle 30">
            <a:extLst>
              <a:ext uri="{FF2B5EF4-FFF2-40B4-BE49-F238E27FC236}">
                <a16:creationId xmlns:a16="http://schemas.microsoft.com/office/drawing/2014/main" id="{72C22546-D0F5-496A-B033-BF463574C7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6163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38" name="Rectangle 31">
            <a:extLst>
              <a:ext uri="{FF2B5EF4-FFF2-40B4-BE49-F238E27FC236}">
                <a16:creationId xmlns:a16="http://schemas.microsoft.com/office/drawing/2014/main" id="{FB60F02E-BDCB-4CDA-B16C-7C233ADB92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2775" y="2357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39" name="Rectangle 32">
            <a:extLst>
              <a:ext uri="{FF2B5EF4-FFF2-40B4-BE49-F238E27FC236}">
                <a16:creationId xmlns:a16="http://schemas.microsoft.com/office/drawing/2014/main" id="{5AFF2A11-0309-472D-A0AA-14370CC6C5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7063" y="22574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40" name="Rectangle 33">
            <a:extLst>
              <a:ext uri="{FF2B5EF4-FFF2-40B4-BE49-F238E27FC236}">
                <a16:creationId xmlns:a16="http://schemas.microsoft.com/office/drawing/2014/main" id="{F74FCA48-13BB-4BFB-8C7A-D06C1A2588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7588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41" name="Rectangle 34">
            <a:extLst>
              <a:ext uri="{FF2B5EF4-FFF2-40B4-BE49-F238E27FC236}">
                <a16:creationId xmlns:a16="http://schemas.microsoft.com/office/drawing/2014/main" id="{2146D992-7FC7-44A5-AE6E-3503C12BB0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6588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42" name="Rectangle 36">
            <a:extLst>
              <a:ext uri="{FF2B5EF4-FFF2-40B4-BE49-F238E27FC236}">
                <a16:creationId xmlns:a16="http://schemas.microsoft.com/office/drawing/2014/main" id="{7CC93327-ED84-4F9B-A529-95DBFA2498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2363" y="2738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43" name="Rectangle 37">
            <a:extLst>
              <a:ext uri="{FF2B5EF4-FFF2-40B4-BE49-F238E27FC236}">
                <a16:creationId xmlns:a16="http://schemas.microsoft.com/office/drawing/2014/main" id="{8346B41F-AE8D-4816-85EA-5962635270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27146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44" name="Rectangle 38">
            <a:extLst>
              <a:ext uri="{FF2B5EF4-FFF2-40B4-BE49-F238E27FC236}">
                <a16:creationId xmlns:a16="http://schemas.microsoft.com/office/drawing/2014/main" id="{E3B019F1-CAC7-4390-8B6B-010DE14B2C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27098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45" name="Rectangle 39">
            <a:extLst>
              <a:ext uri="{FF2B5EF4-FFF2-40B4-BE49-F238E27FC236}">
                <a16:creationId xmlns:a16="http://schemas.microsoft.com/office/drawing/2014/main" id="{51BA2994-55B7-4D0E-A57B-F71BFE9EF3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7038" y="22240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46" name="Rectangle 41">
            <a:extLst>
              <a:ext uri="{FF2B5EF4-FFF2-40B4-BE49-F238E27FC236}">
                <a16:creationId xmlns:a16="http://schemas.microsoft.com/office/drawing/2014/main" id="{1C921E69-1E0C-402F-B066-51F5904272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2913" y="3228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47" name="Rectangle 42">
            <a:extLst>
              <a:ext uri="{FF2B5EF4-FFF2-40B4-BE49-F238E27FC236}">
                <a16:creationId xmlns:a16="http://schemas.microsoft.com/office/drawing/2014/main" id="{68E26472-8231-4B85-8443-98BA3F6437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6675" y="31432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48" name="Rectangle 43">
            <a:extLst>
              <a:ext uri="{FF2B5EF4-FFF2-40B4-BE49-F238E27FC236}">
                <a16:creationId xmlns:a16="http://schemas.microsoft.com/office/drawing/2014/main" id="{75A04946-48A3-45B9-97DB-ABBF4BD0A6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49" name="Rectangle 45">
            <a:extLst>
              <a:ext uri="{FF2B5EF4-FFF2-40B4-BE49-F238E27FC236}">
                <a16:creationId xmlns:a16="http://schemas.microsoft.com/office/drawing/2014/main" id="{B4E27F0C-2FF1-4215-A94E-8E7957B42D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6075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50" name="Rectangle 47">
            <a:extLst>
              <a:ext uri="{FF2B5EF4-FFF2-40B4-BE49-F238E27FC236}">
                <a16:creationId xmlns:a16="http://schemas.microsoft.com/office/drawing/2014/main" id="{4C083185-DD29-4F76-A9FC-576BA54409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4175" y="26241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51" name="Title 1">
            <a:extLst>
              <a:ext uri="{FF2B5EF4-FFF2-40B4-BE49-F238E27FC236}">
                <a16:creationId xmlns:a16="http://schemas.microsoft.com/office/drawing/2014/main" id="{259F4CBF-9AC6-41E9-B842-26E67DC4D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sr-Latn-R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Koliko je izbočina, a koliko udubljenja?</a:t>
            </a:r>
          </a:p>
        </p:txBody>
      </p:sp>
      <p:pic>
        <p:nvPicPr>
          <p:cNvPr id="17452" name="Picture 4" descr="Sjene2.jpg">
            <a:extLst>
              <a:ext uri="{FF2B5EF4-FFF2-40B4-BE49-F238E27FC236}">
                <a16:creationId xmlns:a16="http://schemas.microsoft.com/office/drawing/2014/main" id="{A9626514-742D-45B5-A26C-84E9C36904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16" t="34665" r="7616" b="23895"/>
          <a:stretch>
            <a:fillRect/>
          </a:stretch>
        </p:blipFill>
        <p:spPr bwMode="auto">
          <a:xfrm>
            <a:off x="1200150" y="1400175"/>
            <a:ext cx="6684963" cy="4621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Date Placeholder 2">
            <a:extLst>
              <a:ext uri="{FF2B5EF4-FFF2-40B4-BE49-F238E27FC236}">
                <a16:creationId xmlns:a16="http://schemas.microsoft.com/office/drawing/2014/main" id="{A3648064-35F8-45E9-8DF4-79706F5F367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fld id="{AD126FE8-E283-462D-8743-F75AE7D973FA}" type="datetime1">
              <a:rPr lang="sr-Latn-RS" altLang="sr-Latn-RS" sz="1400" smtClean="0">
                <a:latin typeface="Arial" panose="020B0604020202020204" pitchFamily="34" charset="0"/>
                <a:cs typeface="Arial" panose="020B0604020202020204" pitchFamily="34" charset="0"/>
              </a:rPr>
              <a:t>31.10.2025.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892" name="Slide Number Placeholder 4">
            <a:extLst>
              <a:ext uri="{FF2B5EF4-FFF2-40B4-BE49-F238E27FC236}">
                <a16:creationId xmlns:a16="http://schemas.microsoft.com/office/drawing/2014/main" id="{7B693FEC-1A67-49B0-96C7-5DEEAA24D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fld id="{419F957A-73D6-4FB1-BFB4-525C1F76469B}" type="slidenum">
              <a:rPr lang="en-GB" altLang="sr-Latn-RS" sz="1400"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t>14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008E941C-2D8E-4442-8918-28CED91F74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1850" y="26812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37" name="Rectangle 4">
            <a:extLst>
              <a:ext uri="{FF2B5EF4-FFF2-40B4-BE49-F238E27FC236}">
                <a16:creationId xmlns:a16="http://schemas.microsoft.com/office/drawing/2014/main" id="{585D61B6-35BB-4509-9351-9B8364C045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6574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38" name="Rectangle 5">
            <a:extLst>
              <a:ext uri="{FF2B5EF4-FFF2-40B4-BE49-F238E27FC236}">
                <a16:creationId xmlns:a16="http://schemas.microsoft.com/office/drawing/2014/main" id="{577AC8C8-854E-4505-95B5-088DCE9A9A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3688" y="2519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39" name="Rectangle 6">
            <a:extLst>
              <a:ext uri="{FF2B5EF4-FFF2-40B4-BE49-F238E27FC236}">
                <a16:creationId xmlns:a16="http://schemas.microsoft.com/office/drawing/2014/main" id="{29EA7994-3004-4E00-A259-793EDB71A6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9900" y="2252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40" name="Rectangle 7">
            <a:extLst>
              <a:ext uri="{FF2B5EF4-FFF2-40B4-BE49-F238E27FC236}">
                <a16:creationId xmlns:a16="http://schemas.microsoft.com/office/drawing/2014/main" id="{C5B75B36-DFBE-4F98-AE7A-28AA461657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6538" y="13716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41" name="Rectangle 8">
            <a:extLst>
              <a:ext uri="{FF2B5EF4-FFF2-40B4-BE49-F238E27FC236}">
                <a16:creationId xmlns:a16="http://schemas.microsoft.com/office/drawing/2014/main" id="{9124D067-F1AD-4A91-AD5A-1556A70D34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6650" y="32194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42" name="Rectangle 10">
            <a:extLst>
              <a:ext uri="{FF2B5EF4-FFF2-40B4-BE49-F238E27FC236}">
                <a16:creationId xmlns:a16="http://schemas.microsoft.com/office/drawing/2014/main" id="{335D18A2-A15F-4F92-B8EB-6FEB681C61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2213" y="2466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43" name="Rectangle 11">
            <a:extLst>
              <a:ext uri="{FF2B5EF4-FFF2-40B4-BE49-F238E27FC236}">
                <a16:creationId xmlns:a16="http://schemas.microsoft.com/office/drawing/2014/main" id="{CC808CA0-DAA1-4F19-8962-9B1F8857F6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42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44" name="Rectangle 12">
            <a:extLst>
              <a:ext uri="{FF2B5EF4-FFF2-40B4-BE49-F238E27FC236}">
                <a16:creationId xmlns:a16="http://schemas.microsoft.com/office/drawing/2014/main" id="{1681D832-3F66-492D-B1B5-4D44B66462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1888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45" name="Rectangle 13">
            <a:extLst>
              <a:ext uri="{FF2B5EF4-FFF2-40B4-BE49-F238E27FC236}">
                <a16:creationId xmlns:a16="http://schemas.microsoft.com/office/drawing/2014/main" id="{2502414E-42CC-47CA-B4CF-9AAA79732A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46" name="Rectangle 14">
            <a:extLst>
              <a:ext uri="{FF2B5EF4-FFF2-40B4-BE49-F238E27FC236}">
                <a16:creationId xmlns:a16="http://schemas.microsoft.com/office/drawing/2014/main" id="{FF58C110-FE9D-4822-BF2A-24314A0825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47" name="Rectangle 15">
            <a:extLst>
              <a:ext uri="{FF2B5EF4-FFF2-40B4-BE49-F238E27FC236}">
                <a16:creationId xmlns:a16="http://schemas.microsoft.com/office/drawing/2014/main" id="{84BBD372-EA53-4984-8CCB-79CE461CD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7538" y="22288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48" name="Rectangle 16">
            <a:extLst>
              <a:ext uri="{FF2B5EF4-FFF2-40B4-BE49-F238E27FC236}">
                <a16:creationId xmlns:a16="http://schemas.microsoft.com/office/drawing/2014/main" id="{E88AA40D-0C23-4207-A444-E031552DCF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2300" y="3281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49" name="Rectangle 17">
            <a:extLst>
              <a:ext uri="{FF2B5EF4-FFF2-40B4-BE49-F238E27FC236}">
                <a16:creationId xmlns:a16="http://schemas.microsoft.com/office/drawing/2014/main" id="{BC49E16A-8D08-46E7-B84D-134AB8E1EE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3263" y="32861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50" name="Rectangle 18">
            <a:extLst>
              <a:ext uri="{FF2B5EF4-FFF2-40B4-BE49-F238E27FC236}">
                <a16:creationId xmlns:a16="http://schemas.microsoft.com/office/drawing/2014/main" id="{92A1BB0E-F652-4BF0-AF85-3A810460BF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1338" y="2138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51" name="Rectangle 19">
            <a:extLst>
              <a:ext uri="{FF2B5EF4-FFF2-40B4-BE49-F238E27FC236}">
                <a16:creationId xmlns:a16="http://schemas.microsoft.com/office/drawing/2014/main" id="{913E98F9-7939-4D12-B28F-7BB88F8174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5688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52" name="Rectangle 20">
            <a:extLst>
              <a:ext uri="{FF2B5EF4-FFF2-40B4-BE49-F238E27FC236}">
                <a16:creationId xmlns:a16="http://schemas.microsoft.com/office/drawing/2014/main" id="{581D1829-7EE6-4FC4-BEA9-CED8324C86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5288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53" name="Rectangle 21">
            <a:extLst>
              <a:ext uri="{FF2B5EF4-FFF2-40B4-BE49-F238E27FC236}">
                <a16:creationId xmlns:a16="http://schemas.microsoft.com/office/drawing/2014/main" id="{77F6D3B5-5584-4792-AF11-0CBAACF3C2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3281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54" name="Rectangle 22">
            <a:extLst>
              <a:ext uri="{FF2B5EF4-FFF2-40B4-BE49-F238E27FC236}">
                <a16:creationId xmlns:a16="http://schemas.microsoft.com/office/drawing/2014/main" id="{A6960C40-B1BB-4321-B70C-E7176530E7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5638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55" name="Rectangle 24">
            <a:extLst>
              <a:ext uri="{FF2B5EF4-FFF2-40B4-BE49-F238E27FC236}">
                <a16:creationId xmlns:a16="http://schemas.microsoft.com/office/drawing/2014/main" id="{A427562F-CF26-453F-A0C1-DC8C2202FD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7550" y="2862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56" name="Rectangle 25">
            <a:extLst>
              <a:ext uri="{FF2B5EF4-FFF2-40B4-BE49-F238E27FC236}">
                <a16:creationId xmlns:a16="http://schemas.microsoft.com/office/drawing/2014/main" id="{E5859B14-E257-4172-8315-E93A609544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57" name="Rectangle 26">
            <a:extLst>
              <a:ext uri="{FF2B5EF4-FFF2-40B4-BE49-F238E27FC236}">
                <a16:creationId xmlns:a16="http://schemas.microsoft.com/office/drawing/2014/main" id="{CDED7108-8708-42A8-99B6-D85A104F78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58" name="Rectangle 27">
            <a:extLst>
              <a:ext uri="{FF2B5EF4-FFF2-40B4-BE49-F238E27FC236}">
                <a16:creationId xmlns:a16="http://schemas.microsoft.com/office/drawing/2014/main" id="{659D9D56-885B-4D16-907F-2F94BD7C7D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59" name="Rectangle 28">
            <a:extLst>
              <a:ext uri="{FF2B5EF4-FFF2-40B4-BE49-F238E27FC236}">
                <a16:creationId xmlns:a16="http://schemas.microsoft.com/office/drawing/2014/main" id="{CF83D05F-048E-4603-9EF0-A06CD85C26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4675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60" name="Rectangle 29">
            <a:extLst>
              <a:ext uri="{FF2B5EF4-FFF2-40B4-BE49-F238E27FC236}">
                <a16:creationId xmlns:a16="http://schemas.microsoft.com/office/drawing/2014/main" id="{C2D66FE6-0806-4A30-87C5-7255C53CC4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670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61" name="Rectangle 30">
            <a:extLst>
              <a:ext uri="{FF2B5EF4-FFF2-40B4-BE49-F238E27FC236}">
                <a16:creationId xmlns:a16="http://schemas.microsoft.com/office/drawing/2014/main" id="{3F2695BA-8F78-4C49-ACB6-4C3A562127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6163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62" name="Rectangle 31">
            <a:extLst>
              <a:ext uri="{FF2B5EF4-FFF2-40B4-BE49-F238E27FC236}">
                <a16:creationId xmlns:a16="http://schemas.microsoft.com/office/drawing/2014/main" id="{131932D8-E904-4A6D-9196-6E8F4BF402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2775" y="2357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63" name="Rectangle 32">
            <a:extLst>
              <a:ext uri="{FF2B5EF4-FFF2-40B4-BE49-F238E27FC236}">
                <a16:creationId xmlns:a16="http://schemas.microsoft.com/office/drawing/2014/main" id="{80F8BB07-B7D2-46CC-98B6-078ABB85CD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7063" y="22574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64" name="Rectangle 33">
            <a:extLst>
              <a:ext uri="{FF2B5EF4-FFF2-40B4-BE49-F238E27FC236}">
                <a16:creationId xmlns:a16="http://schemas.microsoft.com/office/drawing/2014/main" id="{7BC8BEA2-20B1-4D5D-8274-25B920F17D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7588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65" name="Rectangle 34">
            <a:extLst>
              <a:ext uri="{FF2B5EF4-FFF2-40B4-BE49-F238E27FC236}">
                <a16:creationId xmlns:a16="http://schemas.microsoft.com/office/drawing/2014/main" id="{1A0B457B-8BBD-4188-812F-4D717A8A93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6588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66" name="Rectangle 36">
            <a:extLst>
              <a:ext uri="{FF2B5EF4-FFF2-40B4-BE49-F238E27FC236}">
                <a16:creationId xmlns:a16="http://schemas.microsoft.com/office/drawing/2014/main" id="{2DA75019-72BA-4488-9790-114E0000A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2363" y="2738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67" name="Rectangle 37">
            <a:extLst>
              <a:ext uri="{FF2B5EF4-FFF2-40B4-BE49-F238E27FC236}">
                <a16:creationId xmlns:a16="http://schemas.microsoft.com/office/drawing/2014/main" id="{FD9E03CF-B1BA-4D1F-A949-449AE0165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27146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68" name="Rectangle 38">
            <a:extLst>
              <a:ext uri="{FF2B5EF4-FFF2-40B4-BE49-F238E27FC236}">
                <a16:creationId xmlns:a16="http://schemas.microsoft.com/office/drawing/2014/main" id="{53702EE9-D4D4-4E61-AF2F-2606A27E27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27098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69" name="Rectangle 39">
            <a:extLst>
              <a:ext uri="{FF2B5EF4-FFF2-40B4-BE49-F238E27FC236}">
                <a16:creationId xmlns:a16="http://schemas.microsoft.com/office/drawing/2014/main" id="{D22E9745-D18E-420D-9C0D-7FB43D00D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7038" y="22240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70" name="Rectangle 41">
            <a:extLst>
              <a:ext uri="{FF2B5EF4-FFF2-40B4-BE49-F238E27FC236}">
                <a16:creationId xmlns:a16="http://schemas.microsoft.com/office/drawing/2014/main" id="{DA63E025-17E7-48B7-9558-1FB24DC15A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2913" y="3228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71" name="Rectangle 42">
            <a:extLst>
              <a:ext uri="{FF2B5EF4-FFF2-40B4-BE49-F238E27FC236}">
                <a16:creationId xmlns:a16="http://schemas.microsoft.com/office/drawing/2014/main" id="{229DC572-2A92-4DED-9049-E4EB68038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6675" y="31432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72" name="Rectangle 43">
            <a:extLst>
              <a:ext uri="{FF2B5EF4-FFF2-40B4-BE49-F238E27FC236}">
                <a16:creationId xmlns:a16="http://schemas.microsoft.com/office/drawing/2014/main" id="{801A4885-F033-41F5-A544-7AE099A4DD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73" name="Rectangle 45">
            <a:extLst>
              <a:ext uri="{FF2B5EF4-FFF2-40B4-BE49-F238E27FC236}">
                <a16:creationId xmlns:a16="http://schemas.microsoft.com/office/drawing/2014/main" id="{93993E60-2AE8-4DB1-AB58-2DB436EB67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6075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74" name="Rectangle 47">
            <a:extLst>
              <a:ext uri="{FF2B5EF4-FFF2-40B4-BE49-F238E27FC236}">
                <a16:creationId xmlns:a16="http://schemas.microsoft.com/office/drawing/2014/main" id="{24AE2B7C-E601-4808-BAD7-C8539640E5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4175" y="26241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75" name="Title 1">
            <a:extLst>
              <a:ext uri="{FF2B5EF4-FFF2-40B4-BE49-F238E27FC236}">
                <a16:creationId xmlns:a16="http://schemas.microsoft.com/office/drawing/2014/main" id="{019F6050-43C0-48BF-B216-0E3DC40C6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sr-Latn-RS"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Koliko je izbočina, a koliko udubljenja?</a:t>
            </a:r>
          </a:p>
        </p:txBody>
      </p:sp>
      <p:pic>
        <p:nvPicPr>
          <p:cNvPr id="46" name="Picture 45" descr="Sjene2.jpg">
            <a:extLst>
              <a:ext uri="{FF2B5EF4-FFF2-40B4-BE49-F238E27FC236}">
                <a16:creationId xmlns:a16="http://schemas.microsoft.com/office/drawing/2014/main" id="{79F954E8-396E-41C8-9A06-5ABFB14050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16" t="23895" r="7616" b="34665"/>
          <a:stretch>
            <a:fillRect/>
          </a:stretch>
        </p:blipFill>
        <p:spPr bwMode="auto">
          <a:xfrm>
            <a:off x="1258888" y="1471613"/>
            <a:ext cx="6684962" cy="4621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0800000">
                                      <p:cBhvr>
                                        <p:cTn id="6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Date Placeholder 2">
            <a:extLst>
              <a:ext uri="{FF2B5EF4-FFF2-40B4-BE49-F238E27FC236}">
                <a16:creationId xmlns:a16="http://schemas.microsoft.com/office/drawing/2014/main" id="{95E92B20-7102-43E7-B5C7-3DFE1AC3144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fld id="{00CA5A59-B6E6-402E-8E3D-5E25098C3696}" type="datetime1">
              <a:rPr lang="sr-Latn-RS" altLang="sr-Latn-RS" sz="1400" smtClean="0">
                <a:latin typeface="Arial" panose="020B0604020202020204" pitchFamily="34" charset="0"/>
                <a:cs typeface="Arial" panose="020B0604020202020204" pitchFamily="34" charset="0"/>
              </a:rPr>
              <a:t>31.10.2025.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892" name="Slide Number Placeholder 4">
            <a:extLst>
              <a:ext uri="{FF2B5EF4-FFF2-40B4-BE49-F238E27FC236}">
                <a16:creationId xmlns:a16="http://schemas.microsoft.com/office/drawing/2014/main" id="{CF441D99-CCA8-4010-9798-9B93C6AE8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fld id="{3A9CE1BC-D6EC-40EE-80F3-7D6B52AD1B84}" type="slidenum">
              <a:rPr lang="en-GB" altLang="sr-Latn-RS" sz="1400"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t>15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069723C3-D5BC-49A2-9271-BBC6356D5D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1850" y="26812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461" name="Rectangle 4">
            <a:extLst>
              <a:ext uri="{FF2B5EF4-FFF2-40B4-BE49-F238E27FC236}">
                <a16:creationId xmlns:a16="http://schemas.microsoft.com/office/drawing/2014/main" id="{FE037C02-AC24-411D-AA8C-9D074EAF8A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6574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462" name="Rectangle 5">
            <a:extLst>
              <a:ext uri="{FF2B5EF4-FFF2-40B4-BE49-F238E27FC236}">
                <a16:creationId xmlns:a16="http://schemas.microsoft.com/office/drawing/2014/main" id="{67DDC220-0F0A-4EBE-B9C7-BD79C2306A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3688" y="2519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463" name="Rectangle 6">
            <a:extLst>
              <a:ext uri="{FF2B5EF4-FFF2-40B4-BE49-F238E27FC236}">
                <a16:creationId xmlns:a16="http://schemas.microsoft.com/office/drawing/2014/main" id="{0AB66858-28B5-442D-8B43-2A39564883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9900" y="2252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464" name="Rectangle 7">
            <a:extLst>
              <a:ext uri="{FF2B5EF4-FFF2-40B4-BE49-F238E27FC236}">
                <a16:creationId xmlns:a16="http://schemas.microsoft.com/office/drawing/2014/main" id="{36B4740A-303B-4730-A278-E03BAD7FF1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6538" y="13716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465" name="Rectangle 8">
            <a:extLst>
              <a:ext uri="{FF2B5EF4-FFF2-40B4-BE49-F238E27FC236}">
                <a16:creationId xmlns:a16="http://schemas.microsoft.com/office/drawing/2014/main" id="{6642FCAB-372E-4748-840C-DB4F94383B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6650" y="32194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466" name="Rectangle 10">
            <a:extLst>
              <a:ext uri="{FF2B5EF4-FFF2-40B4-BE49-F238E27FC236}">
                <a16:creationId xmlns:a16="http://schemas.microsoft.com/office/drawing/2014/main" id="{4A7DE3DE-5637-4CFA-8BA4-F9CB092350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2213" y="2466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467" name="Rectangle 11">
            <a:extLst>
              <a:ext uri="{FF2B5EF4-FFF2-40B4-BE49-F238E27FC236}">
                <a16:creationId xmlns:a16="http://schemas.microsoft.com/office/drawing/2014/main" id="{1B1DF41E-2DD8-4626-8399-357BF35FD6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42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468" name="Rectangle 12">
            <a:extLst>
              <a:ext uri="{FF2B5EF4-FFF2-40B4-BE49-F238E27FC236}">
                <a16:creationId xmlns:a16="http://schemas.microsoft.com/office/drawing/2014/main" id="{7B09110B-D382-41F0-8557-547A2DDC8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1888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469" name="Rectangle 13">
            <a:extLst>
              <a:ext uri="{FF2B5EF4-FFF2-40B4-BE49-F238E27FC236}">
                <a16:creationId xmlns:a16="http://schemas.microsoft.com/office/drawing/2014/main" id="{AA587F32-5FCE-4D26-B521-A7FE9ADD7A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470" name="Rectangle 14">
            <a:extLst>
              <a:ext uri="{FF2B5EF4-FFF2-40B4-BE49-F238E27FC236}">
                <a16:creationId xmlns:a16="http://schemas.microsoft.com/office/drawing/2014/main" id="{5C16792C-C22B-47F3-82F0-F7ED589A8F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471" name="Rectangle 15">
            <a:extLst>
              <a:ext uri="{FF2B5EF4-FFF2-40B4-BE49-F238E27FC236}">
                <a16:creationId xmlns:a16="http://schemas.microsoft.com/office/drawing/2014/main" id="{203F578F-68BE-42EF-8FF7-63CF2A27AE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7538" y="22288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472" name="Rectangle 16">
            <a:extLst>
              <a:ext uri="{FF2B5EF4-FFF2-40B4-BE49-F238E27FC236}">
                <a16:creationId xmlns:a16="http://schemas.microsoft.com/office/drawing/2014/main" id="{C7E8B845-9736-4FA7-84E9-36F8EC96C0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2300" y="3281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473" name="Rectangle 17">
            <a:extLst>
              <a:ext uri="{FF2B5EF4-FFF2-40B4-BE49-F238E27FC236}">
                <a16:creationId xmlns:a16="http://schemas.microsoft.com/office/drawing/2014/main" id="{2C275389-1BEF-4E98-8F20-88CBD95D0B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3263" y="32861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474" name="Rectangle 18">
            <a:extLst>
              <a:ext uri="{FF2B5EF4-FFF2-40B4-BE49-F238E27FC236}">
                <a16:creationId xmlns:a16="http://schemas.microsoft.com/office/drawing/2014/main" id="{7F101899-2155-4B03-80A2-1AA44EE4E7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1338" y="2138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475" name="Rectangle 19">
            <a:extLst>
              <a:ext uri="{FF2B5EF4-FFF2-40B4-BE49-F238E27FC236}">
                <a16:creationId xmlns:a16="http://schemas.microsoft.com/office/drawing/2014/main" id="{D4704CEB-83D4-44B7-AF5B-CE0560884B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5688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476" name="Rectangle 20">
            <a:extLst>
              <a:ext uri="{FF2B5EF4-FFF2-40B4-BE49-F238E27FC236}">
                <a16:creationId xmlns:a16="http://schemas.microsoft.com/office/drawing/2014/main" id="{2E9B6FA4-EC21-407A-9B71-0C44FEFC10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5288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477" name="Rectangle 21">
            <a:extLst>
              <a:ext uri="{FF2B5EF4-FFF2-40B4-BE49-F238E27FC236}">
                <a16:creationId xmlns:a16="http://schemas.microsoft.com/office/drawing/2014/main" id="{73259FE1-F827-4B4B-BA02-E36AEADE7F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3281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478" name="Rectangle 22">
            <a:extLst>
              <a:ext uri="{FF2B5EF4-FFF2-40B4-BE49-F238E27FC236}">
                <a16:creationId xmlns:a16="http://schemas.microsoft.com/office/drawing/2014/main" id="{F0E287C1-9BEC-439A-9737-D3CBB86793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5638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479" name="Rectangle 24">
            <a:extLst>
              <a:ext uri="{FF2B5EF4-FFF2-40B4-BE49-F238E27FC236}">
                <a16:creationId xmlns:a16="http://schemas.microsoft.com/office/drawing/2014/main" id="{73603172-C577-4954-B1E6-7E12A9458D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7550" y="2862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480" name="Rectangle 25">
            <a:extLst>
              <a:ext uri="{FF2B5EF4-FFF2-40B4-BE49-F238E27FC236}">
                <a16:creationId xmlns:a16="http://schemas.microsoft.com/office/drawing/2014/main" id="{3FBEC76F-A873-4046-BFFE-1712E59D46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481" name="Rectangle 26">
            <a:extLst>
              <a:ext uri="{FF2B5EF4-FFF2-40B4-BE49-F238E27FC236}">
                <a16:creationId xmlns:a16="http://schemas.microsoft.com/office/drawing/2014/main" id="{9682CE97-7DAB-4041-9843-1D7BEDDA2A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482" name="Rectangle 27">
            <a:extLst>
              <a:ext uri="{FF2B5EF4-FFF2-40B4-BE49-F238E27FC236}">
                <a16:creationId xmlns:a16="http://schemas.microsoft.com/office/drawing/2014/main" id="{51557AAB-38E3-4175-B875-942D9FAF31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483" name="Rectangle 28">
            <a:extLst>
              <a:ext uri="{FF2B5EF4-FFF2-40B4-BE49-F238E27FC236}">
                <a16:creationId xmlns:a16="http://schemas.microsoft.com/office/drawing/2014/main" id="{5719440E-5BBE-4F7A-9D10-4A5E7F3AFD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4675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484" name="Rectangle 29">
            <a:extLst>
              <a:ext uri="{FF2B5EF4-FFF2-40B4-BE49-F238E27FC236}">
                <a16:creationId xmlns:a16="http://schemas.microsoft.com/office/drawing/2014/main" id="{D5BE8784-FBD4-4DF2-8EF2-7602F6425D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670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485" name="Rectangle 30">
            <a:extLst>
              <a:ext uri="{FF2B5EF4-FFF2-40B4-BE49-F238E27FC236}">
                <a16:creationId xmlns:a16="http://schemas.microsoft.com/office/drawing/2014/main" id="{E56040E2-5DDC-4A5C-9146-A6072573CE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6163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486" name="Rectangle 31">
            <a:extLst>
              <a:ext uri="{FF2B5EF4-FFF2-40B4-BE49-F238E27FC236}">
                <a16:creationId xmlns:a16="http://schemas.microsoft.com/office/drawing/2014/main" id="{8B10BC36-EF66-4E04-BFEB-40F68C9846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2775" y="2357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487" name="Rectangle 32">
            <a:extLst>
              <a:ext uri="{FF2B5EF4-FFF2-40B4-BE49-F238E27FC236}">
                <a16:creationId xmlns:a16="http://schemas.microsoft.com/office/drawing/2014/main" id="{1EA46690-4231-4AD7-B2A1-E600339019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7063" y="22574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488" name="Rectangle 33">
            <a:extLst>
              <a:ext uri="{FF2B5EF4-FFF2-40B4-BE49-F238E27FC236}">
                <a16:creationId xmlns:a16="http://schemas.microsoft.com/office/drawing/2014/main" id="{78FDE2C5-95C9-4557-B467-5E1D7F4CC4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7588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489" name="Rectangle 34">
            <a:extLst>
              <a:ext uri="{FF2B5EF4-FFF2-40B4-BE49-F238E27FC236}">
                <a16:creationId xmlns:a16="http://schemas.microsoft.com/office/drawing/2014/main" id="{2E4CCCE9-245D-45E6-8F0C-C5AE12B492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6588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490" name="Rectangle 36">
            <a:extLst>
              <a:ext uri="{FF2B5EF4-FFF2-40B4-BE49-F238E27FC236}">
                <a16:creationId xmlns:a16="http://schemas.microsoft.com/office/drawing/2014/main" id="{4D742A2D-D636-437C-973F-62C63622A6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2363" y="2738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491" name="Rectangle 37">
            <a:extLst>
              <a:ext uri="{FF2B5EF4-FFF2-40B4-BE49-F238E27FC236}">
                <a16:creationId xmlns:a16="http://schemas.microsoft.com/office/drawing/2014/main" id="{D3E2A24F-4979-40F3-9795-04B1DBA7D7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27146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492" name="Rectangle 38">
            <a:extLst>
              <a:ext uri="{FF2B5EF4-FFF2-40B4-BE49-F238E27FC236}">
                <a16:creationId xmlns:a16="http://schemas.microsoft.com/office/drawing/2014/main" id="{C4086BEB-1B9E-4478-9CF5-E005E68A5C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27098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493" name="Rectangle 39">
            <a:extLst>
              <a:ext uri="{FF2B5EF4-FFF2-40B4-BE49-F238E27FC236}">
                <a16:creationId xmlns:a16="http://schemas.microsoft.com/office/drawing/2014/main" id="{FDB16933-701E-4FAB-B05A-747DD9B4D3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7038" y="22240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494" name="Rectangle 41">
            <a:extLst>
              <a:ext uri="{FF2B5EF4-FFF2-40B4-BE49-F238E27FC236}">
                <a16:creationId xmlns:a16="http://schemas.microsoft.com/office/drawing/2014/main" id="{0F78A887-B5AF-45D3-9C79-33133BB263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2913" y="3228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495" name="Rectangle 42">
            <a:extLst>
              <a:ext uri="{FF2B5EF4-FFF2-40B4-BE49-F238E27FC236}">
                <a16:creationId xmlns:a16="http://schemas.microsoft.com/office/drawing/2014/main" id="{D7D069FC-2410-446A-A19F-44B581CA3C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6675" y="31432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496" name="Rectangle 43">
            <a:extLst>
              <a:ext uri="{FF2B5EF4-FFF2-40B4-BE49-F238E27FC236}">
                <a16:creationId xmlns:a16="http://schemas.microsoft.com/office/drawing/2014/main" id="{6C7AF5F1-EF83-43F7-9CA7-12B3E24324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497" name="Rectangle 45">
            <a:extLst>
              <a:ext uri="{FF2B5EF4-FFF2-40B4-BE49-F238E27FC236}">
                <a16:creationId xmlns:a16="http://schemas.microsoft.com/office/drawing/2014/main" id="{D63AEAAB-D9C0-45EE-8883-4AF31DE5B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6075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498" name="Rectangle 47">
            <a:extLst>
              <a:ext uri="{FF2B5EF4-FFF2-40B4-BE49-F238E27FC236}">
                <a16:creationId xmlns:a16="http://schemas.microsoft.com/office/drawing/2014/main" id="{E5327622-4115-4584-B597-E60CCDE608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4175" y="26241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9499" name="Picture 4" descr="Sjene2.jpg">
            <a:extLst>
              <a:ext uri="{FF2B5EF4-FFF2-40B4-BE49-F238E27FC236}">
                <a16:creationId xmlns:a16="http://schemas.microsoft.com/office/drawing/2014/main" id="{5C955E43-BD7D-4B37-B3E0-312DF945C4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665" t="7616" r="23895" b="7616"/>
          <a:stretch>
            <a:fillRect/>
          </a:stretch>
        </p:blipFill>
        <p:spPr bwMode="auto">
          <a:xfrm>
            <a:off x="4618038" y="260350"/>
            <a:ext cx="4057650" cy="5868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500" name="TextBox 2">
            <a:extLst>
              <a:ext uri="{FF2B5EF4-FFF2-40B4-BE49-F238E27FC236}">
                <a16:creationId xmlns:a16="http://schemas.microsoft.com/office/drawing/2014/main" id="{BB220145-1628-4E91-BF7B-2ED6089A6D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765175"/>
            <a:ext cx="3405187" cy="323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hr-HR" altLang="sr-Latn-RS" sz="2400">
                <a:latin typeface="Arial" panose="020B0604020202020204" pitchFamily="34" charset="0"/>
                <a:cs typeface="Arial" panose="020B0604020202020204" pitchFamily="34" charset="0"/>
              </a:rPr>
              <a:t>Nakosite glavu za 90</a:t>
            </a:r>
            <a:r>
              <a:rPr lang="hr-HR" altLang="sr-Latn-RS" sz="2400" baseline="3000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hr-HR" altLang="sr-Latn-RS" sz="24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hr-HR" altLang="sr-Latn-RS" sz="2400">
                <a:latin typeface="Arial" panose="020B0604020202020204" pitchFamily="34" charset="0"/>
                <a:cs typeface="Arial" panose="020B0604020202020204" pitchFamily="34" charset="0"/>
              </a:rPr>
              <a:t>udesno.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hr-HR" altLang="sr-Latn-RS" sz="2400">
                <a:latin typeface="Arial" panose="020B0604020202020204" pitchFamily="34" charset="0"/>
                <a:cs typeface="Arial" panose="020B0604020202020204" pitchFamily="34" charset="0"/>
              </a:rPr>
              <a:t>Koliko je sada izbočina,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hr-HR" altLang="sr-Latn-RS" sz="2400">
                <a:latin typeface="Arial" panose="020B0604020202020204" pitchFamily="34" charset="0"/>
                <a:cs typeface="Arial" panose="020B0604020202020204" pitchFamily="34" charset="0"/>
              </a:rPr>
              <a:t>a koliko udubina?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BFA3406-27A4-4722-B2D5-025EAC8348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050" y="4221163"/>
            <a:ext cx="3559175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hr-HR" altLang="sr-Latn-RS" sz="2400">
                <a:latin typeface="Arial" panose="020B0604020202020204" pitchFamily="34" charset="0"/>
                <a:cs typeface="Arial" panose="020B0604020202020204" pitchFamily="34" charset="0"/>
              </a:rPr>
              <a:t>Mozak pretpostavlja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hr-HR" altLang="sr-Latn-RS" sz="2400">
                <a:latin typeface="Arial" panose="020B0604020202020204" pitchFamily="34" charset="0"/>
                <a:cs typeface="Arial" panose="020B0604020202020204" pitchFamily="34" charset="0"/>
              </a:rPr>
              <a:t>da svjetlo dolazi s gornje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hr-HR" altLang="sr-Latn-RS" sz="2400">
                <a:latin typeface="Arial" panose="020B0604020202020204" pitchFamily="34" charset="0"/>
                <a:cs typeface="Arial" panose="020B0604020202020204" pitchFamily="34" charset="0"/>
              </a:rPr>
              <a:t>strane vidnog polja!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4063F3DA-57F0-4599-A119-E4510CFD23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OKO</a:t>
            </a:r>
            <a:endParaRPr lang="en-GB" altLang="sr-Latn-RS" sz="28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483" name="Date Placeholder 2">
            <a:extLst>
              <a:ext uri="{FF2B5EF4-FFF2-40B4-BE49-F238E27FC236}">
                <a16:creationId xmlns:a16="http://schemas.microsoft.com/office/drawing/2014/main" id="{4CE9FF1B-2401-4742-B721-768019329CD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fld id="{8D0390B6-CE42-4ED9-BC7C-6B1C47C3E3F4}" type="datetime1">
              <a:rPr lang="sr-Latn-RS" altLang="sr-Latn-RS" sz="1400" smtClean="0">
                <a:latin typeface="Arial" panose="020B0604020202020204" pitchFamily="34" charset="0"/>
                <a:cs typeface="Arial" panose="020B0604020202020204" pitchFamily="34" charset="0"/>
              </a:rPr>
              <a:t>31.10.2025.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012" name="Slide Number Placeholder 4">
            <a:extLst>
              <a:ext uri="{FF2B5EF4-FFF2-40B4-BE49-F238E27FC236}">
                <a16:creationId xmlns:a16="http://schemas.microsoft.com/office/drawing/2014/main" id="{D19B2BFE-128B-4723-89ED-FA11CF9BD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fld id="{60CFBAA6-7F09-46CA-807A-6F9184196184}" type="slidenum">
              <a:rPr lang="en-GB" altLang="sr-Latn-RS" sz="1400"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t>16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485" name="Rectangle 3">
            <a:extLst>
              <a:ext uri="{FF2B5EF4-FFF2-40B4-BE49-F238E27FC236}">
                <a16:creationId xmlns:a16="http://schemas.microsoft.com/office/drawing/2014/main" id="{54A63396-9EA4-4D23-A3D8-46E1338E81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1850" y="26812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486" name="Rectangle 4">
            <a:extLst>
              <a:ext uri="{FF2B5EF4-FFF2-40B4-BE49-F238E27FC236}">
                <a16:creationId xmlns:a16="http://schemas.microsoft.com/office/drawing/2014/main" id="{A280CC2E-E814-4B1E-BDC0-73CE4EA1D2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6574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487" name="Rectangle 5">
            <a:extLst>
              <a:ext uri="{FF2B5EF4-FFF2-40B4-BE49-F238E27FC236}">
                <a16:creationId xmlns:a16="http://schemas.microsoft.com/office/drawing/2014/main" id="{C1E04F20-2EBD-477A-B8ED-DA6DD5CF15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3688" y="2519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488" name="Rectangle 6">
            <a:extLst>
              <a:ext uri="{FF2B5EF4-FFF2-40B4-BE49-F238E27FC236}">
                <a16:creationId xmlns:a16="http://schemas.microsoft.com/office/drawing/2014/main" id="{EAEF6C7A-B7DA-4DCD-8F2B-DCCCEFA5F9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9900" y="2252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489" name="Rectangle 7">
            <a:extLst>
              <a:ext uri="{FF2B5EF4-FFF2-40B4-BE49-F238E27FC236}">
                <a16:creationId xmlns:a16="http://schemas.microsoft.com/office/drawing/2014/main" id="{497DCA3F-BC35-49C3-BAA0-CE550A9EC5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6538" y="13716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490" name="Rectangle 8">
            <a:extLst>
              <a:ext uri="{FF2B5EF4-FFF2-40B4-BE49-F238E27FC236}">
                <a16:creationId xmlns:a16="http://schemas.microsoft.com/office/drawing/2014/main" id="{8E790625-E7E6-48A5-8BC0-F3ADDEC708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6650" y="32194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491" name="Rectangle 10">
            <a:extLst>
              <a:ext uri="{FF2B5EF4-FFF2-40B4-BE49-F238E27FC236}">
                <a16:creationId xmlns:a16="http://schemas.microsoft.com/office/drawing/2014/main" id="{7E8CAF75-D163-407D-8B13-2EBC2C930F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2213" y="2466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492" name="Rectangle 11">
            <a:extLst>
              <a:ext uri="{FF2B5EF4-FFF2-40B4-BE49-F238E27FC236}">
                <a16:creationId xmlns:a16="http://schemas.microsoft.com/office/drawing/2014/main" id="{60DB5941-3A44-48C9-9528-F82D105BE9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42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493" name="Rectangle 12">
            <a:extLst>
              <a:ext uri="{FF2B5EF4-FFF2-40B4-BE49-F238E27FC236}">
                <a16:creationId xmlns:a16="http://schemas.microsoft.com/office/drawing/2014/main" id="{BC10A4AD-8787-41B5-A0CE-7CEE3098C5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1888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494" name="Rectangle 13">
            <a:extLst>
              <a:ext uri="{FF2B5EF4-FFF2-40B4-BE49-F238E27FC236}">
                <a16:creationId xmlns:a16="http://schemas.microsoft.com/office/drawing/2014/main" id="{7C0D1738-8ECB-4B73-BF2D-F784A56738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495" name="Rectangle 14">
            <a:extLst>
              <a:ext uri="{FF2B5EF4-FFF2-40B4-BE49-F238E27FC236}">
                <a16:creationId xmlns:a16="http://schemas.microsoft.com/office/drawing/2014/main" id="{46EF35CC-AF93-41D4-BAAE-6592A0F75C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496" name="Rectangle 15">
            <a:extLst>
              <a:ext uri="{FF2B5EF4-FFF2-40B4-BE49-F238E27FC236}">
                <a16:creationId xmlns:a16="http://schemas.microsoft.com/office/drawing/2014/main" id="{858EC2B5-03ED-4B92-82CA-36057F42ED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7538" y="22288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497" name="Rectangle 16">
            <a:extLst>
              <a:ext uri="{FF2B5EF4-FFF2-40B4-BE49-F238E27FC236}">
                <a16:creationId xmlns:a16="http://schemas.microsoft.com/office/drawing/2014/main" id="{CB984C33-89AC-45C8-A44A-5EFB9972E9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2300" y="3281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498" name="Rectangle 17">
            <a:extLst>
              <a:ext uri="{FF2B5EF4-FFF2-40B4-BE49-F238E27FC236}">
                <a16:creationId xmlns:a16="http://schemas.microsoft.com/office/drawing/2014/main" id="{42BB6ABF-82CB-4127-937D-2F771F5970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3263" y="32861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499" name="Rectangle 18">
            <a:extLst>
              <a:ext uri="{FF2B5EF4-FFF2-40B4-BE49-F238E27FC236}">
                <a16:creationId xmlns:a16="http://schemas.microsoft.com/office/drawing/2014/main" id="{6D078829-4E1A-4A4E-8A85-3E87F3AC04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1338" y="2138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500" name="Rectangle 19">
            <a:extLst>
              <a:ext uri="{FF2B5EF4-FFF2-40B4-BE49-F238E27FC236}">
                <a16:creationId xmlns:a16="http://schemas.microsoft.com/office/drawing/2014/main" id="{51B36E55-A386-4F63-9EDA-4718529EDC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5688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501" name="Rectangle 20">
            <a:extLst>
              <a:ext uri="{FF2B5EF4-FFF2-40B4-BE49-F238E27FC236}">
                <a16:creationId xmlns:a16="http://schemas.microsoft.com/office/drawing/2014/main" id="{C4F6A4B7-C0A0-4DB1-8CD0-09FE2DC303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5288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502" name="Rectangle 21">
            <a:extLst>
              <a:ext uri="{FF2B5EF4-FFF2-40B4-BE49-F238E27FC236}">
                <a16:creationId xmlns:a16="http://schemas.microsoft.com/office/drawing/2014/main" id="{8EA309DB-725D-4FAE-ABBF-4D129DF351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3281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503" name="Rectangle 22">
            <a:extLst>
              <a:ext uri="{FF2B5EF4-FFF2-40B4-BE49-F238E27FC236}">
                <a16:creationId xmlns:a16="http://schemas.microsoft.com/office/drawing/2014/main" id="{09DD00D6-F33C-4CC0-862E-59AEC4327B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5638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504" name="Rectangle 23">
            <a:extLst>
              <a:ext uri="{FF2B5EF4-FFF2-40B4-BE49-F238E27FC236}">
                <a16:creationId xmlns:a16="http://schemas.microsoft.com/office/drawing/2014/main" id="{1557D340-AC69-4000-93F4-5643B59D25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5450" y="27955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505" name="Rectangle 24">
            <a:extLst>
              <a:ext uri="{FF2B5EF4-FFF2-40B4-BE49-F238E27FC236}">
                <a16:creationId xmlns:a16="http://schemas.microsoft.com/office/drawing/2014/main" id="{6BEEDE6D-B7FB-468F-ADCD-37E246B024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7550" y="2862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506" name="Rectangle 25">
            <a:extLst>
              <a:ext uri="{FF2B5EF4-FFF2-40B4-BE49-F238E27FC236}">
                <a16:creationId xmlns:a16="http://schemas.microsoft.com/office/drawing/2014/main" id="{3F58F49B-54D5-4B16-98D9-F9CC1B6665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507" name="Rectangle 26">
            <a:extLst>
              <a:ext uri="{FF2B5EF4-FFF2-40B4-BE49-F238E27FC236}">
                <a16:creationId xmlns:a16="http://schemas.microsoft.com/office/drawing/2014/main" id="{BDB9615F-BF86-4BE0-AA98-466FEEE14A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508" name="Rectangle 27">
            <a:extLst>
              <a:ext uri="{FF2B5EF4-FFF2-40B4-BE49-F238E27FC236}">
                <a16:creationId xmlns:a16="http://schemas.microsoft.com/office/drawing/2014/main" id="{C8F3B1F6-F433-4A0A-B651-471E0F8405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509" name="Rectangle 28">
            <a:extLst>
              <a:ext uri="{FF2B5EF4-FFF2-40B4-BE49-F238E27FC236}">
                <a16:creationId xmlns:a16="http://schemas.microsoft.com/office/drawing/2014/main" id="{CA27ECE1-AB47-4967-8F60-76C733FADC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4675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510" name="Rectangle 29">
            <a:extLst>
              <a:ext uri="{FF2B5EF4-FFF2-40B4-BE49-F238E27FC236}">
                <a16:creationId xmlns:a16="http://schemas.microsoft.com/office/drawing/2014/main" id="{4A05D23C-42D7-4170-AA87-2A5795E5D0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670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511" name="Rectangle 30">
            <a:extLst>
              <a:ext uri="{FF2B5EF4-FFF2-40B4-BE49-F238E27FC236}">
                <a16:creationId xmlns:a16="http://schemas.microsoft.com/office/drawing/2014/main" id="{67FE75B6-5D74-4570-9B73-879F3CEAEE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6163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512" name="Rectangle 31">
            <a:extLst>
              <a:ext uri="{FF2B5EF4-FFF2-40B4-BE49-F238E27FC236}">
                <a16:creationId xmlns:a16="http://schemas.microsoft.com/office/drawing/2014/main" id="{D135E165-BF87-4554-A0EB-54E14F746E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2775" y="2357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513" name="Rectangle 32">
            <a:extLst>
              <a:ext uri="{FF2B5EF4-FFF2-40B4-BE49-F238E27FC236}">
                <a16:creationId xmlns:a16="http://schemas.microsoft.com/office/drawing/2014/main" id="{317AC86A-B7CE-4F34-AF2E-2728730EAF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7063" y="22574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514" name="Rectangle 33">
            <a:extLst>
              <a:ext uri="{FF2B5EF4-FFF2-40B4-BE49-F238E27FC236}">
                <a16:creationId xmlns:a16="http://schemas.microsoft.com/office/drawing/2014/main" id="{124416CB-984C-418B-AA70-8C3E51411D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7588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515" name="Rectangle 34">
            <a:extLst>
              <a:ext uri="{FF2B5EF4-FFF2-40B4-BE49-F238E27FC236}">
                <a16:creationId xmlns:a16="http://schemas.microsoft.com/office/drawing/2014/main" id="{C310873E-F602-4404-88DD-BCA488BBE2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6588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516" name="Rectangle 35">
            <a:extLst>
              <a:ext uri="{FF2B5EF4-FFF2-40B4-BE49-F238E27FC236}">
                <a16:creationId xmlns:a16="http://schemas.microsoft.com/office/drawing/2014/main" id="{8A5781EB-98D1-4E21-84E9-CF9AF29B1C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1238" y="22002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517" name="Rectangle 36">
            <a:extLst>
              <a:ext uri="{FF2B5EF4-FFF2-40B4-BE49-F238E27FC236}">
                <a16:creationId xmlns:a16="http://schemas.microsoft.com/office/drawing/2014/main" id="{5A0FC1D8-1734-4FF1-9817-ABE6E5F236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2363" y="2738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518" name="Rectangle 37">
            <a:extLst>
              <a:ext uri="{FF2B5EF4-FFF2-40B4-BE49-F238E27FC236}">
                <a16:creationId xmlns:a16="http://schemas.microsoft.com/office/drawing/2014/main" id="{4944952A-E99C-4885-A63A-E0AF755188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27146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519" name="Rectangle 38">
            <a:extLst>
              <a:ext uri="{FF2B5EF4-FFF2-40B4-BE49-F238E27FC236}">
                <a16:creationId xmlns:a16="http://schemas.microsoft.com/office/drawing/2014/main" id="{8D7A7481-CDB8-442B-8F1D-973A1F6F47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27098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520" name="Rectangle 39">
            <a:extLst>
              <a:ext uri="{FF2B5EF4-FFF2-40B4-BE49-F238E27FC236}">
                <a16:creationId xmlns:a16="http://schemas.microsoft.com/office/drawing/2014/main" id="{1DE8F8CB-B14A-4BE5-8741-F4D9B1D57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7038" y="22240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521" name="Rectangle 40">
            <a:extLst>
              <a:ext uri="{FF2B5EF4-FFF2-40B4-BE49-F238E27FC236}">
                <a16:creationId xmlns:a16="http://schemas.microsoft.com/office/drawing/2014/main" id="{45844305-F249-400C-B349-3E3ABF6A9D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2638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522" name="Rectangle 41">
            <a:extLst>
              <a:ext uri="{FF2B5EF4-FFF2-40B4-BE49-F238E27FC236}">
                <a16:creationId xmlns:a16="http://schemas.microsoft.com/office/drawing/2014/main" id="{2DD38743-91F8-423F-A3C0-0BE7BA8A0A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2913" y="3228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523" name="Rectangle 42">
            <a:extLst>
              <a:ext uri="{FF2B5EF4-FFF2-40B4-BE49-F238E27FC236}">
                <a16:creationId xmlns:a16="http://schemas.microsoft.com/office/drawing/2014/main" id="{E71523B1-988A-4DF1-B1F3-DD4F3D95A1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6675" y="31432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524" name="Rectangle 43">
            <a:extLst>
              <a:ext uri="{FF2B5EF4-FFF2-40B4-BE49-F238E27FC236}">
                <a16:creationId xmlns:a16="http://schemas.microsoft.com/office/drawing/2014/main" id="{4329F9BF-98F0-4568-AD93-1F8CA4FEB2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525" name="Rectangle 45">
            <a:extLst>
              <a:ext uri="{FF2B5EF4-FFF2-40B4-BE49-F238E27FC236}">
                <a16:creationId xmlns:a16="http://schemas.microsoft.com/office/drawing/2014/main" id="{785983C5-F120-4379-A0CB-4E89DB201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6075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526" name="Text Box 46">
            <a:extLst>
              <a:ext uri="{FF2B5EF4-FFF2-40B4-BE49-F238E27FC236}">
                <a16:creationId xmlns:a16="http://schemas.microsoft.com/office/drawing/2014/main" id="{9E3888F7-394C-4284-8572-0F979DD655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1643063"/>
            <a:ext cx="8077200" cy="4246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hr-HR" altLang="sr-Latn-RS" sz="2400">
                <a:latin typeface="Arial" panose="020B0604020202020204" pitchFamily="34" charset="0"/>
                <a:cs typeface="Arial" panose="020B0604020202020204" pitchFamily="34" charset="0"/>
              </a:rPr>
              <a:t>Neki linkovi: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Slijepa pjega: </a:t>
            </a: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http://serendip.brynmawr.edu/bb/blindspot/</a:t>
            </a:r>
            <a:endParaRPr lang="hr-HR" altLang="sr-Latn-R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Sjenčanje: </a:t>
            </a: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http://anstislab.ucsd.edu/files/2012/12/fashionandshadowspdf.pdf</a:t>
            </a:r>
            <a:endParaRPr lang="hr-HR" altLang="sr-Latn-R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Tko se kreće?: </a:t>
            </a: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http://gandalf.psych.umn.edu/users/kersten/kersten-lab/demos/BallInaBox.mov</a:t>
            </a:r>
            <a:endParaRPr lang="hr-HR" altLang="sr-Latn-R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Svjetlina i luminacija: </a:t>
            </a: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http://web.mit.edu/persci/people/adelson/checkershadow_illusion.html</a:t>
            </a:r>
            <a:endParaRPr lang="hr-HR" altLang="sr-Latn-R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527" name="Rectangle 47">
            <a:extLst>
              <a:ext uri="{FF2B5EF4-FFF2-40B4-BE49-F238E27FC236}">
                <a16:creationId xmlns:a16="http://schemas.microsoft.com/office/drawing/2014/main" id="{AF9EA487-FE12-450F-8A47-DE5FE6CA9C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4175" y="26241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168191AF-B6E1-46F0-9058-C73C956C15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Modeli osvjetljavanja</a:t>
            </a:r>
            <a:r>
              <a:rPr lang="en-GB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1507" name="Date Placeholder 2">
            <a:extLst>
              <a:ext uri="{FF2B5EF4-FFF2-40B4-BE49-F238E27FC236}">
                <a16:creationId xmlns:a16="http://schemas.microsoft.com/office/drawing/2014/main" id="{8902D662-5E54-4570-BB0A-2BF6952C1E3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fld id="{203E00A9-8E67-465C-A83C-3FDB92CCAF51}" type="datetime1">
              <a:rPr lang="sr-Latn-RS" altLang="sr-Latn-RS" sz="1400" smtClean="0">
                <a:latin typeface="Arial" panose="020B0604020202020204" pitchFamily="34" charset="0"/>
                <a:cs typeface="Arial" panose="020B0604020202020204" pitchFamily="34" charset="0"/>
              </a:rPr>
              <a:t>31.10.2025.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036" name="Slide Number Placeholder 4">
            <a:extLst>
              <a:ext uri="{FF2B5EF4-FFF2-40B4-BE49-F238E27FC236}">
                <a16:creationId xmlns:a16="http://schemas.microsoft.com/office/drawing/2014/main" id="{61BEEC8C-B8FE-40FA-8C1E-9BF5BE302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fld id="{F612CA24-5D3C-472E-9A60-1216A7A0A2DC}" type="slidenum">
              <a:rPr lang="en-GB" altLang="sr-Latn-RS" sz="1400"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t>17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509" name="Rectangle 3">
            <a:extLst>
              <a:ext uri="{FF2B5EF4-FFF2-40B4-BE49-F238E27FC236}">
                <a16:creationId xmlns:a16="http://schemas.microsoft.com/office/drawing/2014/main" id="{99D20C2F-8DC5-4E91-A08B-2447BE4099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1850" y="26812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510" name="Rectangle 4">
            <a:extLst>
              <a:ext uri="{FF2B5EF4-FFF2-40B4-BE49-F238E27FC236}">
                <a16:creationId xmlns:a16="http://schemas.microsoft.com/office/drawing/2014/main" id="{890C3F61-6680-4D1C-B174-AC550C664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6574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511" name="Rectangle 5">
            <a:extLst>
              <a:ext uri="{FF2B5EF4-FFF2-40B4-BE49-F238E27FC236}">
                <a16:creationId xmlns:a16="http://schemas.microsoft.com/office/drawing/2014/main" id="{690DC593-5C9A-468A-BD24-EF937CB7C3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3688" y="2519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512" name="Rectangle 6">
            <a:extLst>
              <a:ext uri="{FF2B5EF4-FFF2-40B4-BE49-F238E27FC236}">
                <a16:creationId xmlns:a16="http://schemas.microsoft.com/office/drawing/2014/main" id="{66A6E1B0-6992-4F54-B371-197326FDE0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9900" y="2252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513" name="Rectangle 7">
            <a:extLst>
              <a:ext uri="{FF2B5EF4-FFF2-40B4-BE49-F238E27FC236}">
                <a16:creationId xmlns:a16="http://schemas.microsoft.com/office/drawing/2014/main" id="{BADB4273-4EED-45F4-8D46-11F29646F0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6538" y="13716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514" name="Rectangle 8">
            <a:extLst>
              <a:ext uri="{FF2B5EF4-FFF2-40B4-BE49-F238E27FC236}">
                <a16:creationId xmlns:a16="http://schemas.microsoft.com/office/drawing/2014/main" id="{1578F1C9-4224-4D69-80C5-064ECEC6E1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6650" y="32194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515" name="Rectangle 9">
            <a:extLst>
              <a:ext uri="{FF2B5EF4-FFF2-40B4-BE49-F238E27FC236}">
                <a16:creationId xmlns:a16="http://schemas.microsoft.com/office/drawing/2014/main" id="{F96A7FA6-F096-4234-A314-6E170C8A6B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2213" y="2466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516" name="Rectangle 10">
            <a:extLst>
              <a:ext uri="{FF2B5EF4-FFF2-40B4-BE49-F238E27FC236}">
                <a16:creationId xmlns:a16="http://schemas.microsoft.com/office/drawing/2014/main" id="{6F312258-82D8-4746-943B-0ADA5CBC66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42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517" name="Rectangle 11">
            <a:extLst>
              <a:ext uri="{FF2B5EF4-FFF2-40B4-BE49-F238E27FC236}">
                <a16:creationId xmlns:a16="http://schemas.microsoft.com/office/drawing/2014/main" id="{464D990E-F141-4035-BFBA-DDFB92C8F9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1888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518" name="Rectangle 12">
            <a:extLst>
              <a:ext uri="{FF2B5EF4-FFF2-40B4-BE49-F238E27FC236}">
                <a16:creationId xmlns:a16="http://schemas.microsoft.com/office/drawing/2014/main" id="{EC1E6A95-E11F-4D87-9A80-C357E6264A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519" name="Rectangle 13">
            <a:extLst>
              <a:ext uri="{FF2B5EF4-FFF2-40B4-BE49-F238E27FC236}">
                <a16:creationId xmlns:a16="http://schemas.microsoft.com/office/drawing/2014/main" id="{04A4F954-0155-40B3-B226-23B7E23C35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520" name="Rectangle 14">
            <a:extLst>
              <a:ext uri="{FF2B5EF4-FFF2-40B4-BE49-F238E27FC236}">
                <a16:creationId xmlns:a16="http://schemas.microsoft.com/office/drawing/2014/main" id="{2D890AF6-80EE-4E38-A242-4D9C918D79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7538" y="22288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521" name="Rectangle 15">
            <a:extLst>
              <a:ext uri="{FF2B5EF4-FFF2-40B4-BE49-F238E27FC236}">
                <a16:creationId xmlns:a16="http://schemas.microsoft.com/office/drawing/2014/main" id="{4A2CC45D-9D50-4728-B2B0-FBDB78459F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2300" y="3281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522" name="Rectangle 16">
            <a:extLst>
              <a:ext uri="{FF2B5EF4-FFF2-40B4-BE49-F238E27FC236}">
                <a16:creationId xmlns:a16="http://schemas.microsoft.com/office/drawing/2014/main" id="{4BBF62BA-E402-4D9C-851F-0E7D4B91AD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3263" y="32861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523" name="Rectangle 17">
            <a:extLst>
              <a:ext uri="{FF2B5EF4-FFF2-40B4-BE49-F238E27FC236}">
                <a16:creationId xmlns:a16="http://schemas.microsoft.com/office/drawing/2014/main" id="{ADCE9670-6431-4DAF-8E5F-549E1EE884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1338" y="2138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524" name="Rectangle 18">
            <a:extLst>
              <a:ext uri="{FF2B5EF4-FFF2-40B4-BE49-F238E27FC236}">
                <a16:creationId xmlns:a16="http://schemas.microsoft.com/office/drawing/2014/main" id="{6E89D74F-A3DF-46AC-8D3E-60579D9357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5688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525" name="Rectangle 19">
            <a:extLst>
              <a:ext uri="{FF2B5EF4-FFF2-40B4-BE49-F238E27FC236}">
                <a16:creationId xmlns:a16="http://schemas.microsoft.com/office/drawing/2014/main" id="{E3F331CE-33F3-4979-91C4-9DE7E5F20C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5288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526" name="Rectangle 20">
            <a:extLst>
              <a:ext uri="{FF2B5EF4-FFF2-40B4-BE49-F238E27FC236}">
                <a16:creationId xmlns:a16="http://schemas.microsoft.com/office/drawing/2014/main" id="{FB13F335-137A-41A4-BA3A-A2EAF31620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3281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527" name="Rectangle 21">
            <a:extLst>
              <a:ext uri="{FF2B5EF4-FFF2-40B4-BE49-F238E27FC236}">
                <a16:creationId xmlns:a16="http://schemas.microsoft.com/office/drawing/2014/main" id="{869B4B3D-B283-483F-BF5C-C7974BEEC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5638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528" name="Rectangle 22">
            <a:extLst>
              <a:ext uri="{FF2B5EF4-FFF2-40B4-BE49-F238E27FC236}">
                <a16:creationId xmlns:a16="http://schemas.microsoft.com/office/drawing/2014/main" id="{5A3541F1-566A-4636-A031-64FDA0A585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5450" y="27955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529" name="Rectangle 23">
            <a:extLst>
              <a:ext uri="{FF2B5EF4-FFF2-40B4-BE49-F238E27FC236}">
                <a16:creationId xmlns:a16="http://schemas.microsoft.com/office/drawing/2014/main" id="{886B4C7B-EC73-4E5D-9736-AD2B7991BA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7550" y="2862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530" name="Rectangle 24">
            <a:extLst>
              <a:ext uri="{FF2B5EF4-FFF2-40B4-BE49-F238E27FC236}">
                <a16:creationId xmlns:a16="http://schemas.microsoft.com/office/drawing/2014/main" id="{9D185000-B010-4CB5-8252-A8152D9C32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531" name="Rectangle 25">
            <a:extLst>
              <a:ext uri="{FF2B5EF4-FFF2-40B4-BE49-F238E27FC236}">
                <a16:creationId xmlns:a16="http://schemas.microsoft.com/office/drawing/2014/main" id="{7267A35A-D684-4444-BC48-7903890061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532" name="Rectangle 26">
            <a:extLst>
              <a:ext uri="{FF2B5EF4-FFF2-40B4-BE49-F238E27FC236}">
                <a16:creationId xmlns:a16="http://schemas.microsoft.com/office/drawing/2014/main" id="{D7AF5857-6A81-48F3-9F94-0CBE8BB9B2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533" name="Rectangle 27">
            <a:extLst>
              <a:ext uri="{FF2B5EF4-FFF2-40B4-BE49-F238E27FC236}">
                <a16:creationId xmlns:a16="http://schemas.microsoft.com/office/drawing/2014/main" id="{8E0C22F3-1BD5-4C72-95E4-41E743FAC1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4675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534" name="Rectangle 28">
            <a:extLst>
              <a:ext uri="{FF2B5EF4-FFF2-40B4-BE49-F238E27FC236}">
                <a16:creationId xmlns:a16="http://schemas.microsoft.com/office/drawing/2014/main" id="{67896DC6-4D65-4918-AA18-8668B641EB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670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535" name="Rectangle 29">
            <a:extLst>
              <a:ext uri="{FF2B5EF4-FFF2-40B4-BE49-F238E27FC236}">
                <a16:creationId xmlns:a16="http://schemas.microsoft.com/office/drawing/2014/main" id="{53FF4CA0-1C18-46F7-98DD-04AF8BAD76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6163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536" name="Rectangle 30">
            <a:extLst>
              <a:ext uri="{FF2B5EF4-FFF2-40B4-BE49-F238E27FC236}">
                <a16:creationId xmlns:a16="http://schemas.microsoft.com/office/drawing/2014/main" id="{0CFF8C08-D3F5-4F57-9385-68C1D6F0A3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2775" y="2357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537" name="Rectangle 31">
            <a:extLst>
              <a:ext uri="{FF2B5EF4-FFF2-40B4-BE49-F238E27FC236}">
                <a16:creationId xmlns:a16="http://schemas.microsoft.com/office/drawing/2014/main" id="{11C252EC-5DB8-497A-8258-F09CEC1DD7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7063" y="22574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538" name="Rectangle 32">
            <a:extLst>
              <a:ext uri="{FF2B5EF4-FFF2-40B4-BE49-F238E27FC236}">
                <a16:creationId xmlns:a16="http://schemas.microsoft.com/office/drawing/2014/main" id="{A4B7758D-1B76-4632-8961-D8D51D70E2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7588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539" name="Rectangle 33">
            <a:extLst>
              <a:ext uri="{FF2B5EF4-FFF2-40B4-BE49-F238E27FC236}">
                <a16:creationId xmlns:a16="http://schemas.microsoft.com/office/drawing/2014/main" id="{F14ADEDB-F44E-4D31-B915-FA42B2EC76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6588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540" name="Rectangle 34">
            <a:extLst>
              <a:ext uri="{FF2B5EF4-FFF2-40B4-BE49-F238E27FC236}">
                <a16:creationId xmlns:a16="http://schemas.microsoft.com/office/drawing/2014/main" id="{33A63563-846B-4C05-8B82-AE025339CD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1238" y="22002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541" name="Rectangle 35">
            <a:extLst>
              <a:ext uri="{FF2B5EF4-FFF2-40B4-BE49-F238E27FC236}">
                <a16:creationId xmlns:a16="http://schemas.microsoft.com/office/drawing/2014/main" id="{BE92BABD-8BDE-42A0-914B-337A8592E7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2363" y="2738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542" name="Rectangle 36">
            <a:extLst>
              <a:ext uri="{FF2B5EF4-FFF2-40B4-BE49-F238E27FC236}">
                <a16:creationId xmlns:a16="http://schemas.microsoft.com/office/drawing/2014/main" id="{BE0118A4-1262-4693-B196-9B4CDD3AAB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27146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543" name="Rectangle 37">
            <a:extLst>
              <a:ext uri="{FF2B5EF4-FFF2-40B4-BE49-F238E27FC236}">
                <a16:creationId xmlns:a16="http://schemas.microsoft.com/office/drawing/2014/main" id="{BD61D9BD-5553-4436-AB59-6D25FC1E0B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27098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544" name="Rectangle 38">
            <a:extLst>
              <a:ext uri="{FF2B5EF4-FFF2-40B4-BE49-F238E27FC236}">
                <a16:creationId xmlns:a16="http://schemas.microsoft.com/office/drawing/2014/main" id="{5A0F1989-C9CF-401F-B9EF-81F672FFD0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7038" y="22240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545" name="Rectangle 39">
            <a:extLst>
              <a:ext uri="{FF2B5EF4-FFF2-40B4-BE49-F238E27FC236}">
                <a16:creationId xmlns:a16="http://schemas.microsoft.com/office/drawing/2014/main" id="{577F77DD-6538-4B13-AAB9-8510A809AC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2638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546" name="Rectangle 40">
            <a:extLst>
              <a:ext uri="{FF2B5EF4-FFF2-40B4-BE49-F238E27FC236}">
                <a16:creationId xmlns:a16="http://schemas.microsoft.com/office/drawing/2014/main" id="{F2A3DA72-D6C6-41E4-8DF4-7FC82B26E2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2913" y="3228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547" name="Rectangle 41">
            <a:extLst>
              <a:ext uri="{FF2B5EF4-FFF2-40B4-BE49-F238E27FC236}">
                <a16:creationId xmlns:a16="http://schemas.microsoft.com/office/drawing/2014/main" id="{D42F7301-D8E7-40D3-A955-0AFCA4A21D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6675" y="31432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548" name="Rectangle 42">
            <a:extLst>
              <a:ext uri="{FF2B5EF4-FFF2-40B4-BE49-F238E27FC236}">
                <a16:creationId xmlns:a16="http://schemas.microsoft.com/office/drawing/2014/main" id="{E7C2937C-BE37-449E-9F38-14A34A1DFE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549" name="Rectangle 43">
            <a:extLst>
              <a:ext uri="{FF2B5EF4-FFF2-40B4-BE49-F238E27FC236}">
                <a16:creationId xmlns:a16="http://schemas.microsoft.com/office/drawing/2014/main" id="{448D6BAF-CACF-42FA-A707-403B3B26BC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6075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79" name="Text Box 44">
            <a:extLst>
              <a:ext uri="{FF2B5EF4-FFF2-40B4-BE49-F238E27FC236}">
                <a16:creationId xmlns:a16="http://schemas.microsoft.com/office/drawing/2014/main" id="{45FB8A62-5E3B-47D2-8A1E-7837D50741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828800"/>
            <a:ext cx="8077200" cy="3478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FFFFFF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Times New Roman" pitchFamily="18" charset="0"/>
              </a:defRPr>
            </a:lvl5pPr>
            <a:lvl6pPr marL="2514600" indent="-228600" algn="just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Times New Roman" pitchFamily="18" charset="0"/>
              </a:defRPr>
            </a:lvl6pPr>
            <a:lvl7pPr marL="2971800" indent="-228600" algn="just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Times New Roman" pitchFamily="18" charset="0"/>
              </a:defRPr>
            </a:lvl7pPr>
            <a:lvl8pPr marL="3429000" indent="-228600" algn="just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Times New Roman" pitchFamily="18" charset="0"/>
              </a:defRPr>
            </a:lvl8pPr>
            <a:lvl9pPr marL="3886200" indent="-228600" algn="just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Times New Roman" pitchFamily="18" charset="0"/>
              </a:defRPr>
            </a:lvl9pPr>
          </a:lstStyle>
          <a:p>
            <a:pPr marL="342900" indent="-342900" algn="l" eaLnBrk="1" hangingPunct="1">
              <a:buFont typeface="Arial" panose="020B0604020202020204" pitchFamily="34" charset="0"/>
              <a:buChar char="•"/>
              <a:defRPr/>
            </a:pPr>
            <a:r>
              <a:rPr lang="hr-HR" altLang="sr-Latn-R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Kada svjetlosna energija pada na neku površinu, ona može biti </a:t>
            </a:r>
            <a:r>
              <a:rPr lang="hr-HR" altLang="sr-Latn-R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apsorbirana</a:t>
            </a:r>
            <a:r>
              <a:rPr lang="hr-HR" altLang="sr-Latn-R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hr-HR" altLang="sr-Latn-R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reflektirana</a:t>
            </a:r>
            <a:r>
              <a:rPr lang="hr-HR" altLang="sr-Latn-R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ili </a:t>
            </a:r>
            <a:r>
              <a:rPr lang="hr-HR" altLang="sr-Latn-R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transmitirana</a:t>
            </a:r>
            <a:r>
              <a:rPr lang="en-GB" altLang="sr-Latn-R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hr-HR" altLang="sr-Latn-R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 eaLnBrk="1" hangingPunct="1">
              <a:defRPr/>
            </a:pPr>
            <a:endParaRPr lang="hr-HR" altLang="sr-Latn-R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 eaLnBrk="1" hangingPunct="1">
              <a:buFont typeface="Arial" panose="020B0604020202020204" pitchFamily="34" charset="0"/>
              <a:buChar char="•"/>
              <a:defRPr/>
            </a:pPr>
            <a:r>
              <a:rPr lang="hr-HR" altLang="sr-Latn-R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Neki objekt je vidljiv zbog postojanja reflektirane ili transmitirane svjetlosti. </a:t>
            </a:r>
          </a:p>
          <a:p>
            <a:pPr marL="342900" indent="-342900" algn="l" eaLnBrk="1" hangingPunct="1">
              <a:buFont typeface="Arial" panose="020B0604020202020204" pitchFamily="34" charset="0"/>
              <a:buChar char="•"/>
              <a:defRPr/>
            </a:pPr>
            <a:r>
              <a:rPr lang="hr-HR" altLang="sr-Latn-R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Ako je upadna zraka svjetlosti u cijelosti apsorbirana, objekt je nevidljiv i nazivamo ga crnim tijelom. </a:t>
            </a:r>
          </a:p>
          <a:p>
            <a:pPr marL="342900" indent="-342900" algn="l" eaLnBrk="1" hangingPunct="1">
              <a:buFont typeface="Arial" panose="020B0604020202020204" pitchFamily="34" charset="0"/>
              <a:buChar char="•"/>
              <a:defRPr/>
            </a:pPr>
            <a:r>
              <a:rPr lang="hr-HR" altLang="sr-Latn-R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Količina apsorbirane, reflektirane i transmitirane energije ovisi o valnoj duljini svjetlosti.</a:t>
            </a:r>
            <a:r>
              <a:rPr lang="en-GB" altLang="sr-Latn-R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hr-HR" altLang="sr-Latn-R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551" name="Rectangle 45">
            <a:extLst>
              <a:ext uri="{FF2B5EF4-FFF2-40B4-BE49-F238E27FC236}">
                <a16:creationId xmlns:a16="http://schemas.microsoft.com/office/drawing/2014/main" id="{E1A3D31B-D663-4DED-B578-4F58C6C057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4175" y="26241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552" name="TextBox 1">
            <a:extLst>
              <a:ext uri="{FF2B5EF4-FFF2-40B4-BE49-F238E27FC236}">
                <a16:creationId xmlns:a16="http://schemas.microsoft.com/office/drawing/2014/main" id="{0EFD3732-6572-43C4-83AE-169C3864CF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5613400"/>
            <a:ext cx="61341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Times New Roman" panose="02020603050405020304" pitchFamily="18" charset="0"/>
              </a:defRPr>
            </a:lvl5pPr>
            <a:lvl6pPr marL="2514600" indent="-228600" algn="just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Times New Roman" panose="02020603050405020304" pitchFamily="18" charset="0"/>
              </a:defRPr>
            </a:lvl6pPr>
            <a:lvl7pPr marL="2971800" indent="-228600" algn="just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Times New Roman" panose="02020603050405020304" pitchFamily="18" charset="0"/>
              </a:defRPr>
            </a:lvl7pPr>
            <a:lvl8pPr marL="3429000" indent="-228600" algn="just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Times New Roman" panose="02020603050405020304" pitchFamily="18" charset="0"/>
              </a:defRPr>
            </a:lvl8pPr>
            <a:lvl9pPr marL="3886200" indent="-228600" algn="just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hr-HR" altLang="sr-Latn-RS" sz="1800" dirty="0">
                <a:solidFill>
                  <a:schemeClr val="tx1"/>
                </a:solidFill>
                <a:hlinkClick r:id="rId3"/>
              </a:rPr>
              <a:t>https://www.youtube.com/watch?v=o7rKwDDfHsQ</a:t>
            </a:r>
            <a:endParaRPr lang="hr-HR" altLang="sr-Latn-RS" sz="1800" dirty="0">
              <a:solidFill>
                <a:schemeClr val="tx1"/>
              </a:solidFill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7CB79BB-EE65-4629-972A-2694728E411C}"/>
              </a:ext>
            </a:extLst>
          </p:cNvPr>
          <p:cNvSpPr/>
          <p:nvPr/>
        </p:nvSpPr>
        <p:spPr>
          <a:xfrm>
            <a:off x="6444208" y="5307013"/>
            <a:ext cx="720080" cy="693735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186773E2-45F0-4C18-9199-C5C1EC1B53D4}"/>
              </a:ext>
            </a:extLst>
          </p:cNvPr>
          <p:cNvSpPr/>
          <p:nvPr/>
        </p:nvSpPr>
        <p:spPr>
          <a:xfrm>
            <a:off x="7308304" y="5301208"/>
            <a:ext cx="720080" cy="69373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4D9BC873-9E8E-4A82-9CFC-10D093572C5B}"/>
              </a:ext>
            </a:extLst>
          </p:cNvPr>
          <p:cNvSpPr/>
          <p:nvPr/>
        </p:nvSpPr>
        <p:spPr>
          <a:xfrm>
            <a:off x="8172400" y="5301208"/>
            <a:ext cx="720080" cy="69373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4A10133-C43F-4338-AA92-B4DD617CE492}"/>
              </a:ext>
            </a:extLst>
          </p:cNvPr>
          <p:cNvCxnSpPr/>
          <p:nvPr/>
        </p:nvCxnSpPr>
        <p:spPr>
          <a:xfrm flipV="1">
            <a:off x="6844482" y="6027738"/>
            <a:ext cx="504056" cy="207962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DFB9AB1-E8E4-4B14-A76B-42AE9F51300B}"/>
              </a:ext>
            </a:extLst>
          </p:cNvPr>
          <p:cNvSpPr txBox="1"/>
          <p:nvPr/>
        </p:nvSpPr>
        <p:spPr>
          <a:xfrm>
            <a:off x="6347048" y="6131719"/>
            <a:ext cx="457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100" dirty="0">
                <a:solidFill>
                  <a:schemeClr val="tx1"/>
                </a:solidFill>
              </a:rPr>
              <a:t>laser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F621E19-8C89-4C7F-8FB8-34AA3E3CEE74}"/>
              </a:ext>
            </a:extLst>
          </p:cNvPr>
          <p:cNvSpPr txBox="1"/>
          <p:nvPr/>
        </p:nvSpPr>
        <p:spPr>
          <a:xfrm>
            <a:off x="7117340" y="4980084"/>
            <a:ext cx="13313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100" dirty="0">
                <a:solidFill>
                  <a:schemeClr val="tx1"/>
                </a:solidFill>
              </a:rPr>
              <a:t>Napuhani balun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947BCEA3-148D-4830-9E05-5891BDFD39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Modeli osvjetljavanja</a:t>
            </a:r>
            <a:r>
              <a:rPr lang="en-GB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2531" name="Date Placeholder 2">
            <a:extLst>
              <a:ext uri="{FF2B5EF4-FFF2-40B4-BE49-F238E27FC236}">
                <a16:creationId xmlns:a16="http://schemas.microsoft.com/office/drawing/2014/main" id="{6F83A6AF-8D07-4F74-B1DB-62C9E76DCD8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fld id="{697AE704-E371-4459-91AC-A99FC0080808}" type="datetime1">
              <a:rPr lang="sr-Latn-RS" altLang="sr-Latn-RS" sz="1400" smtClean="0">
                <a:latin typeface="Arial" panose="020B0604020202020204" pitchFamily="34" charset="0"/>
                <a:cs typeface="Arial" panose="020B0604020202020204" pitchFamily="34" charset="0"/>
              </a:rPr>
              <a:t>31.10.2025.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060" name="Slide Number Placeholder 4">
            <a:extLst>
              <a:ext uri="{FF2B5EF4-FFF2-40B4-BE49-F238E27FC236}">
                <a16:creationId xmlns:a16="http://schemas.microsoft.com/office/drawing/2014/main" id="{6D38AC2B-4C85-419D-A4AA-89674883B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fld id="{A210A1AF-721B-48EA-ACA1-B42502AE09D5}" type="slidenum">
              <a:rPr lang="en-GB" altLang="sr-Latn-RS" sz="1400"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t>18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533" name="Rectangle 3">
            <a:extLst>
              <a:ext uri="{FF2B5EF4-FFF2-40B4-BE49-F238E27FC236}">
                <a16:creationId xmlns:a16="http://schemas.microsoft.com/office/drawing/2014/main" id="{9D824D81-3C0D-4977-968C-5AE80F7089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1850" y="26812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534" name="Rectangle 4">
            <a:extLst>
              <a:ext uri="{FF2B5EF4-FFF2-40B4-BE49-F238E27FC236}">
                <a16:creationId xmlns:a16="http://schemas.microsoft.com/office/drawing/2014/main" id="{9AFDC111-1ED3-4962-B542-BA376F1DCB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6574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535" name="Rectangle 5">
            <a:extLst>
              <a:ext uri="{FF2B5EF4-FFF2-40B4-BE49-F238E27FC236}">
                <a16:creationId xmlns:a16="http://schemas.microsoft.com/office/drawing/2014/main" id="{89E7D7A1-478E-4711-9C59-8931AAB9CC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3688" y="2519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536" name="Rectangle 6">
            <a:extLst>
              <a:ext uri="{FF2B5EF4-FFF2-40B4-BE49-F238E27FC236}">
                <a16:creationId xmlns:a16="http://schemas.microsoft.com/office/drawing/2014/main" id="{61FD6DCA-8608-4BC6-B340-2455BCDD4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9900" y="2252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537" name="Rectangle 7">
            <a:extLst>
              <a:ext uri="{FF2B5EF4-FFF2-40B4-BE49-F238E27FC236}">
                <a16:creationId xmlns:a16="http://schemas.microsoft.com/office/drawing/2014/main" id="{D24F5BE1-0EEC-4776-8B40-BC7422BB47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6538" y="13716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538" name="Rectangle 8">
            <a:extLst>
              <a:ext uri="{FF2B5EF4-FFF2-40B4-BE49-F238E27FC236}">
                <a16:creationId xmlns:a16="http://schemas.microsoft.com/office/drawing/2014/main" id="{46800EB3-58D6-4BFE-BAB9-18731EB83E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6650" y="32194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539" name="Rectangle 9">
            <a:extLst>
              <a:ext uri="{FF2B5EF4-FFF2-40B4-BE49-F238E27FC236}">
                <a16:creationId xmlns:a16="http://schemas.microsoft.com/office/drawing/2014/main" id="{2E30BF9D-B12D-4062-8AA4-6F4ED24102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2213" y="2466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540" name="Rectangle 10">
            <a:extLst>
              <a:ext uri="{FF2B5EF4-FFF2-40B4-BE49-F238E27FC236}">
                <a16:creationId xmlns:a16="http://schemas.microsoft.com/office/drawing/2014/main" id="{6BAF31E7-7E9F-4C1C-B7AF-B05081CA2D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42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541" name="Rectangle 11">
            <a:extLst>
              <a:ext uri="{FF2B5EF4-FFF2-40B4-BE49-F238E27FC236}">
                <a16:creationId xmlns:a16="http://schemas.microsoft.com/office/drawing/2014/main" id="{E49AA64F-782D-4889-A439-B81369C941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1888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542" name="Rectangle 12">
            <a:extLst>
              <a:ext uri="{FF2B5EF4-FFF2-40B4-BE49-F238E27FC236}">
                <a16:creationId xmlns:a16="http://schemas.microsoft.com/office/drawing/2014/main" id="{5197780C-1984-4568-A7FE-BCF5A0083C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543" name="Rectangle 13">
            <a:extLst>
              <a:ext uri="{FF2B5EF4-FFF2-40B4-BE49-F238E27FC236}">
                <a16:creationId xmlns:a16="http://schemas.microsoft.com/office/drawing/2014/main" id="{62BA5E9F-ADCE-41DE-98A4-71C56A7BCB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544" name="Rectangle 14">
            <a:extLst>
              <a:ext uri="{FF2B5EF4-FFF2-40B4-BE49-F238E27FC236}">
                <a16:creationId xmlns:a16="http://schemas.microsoft.com/office/drawing/2014/main" id="{33357218-086C-4B29-A8CF-4655C2D9E2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7538" y="22288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545" name="Rectangle 15">
            <a:extLst>
              <a:ext uri="{FF2B5EF4-FFF2-40B4-BE49-F238E27FC236}">
                <a16:creationId xmlns:a16="http://schemas.microsoft.com/office/drawing/2014/main" id="{69632D18-6DE8-4D0D-9CE0-4A0471F399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2300" y="3281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546" name="Rectangle 16">
            <a:extLst>
              <a:ext uri="{FF2B5EF4-FFF2-40B4-BE49-F238E27FC236}">
                <a16:creationId xmlns:a16="http://schemas.microsoft.com/office/drawing/2014/main" id="{327AE726-35A8-480A-8E0C-3EFEC9241F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3263" y="32861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547" name="Rectangle 17">
            <a:extLst>
              <a:ext uri="{FF2B5EF4-FFF2-40B4-BE49-F238E27FC236}">
                <a16:creationId xmlns:a16="http://schemas.microsoft.com/office/drawing/2014/main" id="{A206B1CB-C1AE-457E-9F7E-70A210A1CF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1338" y="2138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548" name="Rectangle 18">
            <a:extLst>
              <a:ext uri="{FF2B5EF4-FFF2-40B4-BE49-F238E27FC236}">
                <a16:creationId xmlns:a16="http://schemas.microsoft.com/office/drawing/2014/main" id="{222527A5-91AC-4739-A439-B76F7D2307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5688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549" name="Rectangle 19">
            <a:extLst>
              <a:ext uri="{FF2B5EF4-FFF2-40B4-BE49-F238E27FC236}">
                <a16:creationId xmlns:a16="http://schemas.microsoft.com/office/drawing/2014/main" id="{F6D81B6A-6EE3-4962-B4B0-F066C07A7C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5288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550" name="Rectangle 20">
            <a:extLst>
              <a:ext uri="{FF2B5EF4-FFF2-40B4-BE49-F238E27FC236}">
                <a16:creationId xmlns:a16="http://schemas.microsoft.com/office/drawing/2014/main" id="{8AB69754-4C55-4EAD-A84C-8C015F4A9D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3281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551" name="Rectangle 21">
            <a:extLst>
              <a:ext uri="{FF2B5EF4-FFF2-40B4-BE49-F238E27FC236}">
                <a16:creationId xmlns:a16="http://schemas.microsoft.com/office/drawing/2014/main" id="{C29D45FC-7874-4871-AEA2-E9C7B4AA40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5638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552" name="Rectangle 22">
            <a:extLst>
              <a:ext uri="{FF2B5EF4-FFF2-40B4-BE49-F238E27FC236}">
                <a16:creationId xmlns:a16="http://schemas.microsoft.com/office/drawing/2014/main" id="{6C80C22A-9D13-4916-98A1-611DE75F7E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5450" y="2795588"/>
            <a:ext cx="9144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553" name="Rectangle 23">
            <a:extLst>
              <a:ext uri="{FF2B5EF4-FFF2-40B4-BE49-F238E27FC236}">
                <a16:creationId xmlns:a16="http://schemas.microsoft.com/office/drawing/2014/main" id="{E848B16B-0342-4CDA-8C1E-50D7B5D963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7550" y="2862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554" name="Rectangle 24">
            <a:extLst>
              <a:ext uri="{FF2B5EF4-FFF2-40B4-BE49-F238E27FC236}">
                <a16:creationId xmlns:a16="http://schemas.microsoft.com/office/drawing/2014/main" id="{FC2C4F06-2C2E-4097-9CC4-73C92E8C56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555" name="Rectangle 25">
            <a:extLst>
              <a:ext uri="{FF2B5EF4-FFF2-40B4-BE49-F238E27FC236}">
                <a16:creationId xmlns:a16="http://schemas.microsoft.com/office/drawing/2014/main" id="{981397D7-73EC-4EEE-AA78-5BCED5C0E0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556" name="Rectangle 26">
            <a:extLst>
              <a:ext uri="{FF2B5EF4-FFF2-40B4-BE49-F238E27FC236}">
                <a16:creationId xmlns:a16="http://schemas.microsoft.com/office/drawing/2014/main" id="{191CD168-33D9-4C2B-BBE1-6A931814E4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557" name="Rectangle 27">
            <a:extLst>
              <a:ext uri="{FF2B5EF4-FFF2-40B4-BE49-F238E27FC236}">
                <a16:creationId xmlns:a16="http://schemas.microsoft.com/office/drawing/2014/main" id="{D6BFD78C-1D95-48D1-B5AF-39C4CBA6D4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4675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558" name="Rectangle 28">
            <a:extLst>
              <a:ext uri="{FF2B5EF4-FFF2-40B4-BE49-F238E27FC236}">
                <a16:creationId xmlns:a16="http://schemas.microsoft.com/office/drawing/2014/main" id="{2EB296AD-2DD3-42DC-A046-47339BFD37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670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559" name="Rectangle 29">
            <a:extLst>
              <a:ext uri="{FF2B5EF4-FFF2-40B4-BE49-F238E27FC236}">
                <a16:creationId xmlns:a16="http://schemas.microsoft.com/office/drawing/2014/main" id="{CA8A8B73-173F-4E34-92A8-EA645A0BC6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6163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560" name="Rectangle 30">
            <a:extLst>
              <a:ext uri="{FF2B5EF4-FFF2-40B4-BE49-F238E27FC236}">
                <a16:creationId xmlns:a16="http://schemas.microsoft.com/office/drawing/2014/main" id="{48036FC5-04C7-47FD-9315-B488083F2B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2775" y="2357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561" name="Rectangle 31">
            <a:extLst>
              <a:ext uri="{FF2B5EF4-FFF2-40B4-BE49-F238E27FC236}">
                <a16:creationId xmlns:a16="http://schemas.microsoft.com/office/drawing/2014/main" id="{92679AFE-B23D-498F-B5BB-B9CFCF2726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7063" y="22574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562" name="Rectangle 32">
            <a:extLst>
              <a:ext uri="{FF2B5EF4-FFF2-40B4-BE49-F238E27FC236}">
                <a16:creationId xmlns:a16="http://schemas.microsoft.com/office/drawing/2014/main" id="{277E7F9E-CD58-43EA-9CE9-D169429446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7588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563" name="Rectangle 33">
            <a:extLst>
              <a:ext uri="{FF2B5EF4-FFF2-40B4-BE49-F238E27FC236}">
                <a16:creationId xmlns:a16="http://schemas.microsoft.com/office/drawing/2014/main" id="{D6CD099D-5303-46D7-B0AA-9B5B43F06F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6588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564" name="Rectangle 34">
            <a:extLst>
              <a:ext uri="{FF2B5EF4-FFF2-40B4-BE49-F238E27FC236}">
                <a16:creationId xmlns:a16="http://schemas.microsoft.com/office/drawing/2014/main" id="{D792D5FE-11B7-4710-B754-E73A237193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1238" y="22002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565" name="Rectangle 35">
            <a:extLst>
              <a:ext uri="{FF2B5EF4-FFF2-40B4-BE49-F238E27FC236}">
                <a16:creationId xmlns:a16="http://schemas.microsoft.com/office/drawing/2014/main" id="{CE1AF0E8-67DE-4425-8697-9DA1D706F0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2363" y="2738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566" name="Rectangle 36">
            <a:extLst>
              <a:ext uri="{FF2B5EF4-FFF2-40B4-BE49-F238E27FC236}">
                <a16:creationId xmlns:a16="http://schemas.microsoft.com/office/drawing/2014/main" id="{E57C0B30-64F0-4F53-B317-3C55559032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27146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567" name="Rectangle 37">
            <a:extLst>
              <a:ext uri="{FF2B5EF4-FFF2-40B4-BE49-F238E27FC236}">
                <a16:creationId xmlns:a16="http://schemas.microsoft.com/office/drawing/2014/main" id="{5622DC53-CADB-43F5-BE41-E27D16B395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27098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568" name="Rectangle 38">
            <a:extLst>
              <a:ext uri="{FF2B5EF4-FFF2-40B4-BE49-F238E27FC236}">
                <a16:creationId xmlns:a16="http://schemas.microsoft.com/office/drawing/2014/main" id="{29F49569-98D2-4FE6-8191-680CBDE619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7038" y="22240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569" name="Rectangle 39">
            <a:extLst>
              <a:ext uri="{FF2B5EF4-FFF2-40B4-BE49-F238E27FC236}">
                <a16:creationId xmlns:a16="http://schemas.microsoft.com/office/drawing/2014/main" id="{F4F88E3A-15A2-472D-B8D5-0362F73C43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2638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570" name="Rectangle 40">
            <a:extLst>
              <a:ext uri="{FF2B5EF4-FFF2-40B4-BE49-F238E27FC236}">
                <a16:creationId xmlns:a16="http://schemas.microsoft.com/office/drawing/2014/main" id="{77A5E816-2965-48D3-B446-F20A5C20B9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2913" y="3228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571" name="Rectangle 41">
            <a:extLst>
              <a:ext uri="{FF2B5EF4-FFF2-40B4-BE49-F238E27FC236}">
                <a16:creationId xmlns:a16="http://schemas.microsoft.com/office/drawing/2014/main" id="{CB2A3972-A6E4-433C-9A17-2C8D47FE02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6675" y="31432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572" name="Rectangle 42">
            <a:extLst>
              <a:ext uri="{FF2B5EF4-FFF2-40B4-BE49-F238E27FC236}">
                <a16:creationId xmlns:a16="http://schemas.microsoft.com/office/drawing/2014/main" id="{65C13E5C-BB25-42F3-AC24-79D4F297DE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573" name="Rectangle 43">
            <a:extLst>
              <a:ext uri="{FF2B5EF4-FFF2-40B4-BE49-F238E27FC236}">
                <a16:creationId xmlns:a16="http://schemas.microsoft.com/office/drawing/2014/main" id="{362B0E15-8916-4873-97D8-43CC84343F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6075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103" name="Text Box 44">
            <a:extLst>
              <a:ext uri="{FF2B5EF4-FFF2-40B4-BE49-F238E27FC236}">
                <a16:creationId xmlns:a16="http://schemas.microsoft.com/office/drawing/2014/main" id="{E203F76F-5F13-4A88-A674-2109D21748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828800"/>
            <a:ext cx="8077200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FFFFFF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Times New Roman" pitchFamily="18" charset="0"/>
              </a:defRPr>
            </a:lvl5pPr>
            <a:lvl6pPr marL="2514600" indent="-228600" algn="just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Times New Roman" pitchFamily="18" charset="0"/>
              </a:defRPr>
            </a:lvl6pPr>
            <a:lvl7pPr marL="2971800" indent="-228600" algn="just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Times New Roman" pitchFamily="18" charset="0"/>
              </a:defRPr>
            </a:lvl7pPr>
            <a:lvl8pPr marL="3429000" indent="-228600" algn="just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Times New Roman" pitchFamily="18" charset="0"/>
              </a:defRPr>
            </a:lvl8pPr>
            <a:lvl9pPr marL="3886200" indent="-228600" algn="just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Times New Roman" pitchFamily="18" charset="0"/>
              </a:defRPr>
            </a:lvl9pPr>
          </a:lstStyle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r>
              <a:rPr lang="hr-HR" altLang="sr-Latn-R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Ako se intenzitet upadne zrake svjetlosti reducira približno podjednako za sve valne duljine, objekt osvijetljen bijelom svjetlosti (sve valne duljine) -&gt; </a:t>
            </a:r>
            <a:r>
              <a:rPr lang="hr-HR" altLang="sr-Latn-RS" sz="2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siv</a:t>
            </a:r>
          </a:p>
          <a:p>
            <a:pPr eaLnBrk="1" hangingPunct="1">
              <a:defRPr/>
            </a:pPr>
            <a:endParaRPr lang="hr-HR" altLang="sr-Latn-RS" sz="2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r>
              <a:rPr lang="hr-HR" altLang="sr-Latn-R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Ako je gotovo sva svijetlost apsorbirana, objekt -&gt; </a:t>
            </a:r>
            <a:r>
              <a:rPr lang="hr-HR" altLang="sr-Latn-R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crn</a:t>
            </a:r>
          </a:p>
          <a:p>
            <a:pPr eaLnBrk="1" hangingPunct="1">
              <a:defRPr/>
            </a:pPr>
            <a:endParaRPr lang="hr-HR" altLang="sr-Latn-RS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r>
              <a:rPr lang="hr-HR" altLang="sr-Latn-R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Ako je samo mali dio apsorbiran, objekt -&gt; </a:t>
            </a:r>
            <a:r>
              <a:rPr lang="hr-HR" altLang="sr-Latn-RS" sz="20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bijel</a:t>
            </a:r>
          </a:p>
          <a:p>
            <a:pPr eaLnBrk="1" hangingPunct="1">
              <a:defRPr/>
            </a:pPr>
            <a:endParaRPr lang="hr-HR" altLang="sr-Latn-RS" sz="20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r>
              <a:rPr lang="hr-HR" altLang="sr-Latn-R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Ako su neke valne duljine selektivno apsorbirane, reflektirano i/ili transmitirano svjetlo koje izlazi iz objekta ima drugačiju distribuciju energija, </a:t>
            </a:r>
          </a:p>
          <a:p>
            <a:pPr eaLnBrk="1" hangingPunct="1">
              <a:defRPr/>
            </a:pPr>
            <a:r>
              <a:rPr lang="hr-HR" altLang="sr-Latn-R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objekt -&gt; </a:t>
            </a:r>
            <a:r>
              <a:rPr lang="hr-HR" altLang="sr-Latn-RS" sz="2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hr-HR" altLang="sr-Latn-R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hr-HR" altLang="sr-Latn-RS" sz="2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hr-HR" altLang="sr-Latn-RS" sz="2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hr-HR" altLang="sr-Latn-R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lang="hr-HR" altLang="sr-Latn-RS" sz="20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</a:p>
        </p:txBody>
      </p:sp>
      <p:sp>
        <p:nvSpPr>
          <p:cNvPr id="22575" name="Rectangle 45">
            <a:extLst>
              <a:ext uri="{FF2B5EF4-FFF2-40B4-BE49-F238E27FC236}">
                <a16:creationId xmlns:a16="http://schemas.microsoft.com/office/drawing/2014/main" id="{DB117326-D59D-4763-BE76-060A8B1CC5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4175" y="26241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7C7084B6-9FCA-4DA5-AF37-9B00D22BAF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Modeli osvjetljavanja</a:t>
            </a:r>
            <a:r>
              <a:rPr lang="en-GB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3555" name="Date Placeholder 2">
            <a:extLst>
              <a:ext uri="{FF2B5EF4-FFF2-40B4-BE49-F238E27FC236}">
                <a16:creationId xmlns:a16="http://schemas.microsoft.com/office/drawing/2014/main" id="{7D87DD39-0424-482B-ABBC-598AD59B387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fld id="{EE3DA762-E16B-4632-B1C9-0CF7745CCB87}" type="datetime1">
              <a:rPr lang="sr-Latn-RS" altLang="sr-Latn-RS" sz="1400" smtClean="0">
                <a:latin typeface="Arial" panose="020B0604020202020204" pitchFamily="34" charset="0"/>
                <a:cs typeface="Arial" panose="020B0604020202020204" pitchFamily="34" charset="0"/>
              </a:rPr>
              <a:t>31.10.2025.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084" name="Slide Number Placeholder 4">
            <a:extLst>
              <a:ext uri="{FF2B5EF4-FFF2-40B4-BE49-F238E27FC236}">
                <a16:creationId xmlns:a16="http://schemas.microsoft.com/office/drawing/2014/main" id="{62AB2AD5-7ABD-47CF-B03C-DFC8E9370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fld id="{A6FB7963-B4FA-45F9-995B-3FE2C9276475}" type="slidenum">
              <a:rPr lang="en-GB" altLang="sr-Latn-RS" sz="1400"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t>19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557" name="Rectangle 3">
            <a:extLst>
              <a:ext uri="{FF2B5EF4-FFF2-40B4-BE49-F238E27FC236}">
                <a16:creationId xmlns:a16="http://schemas.microsoft.com/office/drawing/2014/main" id="{0C08CAA7-DF6B-42A6-AAAA-81620FFC70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1850" y="26812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58" name="Rectangle 4">
            <a:extLst>
              <a:ext uri="{FF2B5EF4-FFF2-40B4-BE49-F238E27FC236}">
                <a16:creationId xmlns:a16="http://schemas.microsoft.com/office/drawing/2014/main" id="{48051AE1-C052-4DCC-9B5A-DFFC4B7796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6574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59" name="Rectangle 5">
            <a:extLst>
              <a:ext uri="{FF2B5EF4-FFF2-40B4-BE49-F238E27FC236}">
                <a16:creationId xmlns:a16="http://schemas.microsoft.com/office/drawing/2014/main" id="{E17DCFA9-0960-4DCC-9EFF-72E8C5AC3A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3688" y="2519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60" name="Rectangle 6">
            <a:extLst>
              <a:ext uri="{FF2B5EF4-FFF2-40B4-BE49-F238E27FC236}">
                <a16:creationId xmlns:a16="http://schemas.microsoft.com/office/drawing/2014/main" id="{5F3818C9-7434-49D0-8224-E9E62D08E4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9900" y="2252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61" name="Rectangle 7">
            <a:extLst>
              <a:ext uri="{FF2B5EF4-FFF2-40B4-BE49-F238E27FC236}">
                <a16:creationId xmlns:a16="http://schemas.microsoft.com/office/drawing/2014/main" id="{DC438CA1-BC2E-4BE5-9CAD-0B47FFC069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6538" y="13716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62" name="Rectangle 8">
            <a:extLst>
              <a:ext uri="{FF2B5EF4-FFF2-40B4-BE49-F238E27FC236}">
                <a16:creationId xmlns:a16="http://schemas.microsoft.com/office/drawing/2014/main" id="{7FE5DA5B-C095-4501-8CB3-D3F18FC2AE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6650" y="32194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63" name="Rectangle 9">
            <a:extLst>
              <a:ext uri="{FF2B5EF4-FFF2-40B4-BE49-F238E27FC236}">
                <a16:creationId xmlns:a16="http://schemas.microsoft.com/office/drawing/2014/main" id="{82768429-9E13-43E9-A601-03F194F877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2213" y="2466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64" name="Rectangle 10">
            <a:extLst>
              <a:ext uri="{FF2B5EF4-FFF2-40B4-BE49-F238E27FC236}">
                <a16:creationId xmlns:a16="http://schemas.microsoft.com/office/drawing/2014/main" id="{1258ECA3-ACAC-4772-AECF-8F81753372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42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65" name="Rectangle 11">
            <a:extLst>
              <a:ext uri="{FF2B5EF4-FFF2-40B4-BE49-F238E27FC236}">
                <a16:creationId xmlns:a16="http://schemas.microsoft.com/office/drawing/2014/main" id="{95B4A31E-9377-4927-B198-DD8006A890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1888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66" name="Rectangle 12">
            <a:extLst>
              <a:ext uri="{FF2B5EF4-FFF2-40B4-BE49-F238E27FC236}">
                <a16:creationId xmlns:a16="http://schemas.microsoft.com/office/drawing/2014/main" id="{0D606392-ECA1-4228-A14D-41B9C6367F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67" name="Rectangle 13">
            <a:extLst>
              <a:ext uri="{FF2B5EF4-FFF2-40B4-BE49-F238E27FC236}">
                <a16:creationId xmlns:a16="http://schemas.microsoft.com/office/drawing/2014/main" id="{54391981-CA94-46D0-B53B-34329EEBEC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68" name="Rectangle 14">
            <a:extLst>
              <a:ext uri="{FF2B5EF4-FFF2-40B4-BE49-F238E27FC236}">
                <a16:creationId xmlns:a16="http://schemas.microsoft.com/office/drawing/2014/main" id="{23950E06-A146-4780-B7AB-04F69C86BD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7538" y="22288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69" name="Rectangle 15">
            <a:extLst>
              <a:ext uri="{FF2B5EF4-FFF2-40B4-BE49-F238E27FC236}">
                <a16:creationId xmlns:a16="http://schemas.microsoft.com/office/drawing/2014/main" id="{952EA0A4-9E70-4688-8041-2DB963E3F2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2300" y="3281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70" name="Rectangle 16">
            <a:extLst>
              <a:ext uri="{FF2B5EF4-FFF2-40B4-BE49-F238E27FC236}">
                <a16:creationId xmlns:a16="http://schemas.microsoft.com/office/drawing/2014/main" id="{177B6B95-CABC-4F5A-B460-D8831395D4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3263" y="32861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71" name="Rectangle 17">
            <a:extLst>
              <a:ext uri="{FF2B5EF4-FFF2-40B4-BE49-F238E27FC236}">
                <a16:creationId xmlns:a16="http://schemas.microsoft.com/office/drawing/2014/main" id="{928F2520-E5EE-41D4-AC70-B17518994A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1338" y="2138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72" name="Rectangle 18">
            <a:extLst>
              <a:ext uri="{FF2B5EF4-FFF2-40B4-BE49-F238E27FC236}">
                <a16:creationId xmlns:a16="http://schemas.microsoft.com/office/drawing/2014/main" id="{CC47E584-D683-47F4-AD43-9F798297D2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5688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73" name="Rectangle 19">
            <a:extLst>
              <a:ext uri="{FF2B5EF4-FFF2-40B4-BE49-F238E27FC236}">
                <a16:creationId xmlns:a16="http://schemas.microsoft.com/office/drawing/2014/main" id="{2B620A79-4DEE-45D2-BE83-1322045025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5288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74" name="Rectangle 20">
            <a:extLst>
              <a:ext uri="{FF2B5EF4-FFF2-40B4-BE49-F238E27FC236}">
                <a16:creationId xmlns:a16="http://schemas.microsoft.com/office/drawing/2014/main" id="{BF2FE818-76DD-40E7-B1D1-2FFA36353A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3281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75" name="Rectangle 21">
            <a:extLst>
              <a:ext uri="{FF2B5EF4-FFF2-40B4-BE49-F238E27FC236}">
                <a16:creationId xmlns:a16="http://schemas.microsoft.com/office/drawing/2014/main" id="{93CC4A9A-FDB8-497D-98D3-011B5843CE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5638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76" name="Rectangle 22">
            <a:extLst>
              <a:ext uri="{FF2B5EF4-FFF2-40B4-BE49-F238E27FC236}">
                <a16:creationId xmlns:a16="http://schemas.microsoft.com/office/drawing/2014/main" id="{8594F412-D616-41E5-ABA1-8C2BB955DB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5450" y="27955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77" name="Rectangle 23">
            <a:extLst>
              <a:ext uri="{FF2B5EF4-FFF2-40B4-BE49-F238E27FC236}">
                <a16:creationId xmlns:a16="http://schemas.microsoft.com/office/drawing/2014/main" id="{A33281BD-3B40-488D-BBD1-509BD0419F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7550" y="2862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78" name="Rectangle 24">
            <a:extLst>
              <a:ext uri="{FF2B5EF4-FFF2-40B4-BE49-F238E27FC236}">
                <a16:creationId xmlns:a16="http://schemas.microsoft.com/office/drawing/2014/main" id="{7BFCB7CC-4D8D-4DD7-B501-037EF4BFCB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79" name="Rectangle 25">
            <a:extLst>
              <a:ext uri="{FF2B5EF4-FFF2-40B4-BE49-F238E27FC236}">
                <a16:creationId xmlns:a16="http://schemas.microsoft.com/office/drawing/2014/main" id="{2F6E6735-1FE3-4C86-BF99-FD59318E93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80" name="Rectangle 26">
            <a:extLst>
              <a:ext uri="{FF2B5EF4-FFF2-40B4-BE49-F238E27FC236}">
                <a16:creationId xmlns:a16="http://schemas.microsoft.com/office/drawing/2014/main" id="{5C9FE32E-052C-4253-83EE-5B56598864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81" name="Rectangle 27">
            <a:extLst>
              <a:ext uri="{FF2B5EF4-FFF2-40B4-BE49-F238E27FC236}">
                <a16:creationId xmlns:a16="http://schemas.microsoft.com/office/drawing/2014/main" id="{BC97B3C5-447B-42B0-B73A-754967C513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4675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82" name="Rectangle 28">
            <a:extLst>
              <a:ext uri="{FF2B5EF4-FFF2-40B4-BE49-F238E27FC236}">
                <a16:creationId xmlns:a16="http://schemas.microsoft.com/office/drawing/2014/main" id="{D71BE386-F58A-42DC-8F40-A10C697EB6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670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83" name="Rectangle 29">
            <a:extLst>
              <a:ext uri="{FF2B5EF4-FFF2-40B4-BE49-F238E27FC236}">
                <a16:creationId xmlns:a16="http://schemas.microsoft.com/office/drawing/2014/main" id="{2B917D9E-DA20-45F7-9459-D342FFD086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6163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84" name="Rectangle 30">
            <a:extLst>
              <a:ext uri="{FF2B5EF4-FFF2-40B4-BE49-F238E27FC236}">
                <a16:creationId xmlns:a16="http://schemas.microsoft.com/office/drawing/2014/main" id="{1BE8951A-3CBE-433E-8554-15CCF3D84B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2775" y="2357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85" name="Rectangle 31">
            <a:extLst>
              <a:ext uri="{FF2B5EF4-FFF2-40B4-BE49-F238E27FC236}">
                <a16:creationId xmlns:a16="http://schemas.microsoft.com/office/drawing/2014/main" id="{9B77EC70-16F7-4F0A-BD60-431B6BEB3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7063" y="22574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86" name="Rectangle 32">
            <a:extLst>
              <a:ext uri="{FF2B5EF4-FFF2-40B4-BE49-F238E27FC236}">
                <a16:creationId xmlns:a16="http://schemas.microsoft.com/office/drawing/2014/main" id="{1CE50260-1F2F-46BF-9304-5D322B528B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7588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87" name="Rectangle 33">
            <a:extLst>
              <a:ext uri="{FF2B5EF4-FFF2-40B4-BE49-F238E27FC236}">
                <a16:creationId xmlns:a16="http://schemas.microsoft.com/office/drawing/2014/main" id="{1065CA31-374F-4B84-BD28-0A1E1F2089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6588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88" name="Rectangle 34">
            <a:extLst>
              <a:ext uri="{FF2B5EF4-FFF2-40B4-BE49-F238E27FC236}">
                <a16:creationId xmlns:a16="http://schemas.microsoft.com/office/drawing/2014/main" id="{365787DF-1322-4277-A224-120BAB5AF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1238" y="22002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89" name="Rectangle 35">
            <a:extLst>
              <a:ext uri="{FF2B5EF4-FFF2-40B4-BE49-F238E27FC236}">
                <a16:creationId xmlns:a16="http://schemas.microsoft.com/office/drawing/2014/main" id="{8EC567D2-FF93-477B-BB79-D349EBE4C0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2363" y="2738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90" name="Rectangle 36">
            <a:extLst>
              <a:ext uri="{FF2B5EF4-FFF2-40B4-BE49-F238E27FC236}">
                <a16:creationId xmlns:a16="http://schemas.microsoft.com/office/drawing/2014/main" id="{D1CF67A8-0CA4-4C73-ADEC-93BD5A261D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27146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91" name="Rectangle 37">
            <a:extLst>
              <a:ext uri="{FF2B5EF4-FFF2-40B4-BE49-F238E27FC236}">
                <a16:creationId xmlns:a16="http://schemas.microsoft.com/office/drawing/2014/main" id="{7B410714-9844-4476-BBF3-D1EB5F309B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27098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92" name="Rectangle 38">
            <a:extLst>
              <a:ext uri="{FF2B5EF4-FFF2-40B4-BE49-F238E27FC236}">
                <a16:creationId xmlns:a16="http://schemas.microsoft.com/office/drawing/2014/main" id="{1B90B055-F6EA-40CB-9721-59ADE7CA43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7038" y="22240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93" name="Rectangle 39">
            <a:extLst>
              <a:ext uri="{FF2B5EF4-FFF2-40B4-BE49-F238E27FC236}">
                <a16:creationId xmlns:a16="http://schemas.microsoft.com/office/drawing/2014/main" id="{E7F70024-935B-4505-AC0B-42FFA4DFDC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2638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94" name="Rectangle 40">
            <a:extLst>
              <a:ext uri="{FF2B5EF4-FFF2-40B4-BE49-F238E27FC236}">
                <a16:creationId xmlns:a16="http://schemas.microsoft.com/office/drawing/2014/main" id="{63C4D195-30C6-4366-93C1-079DE39870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2913" y="3228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95" name="Rectangle 41">
            <a:extLst>
              <a:ext uri="{FF2B5EF4-FFF2-40B4-BE49-F238E27FC236}">
                <a16:creationId xmlns:a16="http://schemas.microsoft.com/office/drawing/2014/main" id="{5EB44FB7-442E-416C-AA9F-04853851DE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6675" y="31432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96" name="Rectangle 42">
            <a:extLst>
              <a:ext uri="{FF2B5EF4-FFF2-40B4-BE49-F238E27FC236}">
                <a16:creationId xmlns:a16="http://schemas.microsoft.com/office/drawing/2014/main" id="{E3AA5155-78CB-4196-89A9-9E0B3D9329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97" name="Rectangle 43">
            <a:extLst>
              <a:ext uri="{FF2B5EF4-FFF2-40B4-BE49-F238E27FC236}">
                <a16:creationId xmlns:a16="http://schemas.microsoft.com/office/drawing/2014/main" id="{64ED8327-0CA6-4218-8120-362D3D06A9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6075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6127" name="Text Box 44">
            <a:extLst>
              <a:ext uri="{FF2B5EF4-FFF2-40B4-BE49-F238E27FC236}">
                <a16:creationId xmlns:a16="http://schemas.microsoft.com/office/drawing/2014/main" id="{5FA7DBAC-3FA1-400F-9C05-5A8898BBAD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828800"/>
            <a:ext cx="8077200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FFFFFF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Times New Roman" pitchFamily="18" charset="0"/>
              </a:defRPr>
            </a:lvl5pPr>
            <a:lvl6pPr marL="2514600" indent="-228600" algn="just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Times New Roman" pitchFamily="18" charset="0"/>
              </a:defRPr>
            </a:lvl6pPr>
            <a:lvl7pPr marL="2971800" indent="-228600" algn="just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Times New Roman" pitchFamily="18" charset="0"/>
              </a:defRPr>
            </a:lvl7pPr>
            <a:lvl8pPr marL="3429000" indent="-228600" algn="just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Times New Roman" pitchFamily="18" charset="0"/>
              </a:defRPr>
            </a:lvl8pPr>
            <a:lvl9pPr marL="3886200" indent="-228600" algn="just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Times New Roman" pitchFamily="18" charset="0"/>
              </a:defRPr>
            </a:lvl9pPr>
          </a:lstStyle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r>
              <a:rPr lang="hr-HR" altLang="sr-Latn-R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Svojstva svjetlosti  koja se reflektira od ili transmitira kroz površinu objekta ovisi o </a:t>
            </a:r>
          </a:p>
          <a:p>
            <a:pPr eaLnBrk="1" hangingPunct="1">
              <a:defRPr/>
            </a:pPr>
            <a:endParaRPr lang="hr-HR" altLang="sr-Latn-R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hr-HR" altLang="sr-Latn-R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- sastavu, </a:t>
            </a:r>
          </a:p>
          <a:p>
            <a:pPr eaLnBrk="1" hangingPunct="1">
              <a:defRPr/>
            </a:pPr>
            <a:r>
              <a:rPr lang="hr-HR" altLang="sr-Latn-R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- smjeru</a:t>
            </a:r>
          </a:p>
          <a:p>
            <a:pPr eaLnBrk="1" hangingPunct="1">
              <a:defRPr/>
            </a:pPr>
            <a:r>
              <a:rPr lang="hr-HR" altLang="sr-Latn-R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- geometriji izvora svjetlosti,</a:t>
            </a:r>
          </a:p>
          <a:p>
            <a:pPr eaLnBrk="1" hangingPunct="1">
              <a:defRPr/>
            </a:pPr>
            <a:r>
              <a:rPr lang="hr-HR" altLang="sr-Latn-R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- orijentaciji površine</a:t>
            </a:r>
          </a:p>
          <a:p>
            <a:pPr eaLnBrk="1" hangingPunct="1">
              <a:defRPr/>
            </a:pPr>
            <a:r>
              <a:rPr lang="hr-HR" altLang="sr-Latn-R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- svojstvima površine objekta.</a:t>
            </a:r>
          </a:p>
          <a:p>
            <a:pPr eaLnBrk="1" hangingPunct="1">
              <a:buFontTx/>
              <a:buChar char="•"/>
              <a:defRPr/>
            </a:pPr>
            <a:endParaRPr lang="hr-HR" altLang="sr-Latn-R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599" name="Rectangle 45">
            <a:extLst>
              <a:ext uri="{FF2B5EF4-FFF2-40B4-BE49-F238E27FC236}">
                <a16:creationId xmlns:a16="http://schemas.microsoft.com/office/drawing/2014/main" id="{8654446C-9228-4298-81E2-064A936A60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4175" y="26241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1D6E4CD7-6103-4525-96F0-1A369EA3A4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Modeli osvjetljavanja</a:t>
            </a:r>
            <a:r>
              <a:rPr lang="en-GB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4579" name="Date Placeholder 2">
            <a:extLst>
              <a:ext uri="{FF2B5EF4-FFF2-40B4-BE49-F238E27FC236}">
                <a16:creationId xmlns:a16="http://schemas.microsoft.com/office/drawing/2014/main" id="{B4240895-C35B-4B99-84DB-E5BB8E02508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fld id="{7E8F7BE4-9C84-4074-B902-530E9536B5E5}" type="datetime1">
              <a:rPr lang="sr-Latn-RS" altLang="sr-Latn-RS" sz="1400" smtClean="0">
                <a:latin typeface="Arial" panose="020B0604020202020204" pitchFamily="34" charset="0"/>
                <a:cs typeface="Arial" panose="020B0604020202020204" pitchFamily="34" charset="0"/>
              </a:rPr>
              <a:t>31.10.2025.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108" name="Slide Number Placeholder 4">
            <a:extLst>
              <a:ext uri="{FF2B5EF4-FFF2-40B4-BE49-F238E27FC236}">
                <a16:creationId xmlns:a16="http://schemas.microsoft.com/office/drawing/2014/main" id="{7FFFF007-CD68-46ED-81B2-67CCCA461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fld id="{C4D2E1E7-16A0-4BDE-95FF-0203C07AB328}" type="slidenum">
              <a:rPr lang="en-GB" altLang="sr-Latn-RS" sz="1400"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t>20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581" name="Rectangle 3">
            <a:extLst>
              <a:ext uri="{FF2B5EF4-FFF2-40B4-BE49-F238E27FC236}">
                <a16:creationId xmlns:a16="http://schemas.microsoft.com/office/drawing/2014/main" id="{4827123A-2C9B-4D73-AC6A-315E4438BC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1850" y="26812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582" name="Rectangle 4">
            <a:extLst>
              <a:ext uri="{FF2B5EF4-FFF2-40B4-BE49-F238E27FC236}">
                <a16:creationId xmlns:a16="http://schemas.microsoft.com/office/drawing/2014/main" id="{687525B5-CB4C-47BD-8536-43CB97DBEC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6574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583" name="Rectangle 5">
            <a:extLst>
              <a:ext uri="{FF2B5EF4-FFF2-40B4-BE49-F238E27FC236}">
                <a16:creationId xmlns:a16="http://schemas.microsoft.com/office/drawing/2014/main" id="{75871FB8-CED5-47CC-BCEC-AD3FF66207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3688" y="2519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584" name="Rectangle 6">
            <a:extLst>
              <a:ext uri="{FF2B5EF4-FFF2-40B4-BE49-F238E27FC236}">
                <a16:creationId xmlns:a16="http://schemas.microsoft.com/office/drawing/2014/main" id="{B71831BB-E72B-4DA4-8177-CDF594882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9900" y="2252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585" name="Rectangle 7">
            <a:extLst>
              <a:ext uri="{FF2B5EF4-FFF2-40B4-BE49-F238E27FC236}">
                <a16:creationId xmlns:a16="http://schemas.microsoft.com/office/drawing/2014/main" id="{027A3159-66FF-474D-B7A7-1D206D193D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6538" y="13716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586" name="Rectangle 8">
            <a:extLst>
              <a:ext uri="{FF2B5EF4-FFF2-40B4-BE49-F238E27FC236}">
                <a16:creationId xmlns:a16="http://schemas.microsoft.com/office/drawing/2014/main" id="{3C3C4EA0-A976-4BAD-AF86-A0A47671A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6650" y="32194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587" name="Rectangle 9">
            <a:extLst>
              <a:ext uri="{FF2B5EF4-FFF2-40B4-BE49-F238E27FC236}">
                <a16:creationId xmlns:a16="http://schemas.microsoft.com/office/drawing/2014/main" id="{C491E3E2-7CC5-4434-A9D6-3EF81AD6E8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2213" y="2466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588" name="Rectangle 10">
            <a:extLst>
              <a:ext uri="{FF2B5EF4-FFF2-40B4-BE49-F238E27FC236}">
                <a16:creationId xmlns:a16="http://schemas.microsoft.com/office/drawing/2014/main" id="{81036603-0F30-4862-85D3-F143BD16B9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42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589" name="Rectangle 11">
            <a:extLst>
              <a:ext uri="{FF2B5EF4-FFF2-40B4-BE49-F238E27FC236}">
                <a16:creationId xmlns:a16="http://schemas.microsoft.com/office/drawing/2014/main" id="{1AE8AA26-554B-4B31-9629-0AE570C423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1888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590" name="Rectangle 12">
            <a:extLst>
              <a:ext uri="{FF2B5EF4-FFF2-40B4-BE49-F238E27FC236}">
                <a16:creationId xmlns:a16="http://schemas.microsoft.com/office/drawing/2014/main" id="{89835F06-47CC-49C0-A681-C9C7B53C61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591" name="Rectangle 13">
            <a:extLst>
              <a:ext uri="{FF2B5EF4-FFF2-40B4-BE49-F238E27FC236}">
                <a16:creationId xmlns:a16="http://schemas.microsoft.com/office/drawing/2014/main" id="{49DA60A5-4769-4A9A-B459-FBAA8525E7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592" name="Rectangle 14">
            <a:extLst>
              <a:ext uri="{FF2B5EF4-FFF2-40B4-BE49-F238E27FC236}">
                <a16:creationId xmlns:a16="http://schemas.microsoft.com/office/drawing/2014/main" id="{5EA938F1-6394-4205-B7BE-F6E7C64ECA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7538" y="22288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593" name="Rectangle 15">
            <a:extLst>
              <a:ext uri="{FF2B5EF4-FFF2-40B4-BE49-F238E27FC236}">
                <a16:creationId xmlns:a16="http://schemas.microsoft.com/office/drawing/2014/main" id="{C4E28BE8-2FE1-44D8-BBA1-B23348154B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2300" y="3281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594" name="Rectangle 16">
            <a:extLst>
              <a:ext uri="{FF2B5EF4-FFF2-40B4-BE49-F238E27FC236}">
                <a16:creationId xmlns:a16="http://schemas.microsoft.com/office/drawing/2014/main" id="{F9D7331E-FB62-46D5-BF94-FBB1B9A4A3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3263" y="32861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595" name="Rectangle 17">
            <a:extLst>
              <a:ext uri="{FF2B5EF4-FFF2-40B4-BE49-F238E27FC236}">
                <a16:creationId xmlns:a16="http://schemas.microsoft.com/office/drawing/2014/main" id="{5B7FF9F9-0634-4871-AE1B-290FB7B64A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1338" y="2138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596" name="Rectangle 18">
            <a:extLst>
              <a:ext uri="{FF2B5EF4-FFF2-40B4-BE49-F238E27FC236}">
                <a16:creationId xmlns:a16="http://schemas.microsoft.com/office/drawing/2014/main" id="{3C17E3B7-2437-4AB6-96BA-86670233FE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5688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597" name="Rectangle 19">
            <a:extLst>
              <a:ext uri="{FF2B5EF4-FFF2-40B4-BE49-F238E27FC236}">
                <a16:creationId xmlns:a16="http://schemas.microsoft.com/office/drawing/2014/main" id="{980025E3-88F1-451B-8547-D1FEC72573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5288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598" name="Rectangle 20">
            <a:extLst>
              <a:ext uri="{FF2B5EF4-FFF2-40B4-BE49-F238E27FC236}">
                <a16:creationId xmlns:a16="http://schemas.microsoft.com/office/drawing/2014/main" id="{E15E9717-C84C-446F-9744-DCDB331498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3281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599" name="Rectangle 21">
            <a:extLst>
              <a:ext uri="{FF2B5EF4-FFF2-40B4-BE49-F238E27FC236}">
                <a16:creationId xmlns:a16="http://schemas.microsoft.com/office/drawing/2014/main" id="{BC00E405-2AF1-42AE-8A0B-BD9A8C1E9C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5638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600" name="Rectangle 22">
            <a:extLst>
              <a:ext uri="{FF2B5EF4-FFF2-40B4-BE49-F238E27FC236}">
                <a16:creationId xmlns:a16="http://schemas.microsoft.com/office/drawing/2014/main" id="{6D6719DE-0814-4720-A63F-7D3A321C4D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5450" y="27955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601" name="Rectangle 23">
            <a:extLst>
              <a:ext uri="{FF2B5EF4-FFF2-40B4-BE49-F238E27FC236}">
                <a16:creationId xmlns:a16="http://schemas.microsoft.com/office/drawing/2014/main" id="{1E4BAF51-638A-4598-B30D-C0E313ED52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7550" y="2862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602" name="Rectangle 24">
            <a:extLst>
              <a:ext uri="{FF2B5EF4-FFF2-40B4-BE49-F238E27FC236}">
                <a16:creationId xmlns:a16="http://schemas.microsoft.com/office/drawing/2014/main" id="{4A0C5AA9-BA98-479A-9B01-86D8D9B370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603" name="Rectangle 25">
            <a:extLst>
              <a:ext uri="{FF2B5EF4-FFF2-40B4-BE49-F238E27FC236}">
                <a16:creationId xmlns:a16="http://schemas.microsoft.com/office/drawing/2014/main" id="{C8F671FF-896E-4AC7-B443-3BC1EAC5EE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604" name="Rectangle 26">
            <a:extLst>
              <a:ext uri="{FF2B5EF4-FFF2-40B4-BE49-F238E27FC236}">
                <a16:creationId xmlns:a16="http://schemas.microsoft.com/office/drawing/2014/main" id="{7F91FAB9-256E-43BE-8427-3E58BF0DFD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605" name="Rectangle 27">
            <a:extLst>
              <a:ext uri="{FF2B5EF4-FFF2-40B4-BE49-F238E27FC236}">
                <a16:creationId xmlns:a16="http://schemas.microsoft.com/office/drawing/2014/main" id="{C6DEF3D5-FAFD-4A53-9DFC-11199C9102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4675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606" name="Rectangle 28">
            <a:extLst>
              <a:ext uri="{FF2B5EF4-FFF2-40B4-BE49-F238E27FC236}">
                <a16:creationId xmlns:a16="http://schemas.microsoft.com/office/drawing/2014/main" id="{B243ACA5-4BC7-41B5-8962-9E1444C38B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670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607" name="Rectangle 29">
            <a:extLst>
              <a:ext uri="{FF2B5EF4-FFF2-40B4-BE49-F238E27FC236}">
                <a16:creationId xmlns:a16="http://schemas.microsoft.com/office/drawing/2014/main" id="{28D7139D-9F6A-4E65-8D70-5E0CF4998B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6163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608" name="Rectangle 30">
            <a:extLst>
              <a:ext uri="{FF2B5EF4-FFF2-40B4-BE49-F238E27FC236}">
                <a16:creationId xmlns:a16="http://schemas.microsoft.com/office/drawing/2014/main" id="{057B9E27-DDCE-4005-B01C-0C6E37DD99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2775" y="2357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609" name="Rectangle 31">
            <a:extLst>
              <a:ext uri="{FF2B5EF4-FFF2-40B4-BE49-F238E27FC236}">
                <a16:creationId xmlns:a16="http://schemas.microsoft.com/office/drawing/2014/main" id="{75936B61-DB8F-4E24-B6CE-D23008D3E8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7063" y="22574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610" name="Rectangle 32">
            <a:extLst>
              <a:ext uri="{FF2B5EF4-FFF2-40B4-BE49-F238E27FC236}">
                <a16:creationId xmlns:a16="http://schemas.microsoft.com/office/drawing/2014/main" id="{537F278F-D56C-4BD7-BF56-391FB1469F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7588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611" name="Rectangle 33">
            <a:extLst>
              <a:ext uri="{FF2B5EF4-FFF2-40B4-BE49-F238E27FC236}">
                <a16:creationId xmlns:a16="http://schemas.microsoft.com/office/drawing/2014/main" id="{90F092FC-6513-4AA2-B706-2FD8106C7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6588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612" name="Rectangle 34">
            <a:extLst>
              <a:ext uri="{FF2B5EF4-FFF2-40B4-BE49-F238E27FC236}">
                <a16:creationId xmlns:a16="http://schemas.microsoft.com/office/drawing/2014/main" id="{F60B09FE-4479-4704-81EC-A105B20AC9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1238" y="22002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613" name="Rectangle 35">
            <a:extLst>
              <a:ext uri="{FF2B5EF4-FFF2-40B4-BE49-F238E27FC236}">
                <a16:creationId xmlns:a16="http://schemas.microsoft.com/office/drawing/2014/main" id="{E5A5A5B1-6D58-4064-BD4E-18762FD6CC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2363" y="2738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614" name="Rectangle 36">
            <a:extLst>
              <a:ext uri="{FF2B5EF4-FFF2-40B4-BE49-F238E27FC236}">
                <a16:creationId xmlns:a16="http://schemas.microsoft.com/office/drawing/2014/main" id="{FA6A9816-2B70-4E36-A872-AA94898B00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27146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615" name="Rectangle 37">
            <a:extLst>
              <a:ext uri="{FF2B5EF4-FFF2-40B4-BE49-F238E27FC236}">
                <a16:creationId xmlns:a16="http://schemas.microsoft.com/office/drawing/2014/main" id="{899ACB01-BD15-4A08-AA71-C3D006CEE4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27098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616" name="Rectangle 38">
            <a:extLst>
              <a:ext uri="{FF2B5EF4-FFF2-40B4-BE49-F238E27FC236}">
                <a16:creationId xmlns:a16="http://schemas.microsoft.com/office/drawing/2014/main" id="{A2753DE5-9867-4A1D-86F7-0841B5E2C9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7038" y="22240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617" name="Rectangle 39">
            <a:extLst>
              <a:ext uri="{FF2B5EF4-FFF2-40B4-BE49-F238E27FC236}">
                <a16:creationId xmlns:a16="http://schemas.microsoft.com/office/drawing/2014/main" id="{3D208032-D070-4E41-9C2A-4087F1EA23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2638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618" name="Rectangle 40">
            <a:extLst>
              <a:ext uri="{FF2B5EF4-FFF2-40B4-BE49-F238E27FC236}">
                <a16:creationId xmlns:a16="http://schemas.microsoft.com/office/drawing/2014/main" id="{63149470-BBA0-42DB-A5D9-FD66F62FCC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2913" y="3228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619" name="Rectangle 41">
            <a:extLst>
              <a:ext uri="{FF2B5EF4-FFF2-40B4-BE49-F238E27FC236}">
                <a16:creationId xmlns:a16="http://schemas.microsoft.com/office/drawing/2014/main" id="{27DE3162-DBD1-436C-AEC5-6314E90410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6675" y="31432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620" name="Rectangle 42">
            <a:extLst>
              <a:ext uri="{FF2B5EF4-FFF2-40B4-BE49-F238E27FC236}">
                <a16:creationId xmlns:a16="http://schemas.microsoft.com/office/drawing/2014/main" id="{EF9A7BDD-014C-4EDB-BCF7-CBE20C76AA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621" name="Rectangle 43">
            <a:extLst>
              <a:ext uri="{FF2B5EF4-FFF2-40B4-BE49-F238E27FC236}">
                <a16:creationId xmlns:a16="http://schemas.microsoft.com/office/drawing/2014/main" id="{2F4DC0CE-2F00-4C47-A9D6-F9642A2771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6075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622" name="Text Box 44">
            <a:extLst>
              <a:ext uri="{FF2B5EF4-FFF2-40B4-BE49-F238E27FC236}">
                <a16:creationId xmlns:a16="http://schemas.microsoft.com/office/drawing/2014/main" id="{D753878A-F72C-4567-BEF2-3BD172BBC5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828800"/>
            <a:ext cx="8077200" cy="270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Reflektirana svjetlost može biti a) </a:t>
            </a:r>
            <a:r>
              <a:rPr lang="hr-HR" altLang="sr-Latn-RS" sz="2000" b="1">
                <a:latin typeface="Arial" panose="020B0604020202020204" pitchFamily="34" charset="0"/>
                <a:cs typeface="Arial" panose="020B0604020202020204" pitchFamily="34" charset="0"/>
              </a:rPr>
              <a:t>difuzna</a:t>
            </a: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 i b) </a:t>
            </a:r>
            <a:r>
              <a:rPr lang="hr-HR" altLang="sr-Latn-RS" sz="2000" b="1">
                <a:latin typeface="Arial" panose="020B0604020202020204" pitchFamily="34" charset="0"/>
                <a:cs typeface="Arial" panose="020B0604020202020204" pitchFamily="34" charset="0"/>
              </a:rPr>
              <a:t>zrcalna</a:t>
            </a: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	a) </a:t>
            </a:r>
            <a:r>
              <a:rPr lang="hr-HR" altLang="sr-Latn-RS" sz="2000" i="1">
                <a:latin typeface="Arial" panose="020B0604020202020204" pitchFamily="34" charset="0"/>
                <a:cs typeface="Arial" panose="020B0604020202020204" pitchFamily="34" charset="0"/>
              </a:rPr>
              <a:t>Difuzno reflektirana ili transmitirana svjetlost</a:t>
            </a: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 je ona 	svjetlost koja je, nakon što je ušla ispod površine nekog 	objekta, apsorbirana i potom reemitirana.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	Zraka je raspršena u svim smjerovima podjednako -&gt; položaj 	promatrača je nevažan.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</p:txBody>
      </p:sp>
      <p:sp>
        <p:nvSpPr>
          <p:cNvPr id="24623" name="Rectangle 45">
            <a:extLst>
              <a:ext uri="{FF2B5EF4-FFF2-40B4-BE49-F238E27FC236}">
                <a16:creationId xmlns:a16="http://schemas.microsoft.com/office/drawing/2014/main" id="{9905C2BB-94D9-4AEE-965E-48B060A4BE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4175" y="26241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24624" name="Picture 47" descr="slika73a">
            <a:extLst>
              <a:ext uri="{FF2B5EF4-FFF2-40B4-BE49-F238E27FC236}">
                <a16:creationId xmlns:a16="http://schemas.microsoft.com/office/drawing/2014/main" id="{690940DE-91A5-434F-9F8C-302EAA5452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313" y="4149725"/>
            <a:ext cx="4294187" cy="19446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52243FD4-1061-459A-98F4-70740708CC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Modeli osvjetljavanja</a:t>
            </a:r>
            <a:r>
              <a:rPr lang="en-GB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5603" name="Date Placeholder 2">
            <a:extLst>
              <a:ext uri="{FF2B5EF4-FFF2-40B4-BE49-F238E27FC236}">
                <a16:creationId xmlns:a16="http://schemas.microsoft.com/office/drawing/2014/main" id="{29B8CA48-6A0F-403E-8091-7C9CF3001D0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fld id="{5AEE5C26-1D78-48A5-9C34-C10CAD37E7B4}" type="datetime1">
              <a:rPr lang="sr-Latn-RS" altLang="sr-Latn-RS" sz="1400" smtClean="0">
                <a:latin typeface="Arial" panose="020B0604020202020204" pitchFamily="34" charset="0"/>
                <a:cs typeface="Arial" panose="020B0604020202020204" pitchFamily="34" charset="0"/>
              </a:rPr>
              <a:t>31.10.2025.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132" name="Slide Number Placeholder 4">
            <a:extLst>
              <a:ext uri="{FF2B5EF4-FFF2-40B4-BE49-F238E27FC236}">
                <a16:creationId xmlns:a16="http://schemas.microsoft.com/office/drawing/2014/main" id="{A949387C-33E0-48D9-801F-95B6B8C24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fld id="{0C357ACD-E6D6-49F8-9D53-C2C3BC1B6279}" type="slidenum">
              <a:rPr lang="en-GB" altLang="sr-Latn-RS" sz="1400"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t>21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605" name="Rectangle 3">
            <a:extLst>
              <a:ext uri="{FF2B5EF4-FFF2-40B4-BE49-F238E27FC236}">
                <a16:creationId xmlns:a16="http://schemas.microsoft.com/office/drawing/2014/main" id="{2A4144D1-DDD3-4A6B-8591-932C5258A6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1850" y="26812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06" name="Rectangle 4">
            <a:extLst>
              <a:ext uri="{FF2B5EF4-FFF2-40B4-BE49-F238E27FC236}">
                <a16:creationId xmlns:a16="http://schemas.microsoft.com/office/drawing/2014/main" id="{26A3B331-5E0D-4DC5-828A-7D9C4F6917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6574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07" name="Rectangle 5">
            <a:extLst>
              <a:ext uri="{FF2B5EF4-FFF2-40B4-BE49-F238E27FC236}">
                <a16:creationId xmlns:a16="http://schemas.microsoft.com/office/drawing/2014/main" id="{193CF9DF-53D2-4C06-8139-DDDF64DC9B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3688" y="2519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08" name="Rectangle 6">
            <a:extLst>
              <a:ext uri="{FF2B5EF4-FFF2-40B4-BE49-F238E27FC236}">
                <a16:creationId xmlns:a16="http://schemas.microsoft.com/office/drawing/2014/main" id="{30EA3EEA-8695-40DA-B7A9-19B0267D86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9900" y="2252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09" name="Rectangle 7">
            <a:extLst>
              <a:ext uri="{FF2B5EF4-FFF2-40B4-BE49-F238E27FC236}">
                <a16:creationId xmlns:a16="http://schemas.microsoft.com/office/drawing/2014/main" id="{E4261837-2584-4005-B4A5-279D87193F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6538" y="13716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10" name="Rectangle 8">
            <a:extLst>
              <a:ext uri="{FF2B5EF4-FFF2-40B4-BE49-F238E27FC236}">
                <a16:creationId xmlns:a16="http://schemas.microsoft.com/office/drawing/2014/main" id="{F315DBA4-6C32-4F12-861C-FB825A917A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6650" y="32194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11" name="Rectangle 9">
            <a:extLst>
              <a:ext uri="{FF2B5EF4-FFF2-40B4-BE49-F238E27FC236}">
                <a16:creationId xmlns:a16="http://schemas.microsoft.com/office/drawing/2014/main" id="{88A8935F-F1BD-4CEA-8D9E-B4BAC48E4D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2213" y="2466975"/>
            <a:ext cx="9144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612" name="Rectangle 10">
            <a:extLst>
              <a:ext uri="{FF2B5EF4-FFF2-40B4-BE49-F238E27FC236}">
                <a16:creationId xmlns:a16="http://schemas.microsoft.com/office/drawing/2014/main" id="{9FFED5DF-8BA5-4E37-9496-10962D7537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42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13" name="Rectangle 11">
            <a:extLst>
              <a:ext uri="{FF2B5EF4-FFF2-40B4-BE49-F238E27FC236}">
                <a16:creationId xmlns:a16="http://schemas.microsoft.com/office/drawing/2014/main" id="{91BA0821-C6CC-439F-A870-31D4EB3002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1888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14" name="Rectangle 12">
            <a:extLst>
              <a:ext uri="{FF2B5EF4-FFF2-40B4-BE49-F238E27FC236}">
                <a16:creationId xmlns:a16="http://schemas.microsoft.com/office/drawing/2014/main" id="{BF3F5C09-635B-437D-BBCB-2AB65068A8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15" name="Rectangle 13">
            <a:extLst>
              <a:ext uri="{FF2B5EF4-FFF2-40B4-BE49-F238E27FC236}">
                <a16:creationId xmlns:a16="http://schemas.microsoft.com/office/drawing/2014/main" id="{30AF1585-5CBF-47FF-9765-05BF3E771A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16" name="Rectangle 14">
            <a:extLst>
              <a:ext uri="{FF2B5EF4-FFF2-40B4-BE49-F238E27FC236}">
                <a16:creationId xmlns:a16="http://schemas.microsoft.com/office/drawing/2014/main" id="{4FEC26C1-8A23-47CA-995F-94924FFE0B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7538" y="22288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17" name="Rectangle 15">
            <a:extLst>
              <a:ext uri="{FF2B5EF4-FFF2-40B4-BE49-F238E27FC236}">
                <a16:creationId xmlns:a16="http://schemas.microsoft.com/office/drawing/2014/main" id="{1D4F8346-25EF-411C-9F71-F4D2C32943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2300" y="3281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18" name="Rectangle 16">
            <a:extLst>
              <a:ext uri="{FF2B5EF4-FFF2-40B4-BE49-F238E27FC236}">
                <a16:creationId xmlns:a16="http://schemas.microsoft.com/office/drawing/2014/main" id="{13221D8C-0E50-4B86-B5CD-2ECE3C8A58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3263" y="32861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19" name="Rectangle 17">
            <a:extLst>
              <a:ext uri="{FF2B5EF4-FFF2-40B4-BE49-F238E27FC236}">
                <a16:creationId xmlns:a16="http://schemas.microsoft.com/office/drawing/2014/main" id="{1E1CCAB6-335A-4C1A-9AFF-3A70E680A7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1338" y="2138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20" name="Rectangle 18">
            <a:extLst>
              <a:ext uri="{FF2B5EF4-FFF2-40B4-BE49-F238E27FC236}">
                <a16:creationId xmlns:a16="http://schemas.microsoft.com/office/drawing/2014/main" id="{21BE784A-D65B-4351-B7EF-41320ECC46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5688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21" name="Rectangle 19">
            <a:extLst>
              <a:ext uri="{FF2B5EF4-FFF2-40B4-BE49-F238E27FC236}">
                <a16:creationId xmlns:a16="http://schemas.microsoft.com/office/drawing/2014/main" id="{EC4D8695-451B-4191-A46E-FC9C0E753C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5288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22" name="Rectangle 20">
            <a:extLst>
              <a:ext uri="{FF2B5EF4-FFF2-40B4-BE49-F238E27FC236}">
                <a16:creationId xmlns:a16="http://schemas.microsoft.com/office/drawing/2014/main" id="{98070F2B-4560-4EC3-AAAB-F61B52AD8B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3281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23" name="Rectangle 21">
            <a:extLst>
              <a:ext uri="{FF2B5EF4-FFF2-40B4-BE49-F238E27FC236}">
                <a16:creationId xmlns:a16="http://schemas.microsoft.com/office/drawing/2014/main" id="{0EE46BD1-ADD4-4259-9950-7B24C5B46C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5638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24" name="Rectangle 22">
            <a:extLst>
              <a:ext uri="{FF2B5EF4-FFF2-40B4-BE49-F238E27FC236}">
                <a16:creationId xmlns:a16="http://schemas.microsoft.com/office/drawing/2014/main" id="{B8FD7747-5032-490A-95E8-296F367328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5450" y="2795588"/>
            <a:ext cx="9144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625" name="Rectangle 23">
            <a:extLst>
              <a:ext uri="{FF2B5EF4-FFF2-40B4-BE49-F238E27FC236}">
                <a16:creationId xmlns:a16="http://schemas.microsoft.com/office/drawing/2014/main" id="{B4EB42E6-4357-420D-801B-C2EB4C2B9A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7550" y="2862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26" name="Rectangle 24">
            <a:extLst>
              <a:ext uri="{FF2B5EF4-FFF2-40B4-BE49-F238E27FC236}">
                <a16:creationId xmlns:a16="http://schemas.microsoft.com/office/drawing/2014/main" id="{CF858130-88BE-4646-819E-060B224FC2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27" name="Rectangle 25">
            <a:extLst>
              <a:ext uri="{FF2B5EF4-FFF2-40B4-BE49-F238E27FC236}">
                <a16:creationId xmlns:a16="http://schemas.microsoft.com/office/drawing/2014/main" id="{C5C50D0B-67A7-4702-BD01-42CE89F0E9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28" name="Rectangle 26">
            <a:extLst>
              <a:ext uri="{FF2B5EF4-FFF2-40B4-BE49-F238E27FC236}">
                <a16:creationId xmlns:a16="http://schemas.microsoft.com/office/drawing/2014/main" id="{DDBBCBFF-BA60-490E-9B68-AE378AE921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29" name="Rectangle 27">
            <a:extLst>
              <a:ext uri="{FF2B5EF4-FFF2-40B4-BE49-F238E27FC236}">
                <a16:creationId xmlns:a16="http://schemas.microsoft.com/office/drawing/2014/main" id="{DA8BA3C9-F8F3-4C5E-AEE0-592A2457DA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4675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30" name="Rectangle 28">
            <a:extLst>
              <a:ext uri="{FF2B5EF4-FFF2-40B4-BE49-F238E27FC236}">
                <a16:creationId xmlns:a16="http://schemas.microsoft.com/office/drawing/2014/main" id="{37B14DCD-0892-485A-8704-00EFA3DDF3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670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31" name="Rectangle 29">
            <a:extLst>
              <a:ext uri="{FF2B5EF4-FFF2-40B4-BE49-F238E27FC236}">
                <a16:creationId xmlns:a16="http://schemas.microsoft.com/office/drawing/2014/main" id="{AD689BF0-CDB0-4687-A19E-382007974E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6163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32" name="Rectangle 30">
            <a:extLst>
              <a:ext uri="{FF2B5EF4-FFF2-40B4-BE49-F238E27FC236}">
                <a16:creationId xmlns:a16="http://schemas.microsoft.com/office/drawing/2014/main" id="{F087A564-6EB4-4579-88FB-D025BBEC75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2775" y="2357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33" name="Rectangle 31">
            <a:extLst>
              <a:ext uri="{FF2B5EF4-FFF2-40B4-BE49-F238E27FC236}">
                <a16:creationId xmlns:a16="http://schemas.microsoft.com/office/drawing/2014/main" id="{7426B56A-4D68-4883-B5A9-9CE6378F23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7063" y="22574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34" name="Rectangle 32">
            <a:extLst>
              <a:ext uri="{FF2B5EF4-FFF2-40B4-BE49-F238E27FC236}">
                <a16:creationId xmlns:a16="http://schemas.microsoft.com/office/drawing/2014/main" id="{8A37BCF5-906F-4997-A763-E658FB4D8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7588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35" name="Rectangle 33">
            <a:extLst>
              <a:ext uri="{FF2B5EF4-FFF2-40B4-BE49-F238E27FC236}">
                <a16:creationId xmlns:a16="http://schemas.microsoft.com/office/drawing/2014/main" id="{E6ED2F39-8274-42E0-8787-AD4BFCD580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6588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36" name="Rectangle 34">
            <a:extLst>
              <a:ext uri="{FF2B5EF4-FFF2-40B4-BE49-F238E27FC236}">
                <a16:creationId xmlns:a16="http://schemas.microsoft.com/office/drawing/2014/main" id="{3DB7714C-4672-4438-BF03-A068FA9363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1238" y="2200275"/>
            <a:ext cx="9144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637" name="Rectangle 35">
            <a:extLst>
              <a:ext uri="{FF2B5EF4-FFF2-40B4-BE49-F238E27FC236}">
                <a16:creationId xmlns:a16="http://schemas.microsoft.com/office/drawing/2014/main" id="{0809260A-00A5-402F-ADA9-0AAB6244C4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2363" y="2738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38" name="Rectangle 36">
            <a:extLst>
              <a:ext uri="{FF2B5EF4-FFF2-40B4-BE49-F238E27FC236}">
                <a16:creationId xmlns:a16="http://schemas.microsoft.com/office/drawing/2014/main" id="{2E147A4B-E1C4-4FFE-974F-CE8F61110D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27146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39" name="Rectangle 37">
            <a:extLst>
              <a:ext uri="{FF2B5EF4-FFF2-40B4-BE49-F238E27FC236}">
                <a16:creationId xmlns:a16="http://schemas.microsoft.com/office/drawing/2014/main" id="{207D38EE-3007-447F-B31A-FC168F9242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27098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40" name="Rectangle 38">
            <a:extLst>
              <a:ext uri="{FF2B5EF4-FFF2-40B4-BE49-F238E27FC236}">
                <a16:creationId xmlns:a16="http://schemas.microsoft.com/office/drawing/2014/main" id="{B86ED21E-BDB4-4E8D-A217-06FBB081CE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7038" y="22240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41" name="Rectangle 39">
            <a:extLst>
              <a:ext uri="{FF2B5EF4-FFF2-40B4-BE49-F238E27FC236}">
                <a16:creationId xmlns:a16="http://schemas.microsoft.com/office/drawing/2014/main" id="{744505BE-6FC5-45BE-BB37-897AAEFBEF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2638" y="2214563"/>
            <a:ext cx="9144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642" name="Rectangle 40">
            <a:extLst>
              <a:ext uri="{FF2B5EF4-FFF2-40B4-BE49-F238E27FC236}">
                <a16:creationId xmlns:a16="http://schemas.microsoft.com/office/drawing/2014/main" id="{5AA2C0C1-0EBE-48A7-A57D-22C4C1B8C2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2913" y="3228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43" name="Rectangle 41">
            <a:extLst>
              <a:ext uri="{FF2B5EF4-FFF2-40B4-BE49-F238E27FC236}">
                <a16:creationId xmlns:a16="http://schemas.microsoft.com/office/drawing/2014/main" id="{F9617B44-144E-4090-BDC5-CE9355AF26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6675" y="31432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44" name="Rectangle 42">
            <a:extLst>
              <a:ext uri="{FF2B5EF4-FFF2-40B4-BE49-F238E27FC236}">
                <a16:creationId xmlns:a16="http://schemas.microsoft.com/office/drawing/2014/main" id="{A62F51E5-D087-4114-B4D8-30B759569E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45" name="Rectangle 43">
            <a:extLst>
              <a:ext uri="{FF2B5EF4-FFF2-40B4-BE49-F238E27FC236}">
                <a16:creationId xmlns:a16="http://schemas.microsoft.com/office/drawing/2014/main" id="{BA55267B-483F-458A-8A3A-2642560CAF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6075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46" name="Text Box 44">
            <a:extLst>
              <a:ext uri="{FF2B5EF4-FFF2-40B4-BE49-F238E27FC236}">
                <a16:creationId xmlns:a16="http://schemas.microsoft.com/office/drawing/2014/main" id="{4753F110-EEBA-4C05-AAB9-133CEB03D7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828800"/>
            <a:ext cx="8077200" cy="332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b) </a:t>
            </a:r>
            <a:r>
              <a:rPr lang="hr-HR" altLang="sr-Latn-RS" sz="2000" i="1">
                <a:latin typeface="Arial" panose="020B0604020202020204" pitchFamily="34" charset="0"/>
                <a:cs typeface="Arial" panose="020B0604020202020204" pitchFamily="34" charset="0"/>
              </a:rPr>
              <a:t>Zrcalno reflektirana zraka</a:t>
            </a: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 reflektira se od vanjske površine objekta 	-&gt; ne ulazi pod površinu -&gt; nije raspršena.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Uska zraka svjetlosti koja pada na površinu i uska zraka svjetlosti se reflektira od površine (svojstva reflektirane svjetlosti ostaju u osnovi nepromijenjena)	- </a:t>
            </a:r>
            <a:r>
              <a:rPr lang="hr-HR" altLang="sr-Latn-RS" sz="2000" i="1">
                <a:latin typeface="Arial" panose="020B0604020202020204" pitchFamily="34" charset="0"/>
                <a:cs typeface="Arial" panose="020B0604020202020204" pitchFamily="34" charset="0"/>
              </a:rPr>
              <a:t>ako je dolazno svjetlo bijelo ili npr. crveno: reflektirano svjetlo je bijelo odnosno crveno, te je uglavnom neovisno o boji površine)</a:t>
            </a:r>
            <a:r>
              <a:rPr lang="en-GB" altLang="sr-Latn-RS" sz="2000" i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hr-HR" altLang="sr-Latn-RS" sz="2000" i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hr-HR" altLang="sr-Latn-RS" sz="2000" i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647" name="Rectangle 45">
            <a:extLst>
              <a:ext uri="{FF2B5EF4-FFF2-40B4-BE49-F238E27FC236}">
                <a16:creationId xmlns:a16="http://schemas.microsoft.com/office/drawing/2014/main" id="{D9969FB5-117B-4EB3-A5D7-11446BFD6A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4175" y="26241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25648" name="Picture 46" descr="slika73b">
            <a:extLst>
              <a:ext uri="{FF2B5EF4-FFF2-40B4-BE49-F238E27FC236}">
                <a16:creationId xmlns:a16="http://schemas.microsoft.com/office/drawing/2014/main" id="{F0222F93-5A6E-48C6-95EC-4E19D72FB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9975" y="4221163"/>
            <a:ext cx="4824413" cy="18748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4D8488E7-D6CB-44E3-8E77-7F258560C0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Modeli osvjetljavanja</a:t>
            </a:r>
            <a:r>
              <a:rPr lang="en-GB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6627" name="Date Placeholder 2">
            <a:extLst>
              <a:ext uri="{FF2B5EF4-FFF2-40B4-BE49-F238E27FC236}">
                <a16:creationId xmlns:a16="http://schemas.microsoft.com/office/drawing/2014/main" id="{3AFE5D9C-9546-4B80-8052-CA50D66B318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fld id="{5693A1FA-777A-4CE6-A427-AE44F477DD6C}" type="datetime1">
              <a:rPr lang="sr-Latn-RS" altLang="sr-Latn-RS" sz="1400" smtClean="0">
                <a:latin typeface="Arial" panose="020B0604020202020204" pitchFamily="34" charset="0"/>
                <a:cs typeface="Arial" panose="020B0604020202020204" pitchFamily="34" charset="0"/>
              </a:rPr>
              <a:t>31.10.2025.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156" name="Slide Number Placeholder 4">
            <a:extLst>
              <a:ext uri="{FF2B5EF4-FFF2-40B4-BE49-F238E27FC236}">
                <a16:creationId xmlns:a16="http://schemas.microsoft.com/office/drawing/2014/main" id="{1B4EE5BA-B4EA-44FA-8A92-4030D0C00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fld id="{58E54DBD-CBA5-4EC1-A239-26C3F0DDD31C}" type="slidenum">
              <a:rPr lang="en-GB" altLang="sr-Latn-RS" sz="1400"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t>22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629" name="Rectangle 3">
            <a:extLst>
              <a:ext uri="{FF2B5EF4-FFF2-40B4-BE49-F238E27FC236}">
                <a16:creationId xmlns:a16="http://schemas.microsoft.com/office/drawing/2014/main" id="{61679FD4-6A9E-4DFE-A687-87C4576C6C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1850" y="26812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630" name="Rectangle 4">
            <a:extLst>
              <a:ext uri="{FF2B5EF4-FFF2-40B4-BE49-F238E27FC236}">
                <a16:creationId xmlns:a16="http://schemas.microsoft.com/office/drawing/2014/main" id="{452135E2-9D99-4AE3-BB8C-D7E90D4F20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6574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631" name="Rectangle 5">
            <a:extLst>
              <a:ext uri="{FF2B5EF4-FFF2-40B4-BE49-F238E27FC236}">
                <a16:creationId xmlns:a16="http://schemas.microsoft.com/office/drawing/2014/main" id="{7B8FB567-AF5B-4863-8A06-BB57442BFE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3688" y="2519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632" name="Rectangle 6">
            <a:extLst>
              <a:ext uri="{FF2B5EF4-FFF2-40B4-BE49-F238E27FC236}">
                <a16:creationId xmlns:a16="http://schemas.microsoft.com/office/drawing/2014/main" id="{2BF334C7-91DB-4228-9927-7268AA8CE5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9900" y="2252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633" name="Rectangle 7">
            <a:extLst>
              <a:ext uri="{FF2B5EF4-FFF2-40B4-BE49-F238E27FC236}">
                <a16:creationId xmlns:a16="http://schemas.microsoft.com/office/drawing/2014/main" id="{6A539AE3-207C-4785-B71B-CCD74005D0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6538" y="13716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634" name="Rectangle 8">
            <a:extLst>
              <a:ext uri="{FF2B5EF4-FFF2-40B4-BE49-F238E27FC236}">
                <a16:creationId xmlns:a16="http://schemas.microsoft.com/office/drawing/2014/main" id="{7E1470E4-DC5E-4898-A354-E1F1174548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6650" y="32194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635" name="Rectangle 10">
            <a:extLst>
              <a:ext uri="{FF2B5EF4-FFF2-40B4-BE49-F238E27FC236}">
                <a16:creationId xmlns:a16="http://schemas.microsoft.com/office/drawing/2014/main" id="{1BF8CEF0-7E5C-4441-B1C7-87BD05F57C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42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636" name="Rectangle 11">
            <a:extLst>
              <a:ext uri="{FF2B5EF4-FFF2-40B4-BE49-F238E27FC236}">
                <a16:creationId xmlns:a16="http://schemas.microsoft.com/office/drawing/2014/main" id="{A7AD3DD1-1518-49B3-A326-EA2AC8B06B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1888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637" name="Rectangle 12">
            <a:extLst>
              <a:ext uri="{FF2B5EF4-FFF2-40B4-BE49-F238E27FC236}">
                <a16:creationId xmlns:a16="http://schemas.microsoft.com/office/drawing/2014/main" id="{875BA802-4EC1-4D44-868A-3C523B3D54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638" name="Rectangle 13">
            <a:extLst>
              <a:ext uri="{FF2B5EF4-FFF2-40B4-BE49-F238E27FC236}">
                <a16:creationId xmlns:a16="http://schemas.microsoft.com/office/drawing/2014/main" id="{B98054A9-033D-48D4-948F-403BA6D732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639" name="Rectangle 14">
            <a:extLst>
              <a:ext uri="{FF2B5EF4-FFF2-40B4-BE49-F238E27FC236}">
                <a16:creationId xmlns:a16="http://schemas.microsoft.com/office/drawing/2014/main" id="{95D4C706-1C0E-49DB-9FF3-C98EDEE47B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7538" y="22288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640" name="Rectangle 15">
            <a:extLst>
              <a:ext uri="{FF2B5EF4-FFF2-40B4-BE49-F238E27FC236}">
                <a16:creationId xmlns:a16="http://schemas.microsoft.com/office/drawing/2014/main" id="{D9BF21AE-451D-4480-A130-6EE5086DCC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2300" y="3281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641" name="Rectangle 16">
            <a:extLst>
              <a:ext uri="{FF2B5EF4-FFF2-40B4-BE49-F238E27FC236}">
                <a16:creationId xmlns:a16="http://schemas.microsoft.com/office/drawing/2014/main" id="{C6F53F47-B5CB-4B5A-8503-67FFC55E7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3263" y="32861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642" name="Rectangle 17">
            <a:extLst>
              <a:ext uri="{FF2B5EF4-FFF2-40B4-BE49-F238E27FC236}">
                <a16:creationId xmlns:a16="http://schemas.microsoft.com/office/drawing/2014/main" id="{64DC31A9-7D6E-41E0-ADAF-CF7E98A9D1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1338" y="2138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643" name="Rectangle 18">
            <a:extLst>
              <a:ext uri="{FF2B5EF4-FFF2-40B4-BE49-F238E27FC236}">
                <a16:creationId xmlns:a16="http://schemas.microsoft.com/office/drawing/2014/main" id="{4FB01E0E-0A3A-4C07-A480-98D46EA885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5688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644" name="Rectangle 19">
            <a:extLst>
              <a:ext uri="{FF2B5EF4-FFF2-40B4-BE49-F238E27FC236}">
                <a16:creationId xmlns:a16="http://schemas.microsoft.com/office/drawing/2014/main" id="{90492F12-C0CE-4A60-8509-DD8A4BC93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5288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645" name="Rectangle 20">
            <a:extLst>
              <a:ext uri="{FF2B5EF4-FFF2-40B4-BE49-F238E27FC236}">
                <a16:creationId xmlns:a16="http://schemas.microsoft.com/office/drawing/2014/main" id="{04530A25-A3D7-424D-9751-D1E6569717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3281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646" name="Rectangle 21">
            <a:extLst>
              <a:ext uri="{FF2B5EF4-FFF2-40B4-BE49-F238E27FC236}">
                <a16:creationId xmlns:a16="http://schemas.microsoft.com/office/drawing/2014/main" id="{BE24617F-99B4-4DB2-B2F2-C7496198CD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5638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647" name="Rectangle 23">
            <a:extLst>
              <a:ext uri="{FF2B5EF4-FFF2-40B4-BE49-F238E27FC236}">
                <a16:creationId xmlns:a16="http://schemas.microsoft.com/office/drawing/2014/main" id="{EA59527E-FC91-4072-A4C0-B2F46FDA99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7550" y="2862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648" name="Rectangle 24">
            <a:extLst>
              <a:ext uri="{FF2B5EF4-FFF2-40B4-BE49-F238E27FC236}">
                <a16:creationId xmlns:a16="http://schemas.microsoft.com/office/drawing/2014/main" id="{FAF6A6E9-E307-4B3A-9DA1-9C1C970564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649" name="Rectangle 25">
            <a:extLst>
              <a:ext uri="{FF2B5EF4-FFF2-40B4-BE49-F238E27FC236}">
                <a16:creationId xmlns:a16="http://schemas.microsoft.com/office/drawing/2014/main" id="{3007DCA8-D068-41EA-9B74-ACE0A3894A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650" name="Rectangle 26">
            <a:extLst>
              <a:ext uri="{FF2B5EF4-FFF2-40B4-BE49-F238E27FC236}">
                <a16:creationId xmlns:a16="http://schemas.microsoft.com/office/drawing/2014/main" id="{48E81560-4247-4629-9B58-8DCAF56E21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651" name="Rectangle 27">
            <a:extLst>
              <a:ext uri="{FF2B5EF4-FFF2-40B4-BE49-F238E27FC236}">
                <a16:creationId xmlns:a16="http://schemas.microsoft.com/office/drawing/2014/main" id="{E316C03E-5649-46C6-80A0-DF90F3F575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4675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652" name="Rectangle 28">
            <a:extLst>
              <a:ext uri="{FF2B5EF4-FFF2-40B4-BE49-F238E27FC236}">
                <a16:creationId xmlns:a16="http://schemas.microsoft.com/office/drawing/2014/main" id="{48B5E3EB-4E42-4384-BED8-5D1E32EFA5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670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653" name="Rectangle 29">
            <a:extLst>
              <a:ext uri="{FF2B5EF4-FFF2-40B4-BE49-F238E27FC236}">
                <a16:creationId xmlns:a16="http://schemas.microsoft.com/office/drawing/2014/main" id="{FBB33EAC-2153-4F83-8A85-CD29EF4A94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6163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654" name="Rectangle 30">
            <a:extLst>
              <a:ext uri="{FF2B5EF4-FFF2-40B4-BE49-F238E27FC236}">
                <a16:creationId xmlns:a16="http://schemas.microsoft.com/office/drawing/2014/main" id="{0647FC84-97D2-45EA-B35B-A6628ED6B6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2775" y="2357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655" name="Rectangle 31">
            <a:extLst>
              <a:ext uri="{FF2B5EF4-FFF2-40B4-BE49-F238E27FC236}">
                <a16:creationId xmlns:a16="http://schemas.microsoft.com/office/drawing/2014/main" id="{B1C9CF22-247F-4872-B097-D61FF85271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7063" y="22574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656" name="Rectangle 32">
            <a:extLst>
              <a:ext uri="{FF2B5EF4-FFF2-40B4-BE49-F238E27FC236}">
                <a16:creationId xmlns:a16="http://schemas.microsoft.com/office/drawing/2014/main" id="{FD15AC25-9C2A-4B60-BA89-D8AB246F1C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7588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657" name="Rectangle 33">
            <a:extLst>
              <a:ext uri="{FF2B5EF4-FFF2-40B4-BE49-F238E27FC236}">
                <a16:creationId xmlns:a16="http://schemas.microsoft.com/office/drawing/2014/main" id="{994CEA42-5C98-4F38-9BAE-D6438BA5E8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6588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658" name="Rectangle 35">
            <a:extLst>
              <a:ext uri="{FF2B5EF4-FFF2-40B4-BE49-F238E27FC236}">
                <a16:creationId xmlns:a16="http://schemas.microsoft.com/office/drawing/2014/main" id="{4A8A81F1-BBAD-438B-B449-26DF289580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2363" y="2738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659" name="Rectangle 36">
            <a:extLst>
              <a:ext uri="{FF2B5EF4-FFF2-40B4-BE49-F238E27FC236}">
                <a16:creationId xmlns:a16="http://schemas.microsoft.com/office/drawing/2014/main" id="{D4962133-CBB3-4165-A617-77CB232D34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27146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660" name="Rectangle 37">
            <a:extLst>
              <a:ext uri="{FF2B5EF4-FFF2-40B4-BE49-F238E27FC236}">
                <a16:creationId xmlns:a16="http://schemas.microsoft.com/office/drawing/2014/main" id="{76C270F0-13A3-43FA-A0C4-48104442ED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27098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661" name="Rectangle 38">
            <a:extLst>
              <a:ext uri="{FF2B5EF4-FFF2-40B4-BE49-F238E27FC236}">
                <a16:creationId xmlns:a16="http://schemas.microsoft.com/office/drawing/2014/main" id="{B020B411-6932-4E24-B457-E846F35D41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7038" y="22240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662" name="Rectangle 40">
            <a:extLst>
              <a:ext uri="{FF2B5EF4-FFF2-40B4-BE49-F238E27FC236}">
                <a16:creationId xmlns:a16="http://schemas.microsoft.com/office/drawing/2014/main" id="{B22F2732-2B42-4323-84E0-1F04458CAE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2913" y="3228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663" name="Rectangle 41">
            <a:extLst>
              <a:ext uri="{FF2B5EF4-FFF2-40B4-BE49-F238E27FC236}">
                <a16:creationId xmlns:a16="http://schemas.microsoft.com/office/drawing/2014/main" id="{8341330D-48DB-4D0D-91E9-33262B85FD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6675" y="31432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664" name="Rectangle 42">
            <a:extLst>
              <a:ext uri="{FF2B5EF4-FFF2-40B4-BE49-F238E27FC236}">
                <a16:creationId xmlns:a16="http://schemas.microsoft.com/office/drawing/2014/main" id="{A8CB6F98-EB63-446E-AC37-F07BC20ECB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665" name="Rectangle 43">
            <a:extLst>
              <a:ext uri="{FF2B5EF4-FFF2-40B4-BE49-F238E27FC236}">
                <a16:creationId xmlns:a16="http://schemas.microsoft.com/office/drawing/2014/main" id="{D6B9ED1C-ED2F-4305-B651-6904A5993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6075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666" name="Text Box 44">
            <a:extLst>
              <a:ext uri="{FF2B5EF4-FFF2-40B4-BE49-F238E27FC236}">
                <a16:creationId xmlns:a16="http://schemas.microsoft.com/office/drawing/2014/main" id="{A504D3F8-7EA5-4EC6-937F-816E908B51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752600"/>
            <a:ext cx="8077200" cy="270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Materijali površina su općenito: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Char char="-"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 dielektrici (izolatori)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Char char="-"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 vodiči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 Dielektrični materijali su prozirni, a vodljivi materijali su neprozirni</a:t>
            </a:r>
            <a:r>
              <a:rPr lang="en-GB" altLang="sr-Latn-R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hr-HR" altLang="sr-Latn-R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 Prozirni (dielektrični) materijali imaju niski koeficijent refleksije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 Koeficijent refleksije za neprozirne materijale je visok</a:t>
            </a:r>
            <a:r>
              <a:rPr lang="en-GB" altLang="sr-Latn-R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hr-HR" altLang="sr-Latn-R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667" name="Rectangle 45">
            <a:extLst>
              <a:ext uri="{FF2B5EF4-FFF2-40B4-BE49-F238E27FC236}">
                <a16:creationId xmlns:a16="http://schemas.microsoft.com/office/drawing/2014/main" id="{ECCC013D-827E-4BE6-AACF-36A9918C90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4175" y="26241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D21FC36D-1F7C-4343-AF8F-CC839843F6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Jednostavni model osvjetljavanja</a:t>
            </a:r>
            <a:r>
              <a:rPr lang="en-GB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7651" name="Date Placeholder 2">
            <a:extLst>
              <a:ext uri="{FF2B5EF4-FFF2-40B4-BE49-F238E27FC236}">
                <a16:creationId xmlns:a16="http://schemas.microsoft.com/office/drawing/2014/main" id="{8570086A-73C7-4A5A-923F-C5F98D0938A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fld id="{E05EC7E8-84E1-40BA-A660-FB44203F9C29}" type="datetime1">
              <a:rPr lang="sr-Latn-RS" altLang="sr-Latn-RS" sz="1400" smtClean="0">
                <a:latin typeface="Arial" panose="020B0604020202020204" pitchFamily="34" charset="0"/>
                <a:cs typeface="Arial" panose="020B0604020202020204" pitchFamily="34" charset="0"/>
              </a:rPr>
              <a:t>31.10.2025.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180" name="Slide Number Placeholder 4">
            <a:extLst>
              <a:ext uri="{FF2B5EF4-FFF2-40B4-BE49-F238E27FC236}">
                <a16:creationId xmlns:a16="http://schemas.microsoft.com/office/drawing/2014/main" id="{E6336F1B-7106-497E-BDFF-6DF03713C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fld id="{8B89FA52-AE8A-4655-9ACB-5FB741C52C24}" type="slidenum">
              <a:rPr lang="en-GB" altLang="sr-Latn-RS" sz="1400"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t>23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653" name="Rectangle 3">
            <a:extLst>
              <a:ext uri="{FF2B5EF4-FFF2-40B4-BE49-F238E27FC236}">
                <a16:creationId xmlns:a16="http://schemas.microsoft.com/office/drawing/2014/main" id="{49D7E44F-9C90-4D38-BDB8-F82F32EED3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1850" y="26812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54" name="Rectangle 4">
            <a:extLst>
              <a:ext uri="{FF2B5EF4-FFF2-40B4-BE49-F238E27FC236}">
                <a16:creationId xmlns:a16="http://schemas.microsoft.com/office/drawing/2014/main" id="{71AC8338-1BE0-4BE8-81D2-6ED6E01732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6574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55" name="Rectangle 5">
            <a:extLst>
              <a:ext uri="{FF2B5EF4-FFF2-40B4-BE49-F238E27FC236}">
                <a16:creationId xmlns:a16="http://schemas.microsoft.com/office/drawing/2014/main" id="{A6E41222-FEAC-4ADE-BD10-F19968DF66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3688" y="2519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56" name="Rectangle 6">
            <a:extLst>
              <a:ext uri="{FF2B5EF4-FFF2-40B4-BE49-F238E27FC236}">
                <a16:creationId xmlns:a16="http://schemas.microsoft.com/office/drawing/2014/main" id="{92572B78-2ACF-4986-81A8-9CFEE51267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9900" y="2252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57" name="Rectangle 7">
            <a:extLst>
              <a:ext uri="{FF2B5EF4-FFF2-40B4-BE49-F238E27FC236}">
                <a16:creationId xmlns:a16="http://schemas.microsoft.com/office/drawing/2014/main" id="{FEAEF6B8-C633-44C1-ABE3-0B614B8408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6538" y="13716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58" name="Rectangle 8">
            <a:extLst>
              <a:ext uri="{FF2B5EF4-FFF2-40B4-BE49-F238E27FC236}">
                <a16:creationId xmlns:a16="http://schemas.microsoft.com/office/drawing/2014/main" id="{B83FE176-CC55-4073-9660-3872975966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6650" y="32194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59" name="Rectangle 9">
            <a:extLst>
              <a:ext uri="{FF2B5EF4-FFF2-40B4-BE49-F238E27FC236}">
                <a16:creationId xmlns:a16="http://schemas.microsoft.com/office/drawing/2014/main" id="{EEC00DCC-6423-49E3-9E62-2D4441FC64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2213" y="2466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60" name="Rectangle 10">
            <a:extLst>
              <a:ext uri="{FF2B5EF4-FFF2-40B4-BE49-F238E27FC236}">
                <a16:creationId xmlns:a16="http://schemas.microsoft.com/office/drawing/2014/main" id="{4188DED4-EAAA-42F7-BB27-DC7C8C8894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42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61" name="Rectangle 11">
            <a:extLst>
              <a:ext uri="{FF2B5EF4-FFF2-40B4-BE49-F238E27FC236}">
                <a16:creationId xmlns:a16="http://schemas.microsoft.com/office/drawing/2014/main" id="{14B2C9C9-2ABA-4788-92F5-23F4236046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1888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62" name="Rectangle 12">
            <a:extLst>
              <a:ext uri="{FF2B5EF4-FFF2-40B4-BE49-F238E27FC236}">
                <a16:creationId xmlns:a16="http://schemas.microsoft.com/office/drawing/2014/main" id="{F0B6E34F-3681-4122-A19C-66DEC248DF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63" name="Rectangle 13">
            <a:extLst>
              <a:ext uri="{FF2B5EF4-FFF2-40B4-BE49-F238E27FC236}">
                <a16:creationId xmlns:a16="http://schemas.microsoft.com/office/drawing/2014/main" id="{0ADD1C4B-8C7A-4F7C-8E24-4B799FBEF2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64" name="Rectangle 14">
            <a:extLst>
              <a:ext uri="{FF2B5EF4-FFF2-40B4-BE49-F238E27FC236}">
                <a16:creationId xmlns:a16="http://schemas.microsoft.com/office/drawing/2014/main" id="{0A3B7F01-DD10-4612-80AE-8CB1DC71E7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7538" y="22288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65" name="Rectangle 15">
            <a:extLst>
              <a:ext uri="{FF2B5EF4-FFF2-40B4-BE49-F238E27FC236}">
                <a16:creationId xmlns:a16="http://schemas.microsoft.com/office/drawing/2014/main" id="{9BE06E47-584E-4C76-ACB0-F8DD79D96D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2300" y="3281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66" name="Rectangle 16">
            <a:extLst>
              <a:ext uri="{FF2B5EF4-FFF2-40B4-BE49-F238E27FC236}">
                <a16:creationId xmlns:a16="http://schemas.microsoft.com/office/drawing/2014/main" id="{41A493AD-FDED-4CAE-9B74-41BE9E4497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3263" y="32861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67" name="Rectangle 17">
            <a:extLst>
              <a:ext uri="{FF2B5EF4-FFF2-40B4-BE49-F238E27FC236}">
                <a16:creationId xmlns:a16="http://schemas.microsoft.com/office/drawing/2014/main" id="{B93A312B-3519-4CF8-A5F0-0C62322ACB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1338" y="2138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68" name="Rectangle 18">
            <a:extLst>
              <a:ext uri="{FF2B5EF4-FFF2-40B4-BE49-F238E27FC236}">
                <a16:creationId xmlns:a16="http://schemas.microsoft.com/office/drawing/2014/main" id="{D6426B65-0800-4FAE-B918-E3EF299030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5688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69" name="Rectangle 19">
            <a:extLst>
              <a:ext uri="{FF2B5EF4-FFF2-40B4-BE49-F238E27FC236}">
                <a16:creationId xmlns:a16="http://schemas.microsoft.com/office/drawing/2014/main" id="{B3395FF5-2191-4629-B074-F24055543E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5288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70" name="Rectangle 20">
            <a:extLst>
              <a:ext uri="{FF2B5EF4-FFF2-40B4-BE49-F238E27FC236}">
                <a16:creationId xmlns:a16="http://schemas.microsoft.com/office/drawing/2014/main" id="{CD748FA0-D8E6-43BB-9697-D560F72379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3281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71" name="Rectangle 21">
            <a:extLst>
              <a:ext uri="{FF2B5EF4-FFF2-40B4-BE49-F238E27FC236}">
                <a16:creationId xmlns:a16="http://schemas.microsoft.com/office/drawing/2014/main" id="{3844A267-5188-4BB5-A982-3107631DB8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5638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72" name="Rectangle 22">
            <a:extLst>
              <a:ext uri="{FF2B5EF4-FFF2-40B4-BE49-F238E27FC236}">
                <a16:creationId xmlns:a16="http://schemas.microsoft.com/office/drawing/2014/main" id="{69429AC5-DF72-4A35-AF54-786C0ADB75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5450" y="27955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73" name="Rectangle 23">
            <a:extLst>
              <a:ext uri="{FF2B5EF4-FFF2-40B4-BE49-F238E27FC236}">
                <a16:creationId xmlns:a16="http://schemas.microsoft.com/office/drawing/2014/main" id="{0D7E348E-B0B7-4FD3-8553-0E47C0E92D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7550" y="2862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74" name="Rectangle 24">
            <a:extLst>
              <a:ext uri="{FF2B5EF4-FFF2-40B4-BE49-F238E27FC236}">
                <a16:creationId xmlns:a16="http://schemas.microsoft.com/office/drawing/2014/main" id="{E5832D77-EDD3-426F-BE62-1606650FC9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75" name="Rectangle 25">
            <a:extLst>
              <a:ext uri="{FF2B5EF4-FFF2-40B4-BE49-F238E27FC236}">
                <a16:creationId xmlns:a16="http://schemas.microsoft.com/office/drawing/2014/main" id="{0E3F9572-7D67-43D4-82B0-C43DD30185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76" name="Rectangle 26">
            <a:extLst>
              <a:ext uri="{FF2B5EF4-FFF2-40B4-BE49-F238E27FC236}">
                <a16:creationId xmlns:a16="http://schemas.microsoft.com/office/drawing/2014/main" id="{02A7B39E-F90C-452F-812C-9E3A1E9D42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77" name="Rectangle 27">
            <a:extLst>
              <a:ext uri="{FF2B5EF4-FFF2-40B4-BE49-F238E27FC236}">
                <a16:creationId xmlns:a16="http://schemas.microsoft.com/office/drawing/2014/main" id="{8D3FAF67-034A-4AAC-AE2E-AF44E1EF92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4675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78" name="Rectangle 28">
            <a:extLst>
              <a:ext uri="{FF2B5EF4-FFF2-40B4-BE49-F238E27FC236}">
                <a16:creationId xmlns:a16="http://schemas.microsoft.com/office/drawing/2014/main" id="{295080E5-58C1-4809-81C8-9DC2812F65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670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79" name="Rectangle 29">
            <a:extLst>
              <a:ext uri="{FF2B5EF4-FFF2-40B4-BE49-F238E27FC236}">
                <a16:creationId xmlns:a16="http://schemas.microsoft.com/office/drawing/2014/main" id="{9E74209A-255D-4B46-9550-1C023CAA49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6163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80" name="Rectangle 30">
            <a:extLst>
              <a:ext uri="{FF2B5EF4-FFF2-40B4-BE49-F238E27FC236}">
                <a16:creationId xmlns:a16="http://schemas.microsoft.com/office/drawing/2014/main" id="{58A56EF4-EEC2-46CF-9175-ECD24F9D05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2775" y="2357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81" name="Rectangle 31">
            <a:extLst>
              <a:ext uri="{FF2B5EF4-FFF2-40B4-BE49-F238E27FC236}">
                <a16:creationId xmlns:a16="http://schemas.microsoft.com/office/drawing/2014/main" id="{C54497BF-DE90-44E6-8EE4-8667516E89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7063" y="22574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82" name="Rectangle 32">
            <a:extLst>
              <a:ext uri="{FF2B5EF4-FFF2-40B4-BE49-F238E27FC236}">
                <a16:creationId xmlns:a16="http://schemas.microsoft.com/office/drawing/2014/main" id="{822A6358-5F94-4CA1-A68D-9D1DD6EA66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7588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83" name="Rectangle 33">
            <a:extLst>
              <a:ext uri="{FF2B5EF4-FFF2-40B4-BE49-F238E27FC236}">
                <a16:creationId xmlns:a16="http://schemas.microsoft.com/office/drawing/2014/main" id="{A4134896-7C05-44DE-BBF5-9B8F9E0A7C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6588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84" name="Rectangle 34">
            <a:extLst>
              <a:ext uri="{FF2B5EF4-FFF2-40B4-BE49-F238E27FC236}">
                <a16:creationId xmlns:a16="http://schemas.microsoft.com/office/drawing/2014/main" id="{C7572566-EF24-466F-9432-12BD7F25E5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1238" y="22002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85" name="Rectangle 35">
            <a:extLst>
              <a:ext uri="{FF2B5EF4-FFF2-40B4-BE49-F238E27FC236}">
                <a16:creationId xmlns:a16="http://schemas.microsoft.com/office/drawing/2014/main" id="{06F866EA-9237-4C6C-97EC-22AF543743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2363" y="2738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86" name="Rectangle 36">
            <a:extLst>
              <a:ext uri="{FF2B5EF4-FFF2-40B4-BE49-F238E27FC236}">
                <a16:creationId xmlns:a16="http://schemas.microsoft.com/office/drawing/2014/main" id="{F70CED8F-76A0-4469-8B65-93B1C4B1D7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27146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87" name="Rectangle 37">
            <a:extLst>
              <a:ext uri="{FF2B5EF4-FFF2-40B4-BE49-F238E27FC236}">
                <a16:creationId xmlns:a16="http://schemas.microsoft.com/office/drawing/2014/main" id="{82280E6D-2CD4-41F8-9C7A-81019CDDCC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27098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88" name="Rectangle 38">
            <a:extLst>
              <a:ext uri="{FF2B5EF4-FFF2-40B4-BE49-F238E27FC236}">
                <a16:creationId xmlns:a16="http://schemas.microsoft.com/office/drawing/2014/main" id="{73F3EA05-2CCE-4171-8E1B-9B4E0D62E2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7038" y="22240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89" name="Rectangle 39">
            <a:extLst>
              <a:ext uri="{FF2B5EF4-FFF2-40B4-BE49-F238E27FC236}">
                <a16:creationId xmlns:a16="http://schemas.microsoft.com/office/drawing/2014/main" id="{76ED2348-0420-4012-ACD7-0DB9E69ED3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2638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90" name="Rectangle 40">
            <a:extLst>
              <a:ext uri="{FF2B5EF4-FFF2-40B4-BE49-F238E27FC236}">
                <a16:creationId xmlns:a16="http://schemas.microsoft.com/office/drawing/2014/main" id="{C1B9B3FE-45FC-430F-860A-B512F916DA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2913" y="3228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91" name="Rectangle 41">
            <a:extLst>
              <a:ext uri="{FF2B5EF4-FFF2-40B4-BE49-F238E27FC236}">
                <a16:creationId xmlns:a16="http://schemas.microsoft.com/office/drawing/2014/main" id="{87408271-6A48-4F11-A29F-CB734790CB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6675" y="31432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92" name="Rectangle 42">
            <a:extLst>
              <a:ext uri="{FF2B5EF4-FFF2-40B4-BE49-F238E27FC236}">
                <a16:creationId xmlns:a16="http://schemas.microsoft.com/office/drawing/2014/main" id="{A042DB93-78B0-48E9-AD1C-A4740B8CCB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93" name="Rectangle 43">
            <a:extLst>
              <a:ext uri="{FF2B5EF4-FFF2-40B4-BE49-F238E27FC236}">
                <a16:creationId xmlns:a16="http://schemas.microsoft.com/office/drawing/2014/main" id="{D1F953DC-EABE-4BC7-84F4-4CBDCA161D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6075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94" name="Text Box 44">
            <a:extLst>
              <a:ext uri="{FF2B5EF4-FFF2-40B4-BE49-F238E27FC236}">
                <a16:creationId xmlns:a16="http://schemas.microsoft.com/office/drawing/2014/main" id="{050AF848-D1BA-4071-B490-32D4F33952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752600"/>
            <a:ext cx="80772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Po Lambertovom zakonu djelić neki površine </a:t>
            </a:r>
            <a:r>
              <a:rPr lang="hr-HR" altLang="sr-Latn-RS" sz="2000" i="1">
                <a:latin typeface="Arial" panose="020B0604020202020204" pitchFamily="34" charset="0"/>
                <a:cs typeface="Arial" panose="020B0604020202020204" pitchFamily="34" charset="0"/>
              </a:rPr>
              <a:t>dS</a:t>
            </a: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 rasvijetljen je proporcionalno kosinusu kuta pod kojim zraka svjetlosti upada na površinu. </a:t>
            </a:r>
          </a:p>
        </p:txBody>
      </p:sp>
      <p:sp>
        <p:nvSpPr>
          <p:cNvPr id="27695" name="Rectangle 45">
            <a:extLst>
              <a:ext uri="{FF2B5EF4-FFF2-40B4-BE49-F238E27FC236}">
                <a16:creationId xmlns:a16="http://schemas.microsoft.com/office/drawing/2014/main" id="{FD0A8C6D-5621-4F58-9957-92A81440E4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4175" y="26241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27696" name="Picture 49">
            <a:extLst>
              <a:ext uri="{FF2B5EF4-FFF2-40B4-BE49-F238E27FC236}">
                <a16:creationId xmlns:a16="http://schemas.microsoft.com/office/drawing/2014/main" id="{1775B5E8-3367-4E41-AE13-3DD2320AFF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3124200"/>
            <a:ext cx="4648200" cy="256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6ACAD4E4-84E9-4C23-BDD2-1546EDB83D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Jednostavni model osvjetljavanja</a:t>
            </a:r>
            <a:r>
              <a:rPr lang="en-GB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8675" name="Date Placeholder 2">
            <a:extLst>
              <a:ext uri="{FF2B5EF4-FFF2-40B4-BE49-F238E27FC236}">
                <a16:creationId xmlns:a16="http://schemas.microsoft.com/office/drawing/2014/main" id="{5714E4AF-0850-4B8D-8C58-6F1FD0DC5B3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fld id="{31FF6CE4-2124-4622-B208-34FF918B4B6A}" type="datetime1">
              <a:rPr lang="sr-Latn-RS" altLang="sr-Latn-RS" sz="1400" smtClean="0">
                <a:latin typeface="Arial" panose="020B0604020202020204" pitchFamily="34" charset="0"/>
                <a:cs typeface="Arial" panose="020B0604020202020204" pitchFamily="34" charset="0"/>
              </a:rPr>
              <a:t>31.10.2025.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29" name="Slide Number Placeholder 4">
            <a:extLst>
              <a:ext uri="{FF2B5EF4-FFF2-40B4-BE49-F238E27FC236}">
                <a16:creationId xmlns:a16="http://schemas.microsoft.com/office/drawing/2014/main" id="{6EEB49B2-85C4-47A6-9731-8E45905C1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fld id="{2E550B88-46ED-4172-901B-7EB34665909A}" type="slidenum">
              <a:rPr lang="en-GB" altLang="sr-Latn-RS" sz="1400"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t>24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677" name="Rectangle 3">
            <a:extLst>
              <a:ext uri="{FF2B5EF4-FFF2-40B4-BE49-F238E27FC236}">
                <a16:creationId xmlns:a16="http://schemas.microsoft.com/office/drawing/2014/main" id="{FEC1B67C-F9B8-46E2-A39F-F979E4525B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1850" y="26812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678" name="Rectangle 4">
            <a:extLst>
              <a:ext uri="{FF2B5EF4-FFF2-40B4-BE49-F238E27FC236}">
                <a16:creationId xmlns:a16="http://schemas.microsoft.com/office/drawing/2014/main" id="{542819C9-7674-42CD-B696-838A0A659E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6574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679" name="Rectangle 5">
            <a:extLst>
              <a:ext uri="{FF2B5EF4-FFF2-40B4-BE49-F238E27FC236}">
                <a16:creationId xmlns:a16="http://schemas.microsoft.com/office/drawing/2014/main" id="{AB02FCFF-A23B-489C-B8EA-537359A545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3688" y="2519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680" name="Rectangle 6">
            <a:extLst>
              <a:ext uri="{FF2B5EF4-FFF2-40B4-BE49-F238E27FC236}">
                <a16:creationId xmlns:a16="http://schemas.microsoft.com/office/drawing/2014/main" id="{9E0841CA-84D7-4337-BFCC-D301F5F003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9900" y="2252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681" name="Rectangle 7">
            <a:extLst>
              <a:ext uri="{FF2B5EF4-FFF2-40B4-BE49-F238E27FC236}">
                <a16:creationId xmlns:a16="http://schemas.microsoft.com/office/drawing/2014/main" id="{D78809D3-309D-4FFE-89D9-2A8A2D71F0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6538" y="13716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682" name="Rectangle 8">
            <a:extLst>
              <a:ext uri="{FF2B5EF4-FFF2-40B4-BE49-F238E27FC236}">
                <a16:creationId xmlns:a16="http://schemas.microsoft.com/office/drawing/2014/main" id="{B4A21C09-BE4A-4A01-AC0F-EFC1E46362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6650" y="32194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683" name="Rectangle 9">
            <a:extLst>
              <a:ext uri="{FF2B5EF4-FFF2-40B4-BE49-F238E27FC236}">
                <a16:creationId xmlns:a16="http://schemas.microsoft.com/office/drawing/2014/main" id="{D1A9FD71-0B76-465C-AF02-5BE1D5D300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2213" y="2466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684" name="Rectangle 10">
            <a:extLst>
              <a:ext uri="{FF2B5EF4-FFF2-40B4-BE49-F238E27FC236}">
                <a16:creationId xmlns:a16="http://schemas.microsoft.com/office/drawing/2014/main" id="{D4E18CF4-8457-4CFC-A460-C4C732FCAF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42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685" name="Rectangle 11">
            <a:extLst>
              <a:ext uri="{FF2B5EF4-FFF2-40B4-BE49-F238E27FC236}">
                <a16:creationId xmlns:a16="http://schemas.microsoft.com/office/drawing/2014/main" id="{393B4845-4A38-475E-9439-3AB96C7093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1888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686" name="Rectangle 12">
            <a:extLst>
              <a:ext uri="{FF2B5EF4-FFF2-40B4-BE49-F238E27FC236}">
                <a16:creationId xmlns:a16="http://schemas.microsoft.com/office/drawing/2014/main" id="{A75859B7-F520-4859-BB54-9F21FF6D91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687" name="Rectangle 13">
            <a:extLst>
              <a:ext uri="{FF2B5EF4-FFF2-40B4-BE49-F238E27FC236}">
                <a16:creationId xmlns:a16="http://schemas.microsoft.com/office/drawing/2014/main" id="{C94DC992-7672-4DC1-AF9A-C3509814DA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688" name="Rectangle 14">
            <a:extLst>
              <a:ext uri="{FF2B5EF4-FFF2-40B4-BE49-F238E27FC236}">
                <a16:creationId xmlns:a16="http://schemas.microsoft.com/office/drawing/2014/main" id="{9321C9DD-AB68-4FD1-846B-259428C38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7538" y="22288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689" name="Rectangle 15">
            <a:extLst>
              <a:ext uri="{FF2B5EF4-FFF2-40B4-BE49-F238E27FC236}">
                <a16:creationId xmlns:a16="http://schemas.microsoft.com/office/drawing/2014/main" id="{8DBBCAF4-C5FA-472F-B6E2-895571D385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2300" y="3281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690" name="Rectangle 16">
            <a:extLst>
              <a:ext uri="{FF2B5EF4-FFF2-40B4-BE49-F238E27FC236}">
                <a16:creationId xmlns:a16="http://schemas.microsoft.com/office/drawing/2014/main" id="{3EC41519-F00D-41B2-9EFE-FCE960EF60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3263" y="32861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691" name="Rectangle 17">
            <a:extLst>
              <a:ext uri="{FF2B5EF4-FFF2-40B4-BE49-F238E27FC236}">
                <a16:creationId xmlns:a16="http://schemas.microsoft.com/office/drawing/2014/main" id="{EDBB5C87-8953-417C-B058-763495F3A0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1338" y="2138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692" name="Rectangle 18">
            <a:extLst>
              <a:ext uri="{FF2B5EF4-FFF2-40B4-BE49-F238E27FC236}">
                <a16:creationId xmlns:a16="http://schemas.microsoft.com/office/drawing/2014/main" id="{BD963E7C-B817-42AA-A09A-6B63F8C092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5688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693" name="Rectangle 19">
            <a:extLst>
              <a:ext uri="{FF2B5EF4-FFF2-40B4-BE49-F238E27FC236}">
                <a16:creationId xmlns:a16="http://schemas.microsoft.com/office/drawing/2014/main" id="{ABA99A21-3A42-4CD0-BB13-94937D0DAA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5288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694" name="Rectangle 20">
            <a:extLst>
              <a:ext uri="{FF2B5EF4-FFF2-40B4-BE49-F238E27FC236}">
                <a16:creationId xmlns:a16="http://schemas.microsoft.com/office/drawing/2014/main" id="{2A8C7B79-85A3-4D5F-838B-EDBF50BBD4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3281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695" name="Rectangle 21">
            <a:extLst>
              <a:ext uri="{FF2B5EF4-FFF2-40B4-BE49-F238E27FC236}">
                <a16:creationId xmlns:a16="http://schemas.microsoft.com/office/drawing/2014/main" id="{AEEE8BC1-D6B9-404D-8342-878D73A740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5638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696" name="Rectangle 22">
            <a:extLst>
              <a:ext uri="{FF2B5EF4-FFF2-40B4-BE49-F238E27FC236}">
                <a16:creationId xmlns:a16="http://schemas.microsoft.com/office/drawing/2014/main" id="{F3AABF64-56D3-441B-88ED-54D8F690EF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5450" y="2795588"/>
            <a:ext cx="9144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697" name="Rectangle 23">
            <a:extLst>
              <a:ext uri="{FF2B5EF4-FFF2-40B4-BE49-F238E27FC236}">
                <a16:creationId xmlns:a16="http://schemas.microsoft.com/office/drawing/2014/main" id="{E7C68845-0EB8-45E9-8433-390CAD4317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7550" y="2862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698" name="Rectangle 24">
            <a:extLst>
              <a:ext uri="{FF2B5EF4-FFF2-40B4-BE49-F238E27FC236}">
                <a16:creationId xmlns:a16="http://schemas.microsoft.com/office/drawing/2014/main" id="{35791B26-67AF-4E7B-9C6F-2536638340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699" name="Rectangle 25">
            <a:extLst>
              <a:ext uri="{FF2B5EF4-FFF2-40B4-BE49-F238E27FC236}">
                <a16:creationId xmlns:a16="http://schemas.microsoft.com/office/drawing/2014/main" id="{AC544467-9843-4703-883A-78CB702A2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700" name="Rectangle 26">
            <a:extLst>
              <a:ext uri="{FF2B5EF4-FFF2-40B4-BE49-F238E27FC236}">
                <a16:creationId xmlns:a16="http://schemas.microsoft.com/office/drawing/2014/main" id="{C897703B-4506-4FC3-9AF7-C83A2C74DA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701" name="Rectangle 27">
            <a:extLst>
              <a:ext uri="{FF2B5EF4-FFF2-40B4-BE49-F238E27FC236}">
                <a16:creationId xmlns:a16="http://schemas.microsoft.com/office/drawing/2014/main" id="{AA5C2B01-E3A2-4BBC-B1BB-563E3362FC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4675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702" name="Rectangle 28">
            <a:extLst>
              <a:ext uri="{FF2B5EF4-FFF2-40B4-BE49-F238E27FC236}">
                <a16:creationId xmlns:a16="http://schemas.microsoft.com/office/drawing/2014/main" id="{D837A906-C230-4D14-B8BE-E7E1BC8CD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670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703" name="Rectangle 29">
            <a:extLst>
              <a:ext uri="{FF2B5EF4-FFF2-40B4-BE49-F238E27FC236}">
                <a16:creationId xmlns:a16="http://schemas.microsoft.com/office/drawing/2014/main" id="{61CF05CD-535A-4605-ABBC-680D07F531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6163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704" name="Rectangle 30">
            <a:extLst>
              <a:ext uri="{FF2B5EF4-FFF2-40B4-BE49-F238E27FC236}">
                <a16:creationId xmlns:a16="http://schemas.microsoft.com/office/drawing/2014/main" id="{53E218CD-99F5-40B7-B79B-BB5F72B1C6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2775" y="2357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705" name="Rectangle 31">
            <a:extLst>
              <a:ext uri="{FF2B5EF4-FFF2-40B4-BE49-F238E27FC236}">
                <a16:creationId xmlns:a16="http://schemas.microsoft.com/office/drawing/2014/main" id="{56655AD4-8BC0-415F-B985-3F83EE9A50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7063" y="22574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706" name="Rectangle 32">
            <a:extLst>
              <a:ext uri="{FF2B5EF4-FFF2-40B4-BE49-F238E27FC236}">
                <a16:creationId xmlns:a16="http://schemas.microsoft.com/office/drawing/2014/main" id="{B099481F-084F-4934-A19F-7ECEDBA007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7588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707" name="Rectangle 33">
            <a:extLst>
              <a:ext uri="{FF2B5EF4-FFF2-40B4-BE49-F238E27FC236}">
                <a16:creationId xmlns:a16="http://schemas.microsoft.com/office/drawing/2014/main" id="{8FC210E2-1082-48BA-B283-6FEFEB858F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6588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708" name="Rectangle 35">
            <a:extLst>
              <a:ext uri="{FF2B5EF4-FFF2-40B4-BE49-F238E27FC236}">
                <a16:creationId xmlns:a16="http://schemas.microsoft.com/office/drawing/2014/main" id="{E98B84D5-746A-4F01-8C4F-79B25AE1C9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2363" y="2738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709" name="Rectangle 36">
            <a:extLst>
              <a:ext uri="{FF2B5EF4-FFF2-40B4-BE49-F238E27FC236}">
                <a16:creationId xmlns:a16="http://schemas.microsoft.com/office/drawing/2014/main" id="{A15EA04D-F5AA-4B61-AEBD-42A041CC7F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27146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710" name="Rectangle 37">
            <a:extLst>
              <a:ext uri="{FF2B5EF4-FFF2-40B4-BE49-F238E27FC236}">
                <a16:creationId xmlns:a16="http://schemas.microsoft.com/office/drawing/2014/main" id="{44890182-B629-4DE3-94AC-F218DDE545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27098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711" name="Rectangle 38">
            <a:extLst>
              <a:ext uri="{FF2B5EF4-FFF2-40B4-BE49-F238E27FC236}">
                <a16:creationId xmlns:a16="http://schemas.microsoft.com/office/drawing/2014/main" id="{1B4E90F3-B907-4E0E-A647-32259BE41F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7038" y="22240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712" name="Rectangle 40">
            <a:extLst>
              <a:ext uri="{FF2B5EF4-FFF2-40B4-BE49-F238E27FC236}">
                <a16:creationId xmlns:a16="http://schemas.microsoft.com/office/drawing/2014/main" id="{FF555C21-2E80-4F3C-A521-AF843CCD04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2913" y="3228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713" name="Rectangle 41">
            <a:extLst>
              <a:ext uri="{FF2B5EF4-FFF2-40B4-BE49-F238E27FC236}">
                <a16:creationId xmlns:a16="http://schemas.microsoft.com/office/drawing/2014/main" id="{BDA6F3E3-CD5F-453F-9F1D-6F1BF109E6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6675" y="31432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714" name="Rectangle 42">
            <a:extLst>
              <a:ext uri="{FF2B5EF4-FFF2-40B4-BE49-F238E27FC236}">
                <a16:creationId xmlns:a16="http://schemas.microsoft.com/office/drawing/2014/main" id="{553E2777-210F-4511-BD42-E7B0062C18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715" name="Rectangle 43">
            <a:extLst>
              <a:ext uri="{FF2B5EF4-FFF2-40B4-BE49-F238E27FC236}">
                <a16:creationId xmlns:a16="http://schemas.microsoft.com/office/drawing/2014/main" id="{55EDD6C2-BDAB-4384-952B-EC2836B683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6075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716" name="Text Box 44">
            <a:extLst>
              <a:ext uri="{FF2B5EF4-FFF2-40B4-BE49-F238E27FC236}">
                <a16:creationId xmlns:a16="http://schemas.microsoft.com/office/drawing/2014/main" id="{97F961E6-68F6-4CC0-AD60-C188E02C29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752600"/>
            <a:ext cx="80772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Po Lambertovom zakonu djelić neki površine </a:t>
            </a:r>
            <a:r>
              <a:rPr lang="hr-HR" altLang="sr-Latn-RS" sz="2000" i="1">
                <a:latin typeface="Arial" panose="020B0604020202020204" pitchFamily="34" charset="0"/>
                <a:cs typeface="Arial" panose="020B0604020202020204" pitchFamily="34" charset="0"/>
              </a:rPr>
              <a:t>dS</a:t>
            </a: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 rasvijetljen je proporcionalno kosinusu kuta pod kojim zraka svjetlosti upada na površinu:</a:t>
            </a:r>
          </a:p>
        </p:txBody>
      </p:sp>
      <p:sp>
        <p:nvSpPr>
          <p:cNvPr id="28717" name="Rectangle 45">
            <a:extLst>
              <a:ext uri="{FF2B5EF4-FFF2-40B4-BE49-F238E27FC236}">
                <a16:creationId xmlns:a16="http://schemas.microsoft.com/office/drawing/2014/main" id="{63045A8C-457B-4FD1-8334-5F6CDB7429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4175" y="26241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8718" name="Object 2">
            <a:extLst>
              <a:ext uri="{FF2B5EF4-FFF2-40B4-BE49-F238E27FC236}">
                <a16:creationId xmlns:a16="http://schemas.microsoft.com/office/drawing/2014/main" id="{078FE898-2009-4EFD-87EB-97DB906E3E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6000" y="3048000"/>
          <a:ext cx="4814888" cy="773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070100" imgH="330200" progId="Equation.3">
                  <p:embed/>
                </p:oleObj>
              </mc:Choice>
              <mc:Fallback>
                <p:oleObj r:id="rId3" imgW="2070100" imgH="330200" progId="Equation.3">
                  <p:embed/>
                  <p:pic>
                    <p:nvPicPr>
                      <p:cNvPr id="28718" name="Object 2">
                        <a:extLst>
                          <a:ext uri="{FF2B5EF4-FFF2-40B4-BE49-F238E27FC236}">
                            <a16:creationId xmlns:a16="http://schemas.microsoft.com/office/drawing/2014/main" id="{078FE898-2009-4EFD-87EB-97DB906E3E8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3048000"/>
                        <a:ext cx="4814888" cy="77311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719" name="Text Box 49">
            <a:extLst>
              <a:ext uri="{FF2B5EF4-FFF2-40B4-BE49-F238E27FC236}">
                <a16:creationId xmlns:a16="http://schemas.microsoft.com/office/drawing/2014/main" id="{207B2516-250A-40EC-9FE2-912C5A23DE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4114800"/>
            <a:ext cx="7848600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reflektirani intenzitet = intenzitet upadne svjetlosti iz točkastog izvora * koeficijent difuzne refleksije * kosinus kuta između vektora prema izvoru svjetlosti i vektora normale na površinu </a:t>
            </a:r>
            <a:endParaRPr lang="en-GB" altLang="sr-Latn-R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A9D18128-086C-408F-A8DC-60C2536823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Jednostavni model osvjetljavanja</a:t>
            </a:r>
            <a:r>
              <a:rPr lang="en-GB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9699" name="Date Placeholder 2">
            <a:extLst>
              <a:ext uri="{FF2B5EF4-FFF2-40B4-BE49-F238E27FC236}">
                <a16:creationId xmlns:a16="http://schemas.microsoft.com/office/drawing/2014/main" id="{ED57B1F7-93B4-486D-8862-82DBC080319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fld id="{752C2C8B-579A-47FB-ACF4-98832F7B99B5}" type="datetime1">
              <a:rPr lang="sr-Latn-RS" altLang="sr-Latn-RS" sz="1400" smtClean="0">
                <a:latin typeface="Arial" panose="020B0604020202020204" pitchFamily="34" charset="0"/>
                <a:cs typeface="Arial" panose="020B0604020202020204" pitchFamily="34" charset="0"/>
              </a:rPr>
              <a:t>31.10.2025.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204" name="Slide Number Placeholder 4">
            <a:extLst>
              <a:ext uri="{FF2B5EF4-FFF2-40B4-BE49-F238E27FC236}">
                <a16:creationId xmlns:a16="http://schemas.microsoft.com/office/drawing/2014/main" id="{9492562F-565D-4228-BD45-41E7C2C1E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fld id="{1D93FDD7-53DC-4076-9156-F45F8CB015FE}" type="slidenum">
              <a:rPr lang="en-GB" altLang="sr-Latn-RS" sz="1400"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t>25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701" name="Rectangle 3">
            <a:extLst>
              <a:ext uri="{FF2B5EF4-FFF2-40B4-BE49-F238E27FC236}">
                <a16:creationId xmlns:a16="http://schemas.microsoft.com/office/drawing/2014/main" id="{E8DFAB27-950A-4F13-A768-61E2C013B7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1850" y="26812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702" name="Rectangle 4">
            <a:extLst>
              <a:ext uri="{FF2B5EF4-FFF2-40B4-BE49-F238E27FC236}">
                <a16:creationId xmlns:a16="http://schemas.microsoft.com/office/drawing/2014/main" id="{47256955-C7F9-4CA3-ABFD-C8DF64B8DD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6574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703" name="Rectangle 5">
            <a:extLst>
              <a:ext uri="{FF2B5EF4-FFF2-40B4-BE49-F238E27FC236}">
                <a16:creationId xmlns:a16="http://schemas.microsoft.com/office/drawing/2014/main" id="{EAD1D780-B369-44FA-BFFD-2C05BB0949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3688" y="2519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704" name="Rectangle 6">
            <a:extLst>
              <a:ext uri="{FF2B5EF4-FFF2-40B4-BE49-F238E27FC236}">
                <a16:creationId xmlns:a16="http://schemas.microsoft.com/office/drawing/2014/main" id="{15902E88-7931-4F97-9708-A2FBDA519A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9900" y="2252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705" name="Rectangle 7">
            <a:extLst>
              <a:ext uri="{FF2B5EF4-FFF2-40B4-BE49-F238E27FC236}">
                <a16:creationId xmlns:a16="http://schemas.microsoft.com/office/drawing/2014/main" id="{A437B363-4970-4BA8-9B20-9F230ADCFF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6538" y="13716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706" name="Rectangle 8">
            <a:extLst>
              <a:ext uri="{FF2B5EF4-FFF2-40B4-BE49-F238E27FC236}">
                <a16:creationId xmlns:a16="http://schemas.microsoft.com/office/drawing/2014/main" id="{A1B9DA0F-64F3-4DD1-8138-994A53021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6650" y="32194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707" name="Rectangle 9">
            <a:extLst>
              <a:ext uri="{FF2B5EF4-FFF2-40B4-BE49-F238E27FC236}">
                <a16:creationId xmlns:a16="http://schemas.microsoft.com/office/drawing/2014/main" id="{A4915F3B-C44C-42B9-83F2-F9B472EF82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2213" y="2466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708" name="Rectangle 10">
            <a:extLst>
              <a:ext uri="{FF2B5EF4-FFF2-40B4-BE49-F238E27FC236}">
                <a16:creationId xmlns:a16="http://schemas.microsoft.com/office/drawing/2014/main" id="{21A797D6-C993-4A87-B661-381BF99558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42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709" name="Rectangle 11">
            <a:extLst>
              <a:ext uri="{FF2B5EF4-FFF2-40B4-BE49-F238E27FC236}">
                <a16:creationId xmlns:a16="http://schemas.microsoft.com/office/drawing/2014/main" id="{0FFC5902-93D7-41C2-8125-A821A0B87E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1888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710" name="Rectangle 12">
            <a:extLst>
              <a:ext uri="{FF2B5EF4-FFF2-40B4-BE49-F238E27FC236}">
                <a16:creationId xmlns:a16="http://schemas.microsoft.com/office/drawing/2014/main" id="{0CBF3780-BD16-46CA-8A6D-85A448FDCF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711" name="Rectangle 13">
            <a:extLst>
              <a:ext uri="{FF2B5EF4-FFF2-40B4-BE49-F238E27FC236}">
                <a16:creationId xmlns:a16="http://schemas.microsoft.com/office/drawing/2014/main" id="{80282DFC-9424-470D-B0A1-3C8B639F78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712" name="Rectangle 14">
            <a:extLst>
              <a:ext uri="{FF2B5EF4-FFF2-40B4-BE49-F238E27FC236}">
                <a16:creationId xmlns:a16="http://schemas.microsoft.com/office/drawing/2014/main" id="{85B438F4-454C-4CF2-9CF8-9AC1EBDA93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7538" y="22288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713" name="Rectangle 15">
            <a:extLst>
              <a:ext uri="{FF2B5EF4-FFF2-40B4-BE49-F238E27FC236}">
                <a16:creationId xmlns:a16="http://schemas.microsoft.com/office/drawing/2014/main" id="{8D1829B9-1490-4B57-B005-407E149B30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2300" y="3281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714" name="Rectangle 16">
            <a:extLst>
              <a:ext uri="{FF2B5EF4-FFF2-40B4-BE49-F238E27FC236}">
                <a16:creationId xmlns:a16="http://schemas.microsoft.com/office/drawing/2014/main" id="{23F10FBC-10D4-4BF7-9ABF-06E51F191B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3263" y="32861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715" name="Rectangle 17">
            <a:extLst>
              <a:ext uri="{FF2B5EF4-FFF2-40B4-BE49-F238E27FC236}">
                <a16:creationId xmlns:a16="http://schemas.microsoft.com/office/drawing/2014/main" id="{519AFA2E-76B1-4B69-853F-02DD196D64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1338" y="2138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716" name="Rectangle 18">
            <a:extLst>
              <a:ext uri="{FF2B5EF4-FFF2-40B4-BE49-F238E27FC236}">
                <a16:creationId xmlns:a16="http://schemas.microsoft.com/office/drawing/2014/main" id="{8D1F9E48-1685-4D98-BF5E-F05F410B9B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5688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717" name="Rectangle 19">
            <a:extLst>
              <a:ext uri="{FF2B5EF4-FFF2-40B4-BE49-F238E27FC236}">
                <a16:creationId xmlns:a16="http://schemas.microsoft.com/office/drawing/2014/main" id="{63B1B7DF-7C07-4D37-87D9-9FADA7B5B2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5288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718" name="Rectangle 20">
            <a:extLst>
              <a:ext uri="{FF2B5EF4-FFF2-40B4-BE49-F238E27FC236}">
                <a16:creationId xmlns:a16="http://schemas.microsoft.com/office/drawing/2014/main" id="{6954E4DE-DC65-4829-9580-B682379C43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3281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719" name="Rectangle 21">
            <a:extLst>
              <a:ext uri="{FF2B5EF4-FFF2-40B4-BE49-F238E27FC236}">
                <a16:creationId xmlns:a16="http://schemas.microsoft.com/office/drawing/2014/main" id="{B183363C-66E4-4246-B85E-B2C8732006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5638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720" name="Rectangle 22">
            <a:extLst>
              <a:ext uri="{FF2B5EF4-FFF2-40B4-BE49-F238E27FC236}">
                <a16:creationId xmlns:a16="http://schemas.microsoft.com/office/drawing/2014/main" id="{C8A7B76C-83FE-471B-9D09-2432ACAC8F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5450" y="2795588"/>
            <a:ext cx="9144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721" name="Rectangle 23">
            <a:extLst>
              <a:ext uri="{FF2B5EF4-FFF2-40B4-BE49-F238E27FC236}">
                <a16:creationId xmlns:a16="http://schemas.microsoft.com/office/drawing/2014/main" id="{7F6E1E79-3925-4EBF-B3CC-734EBE0FFE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7550" y="2862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722" name="Rectangle 24">
            <a:extLst>
              <a:ext uri="{FF2B5EF4-FFF2-40B4-BE49-F238E27FC236}">
                <a16:creationId xmlns:a16="http://schemas.microsoft.com/office/drawing/2014/main" id="{D60FB23C-D57D-4032-AAA3-7405A8D540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723" name="Rectangle 25">
            <a:extLst>
              <a:ext uri="{FF2B5EF4-FFF2-40B4-BE49-F238E27FC236}">
                <a16:creationId xmlns:a16="http://schemas.microsoft.com/office/drawing/2014/main" id="{24C6C0D9-939D-41FF-95E9-2A2513E914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724" name="Rectangle 26">
            <a:extLst>
              <a:ext uri="{FF2B5EF4-FFF2-40B4-BE49-F238E27FC236}">
                <a16:creationId xmlns:a16="http://schemas.microsoft.com/office/drawing/2014/main" id="{BB25E38D-5B96-4F0C-BA4A-42C71E0F88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725" name="Rectangle 27">
            <a:extLst>
              <a:ext uri="{FF2B5EF4-FFF2-40B4-BE49-F238E27FC236}">
                <a16:creationId xmlns:a16="http://schemas.microsoft.com/office/drawing/2014/main" id="{F47EE697-A942-44E6-85C9-342845019C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4675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726" name="Rectangle 28">
            <a:extLst>
              <a:ext uri="{FF2B5EF4-FFF2-40B4-BE49-F238E27FC236}">
                <a16:creationId xmlns:a16="http://schemas.microsoft.com/office/drawing/2014/main" id="{19905E3F-4868-4830-910C-F7B51A0C4E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670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727" name="Rectangle 29">
            <a:extLst>
              <a:ext uri="{FF2B5EF4-FFF2-40B4-BE49-F238E27FC236}">
                <a16:creationId xmlns:a16="http://schemas.microsoft.com/office/drawing/2014/main" id="{63E0CE2F-5E47-4010-8B6E-582E19FDDA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6163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728" name="Rectangle 30">
            <a:extLst>
              <a:ext uri="{FF2B5EF4-FFF2-40B4-BE49-F238E27FC236}">
                <a16:creationId xmlns:a16="http://schemas.microsoft.com/office/drawing/2014/main" id="{37A7BF40-F058-4177-BC64-07A372AB9A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2775" y="2357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729" name="Rectangle 31">
            <a:extLst>
              <a:ext uri="{FF2B5EF4-FFF2-40B4-BE49-F238E27FC236}">
                <a16:creationId xmlns:a16="http://schemas.microsoft.com/office/drawing/2014/main" id="{215FB056-34A9-4551-BD9A-1017A95622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7063" y="22574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730" name="Rectangle 32">
            <a:extLst>
              <a:ext uri="{FF2B5EF4-FFF2-40B4-BE49-F238E27FC236}">
                <a16:creationId xmlns:a16="http://schemas.microsoft.com/office/drawing/2014/main" id="{B7792F3A-01B8-40F9-85BC-F2E9EBB79C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7588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731" name="Rectangle 33">
            <a:extLst>
              <a:ext uri="{FF2B5EF4-FFF2-40B4-BE49-F238E27FC236}">
                <a16:creationId xmlns:a16="http://schemas.microsoft.com/office/drawing/2014/main" id="{84555E92-6ABE-4D8A-9C2C-098BADE140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6588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732" name="Rectangle 34">
            <a:extLst>
              <a:ext uri="{FF2B5EF4-FFF2-40B4-BE49-F238E27FC236}">
                <a16:creationId xmlns:a16="http://schemas.microsoft.com/office/drawing/2014/main" id="{E4C072DC-4972-4499-8358-0C5FF3304D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1238" y="22002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733" name="Rectangle 35">
            <a:extLst>
              <a:ext uri="{FF2B5EF4-FFF2-40B4-BE49-F238E27FC236}">
                <a16:creationId xmlns:a16="http://schemas.microsoft.com/office/drawing/2014/main" id="{FE8D38B2-9237-49D0-BCDA-6880DE98B5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2363" y="2738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734" name="Rectangle 36">
            <a:extLst>
              <a:ext uri="{FF2B5EF4-FFF2-40B4-BE49-F238E27FC236}">
                <a16:creationId xmlns:a16="http://schemas.microsoft.com/office/drawing/2014/main" id="{2FD60D40-1497-4A11-8250-27889A764F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27146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735" name="Rectangle 37">
            <a:extLst>
              <a:ext uri="{FF2B5EF4-FFF2-40B4-BE49-F238E27FC236}">
                <a16:creationId xmlns:a16="http://schemas.microsoft.com/office/drawing/2014/main" id="{66D0CEF2-D772-4D0C-90BB-2EC2F4C3BD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27098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736" name="Rectangle 38">
            <a:extLst>
              <a:ext uri="{FF2B5EF4-FFF2-40B4-BE49-F238E27FC236}">
                <a16:creationId xmlns:a16="http://schemas.microsoft.com/office/drawing/2014/main" id="{20A0FD5C-9ED3-433F-BF52-C55B92E1E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7038" y="22240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737" name="Rectangle 39">
            <a:extLst>
              <a:ext uri="{FF2B5EF4-FFF2-40B4-BE49-F238E27FC236}">
                <a16:creationId xmlns:a16="http://schemas.microsoft.com/office/drawing/2014/main" id="{FE1EC0F6-31DA-47DA-B1CB-2AB973A737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2638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738" name="Rectangle 40">
            <a:extLst>
              <a:ext uri="{FF2B5EF4-FFF2-40B4-BE49-F238E27FC236}">
                <a16:creationId xmlns:a16="http://schemas.microsoft.com/office/drawing/2014/main" id="{55CF2DCC-EDAF-4C01-8C76-29ABA004CB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2913" y="3228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739" name="Rectangle 41">
            <a:extLst>
              <a:ext uri="{FF2B5EF4-FFF2-40B4-BE49-F238E27FC236}">
                <a16:creationId xmlns:a16="http://schemas.microsoft.com/office/drawing/2014/main" id="{6C3C8B48-FF43-4CC4-9697-EA10791D9A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6675" y="31432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740" name="Rectangle 42">
            <a:extLst>
              <a:ext uri="{FF2B5EF4-FFF2-40B4-BE49-F238E27FC236}">
                <a16:creationId xmlns:a16="http://schemas.microsoft.com/office/drawing/2014/main" id="{846907A4-5473-48C2-989D-1FECE79C71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741" name="Rectangle 43">
            <a:extLst>
              <a:ext uri="{FF2B5EF4-FFF2-40B4-BE49-F238E27FC236}">
                <a16:creationId xmlns:a16="http://schemas.microsoft.com/office/drawing/2014/main" id="{B001999A-4674-45B9-8034-A1426EEFE0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6075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742" name="Rectangle 45">
            <a:extLst>
              <a:ext uri="{FF2B5EF4-FFF2-40B4-BE49-F238E27FC236}">
                <a16:creationId xmlns:a16="http://schemas.microsoft.com/office/drawing/2014/main" id="{327EE4A4-CF41-4D91-924C-F7671472CA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4175" y="26241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743" name="Rectangle 49">
            <a:extLst>
              <a:ext uri="{FF2B5EF4-FFF2-40B4-BE49-F238E27FC236}">
                <a16:creationId xmlns:a16="http://schemas.microsoft.com/office/drawing/2014/main" id="{DA2B4991-EE41-4176-84BF-63EBD63BA4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5450" y="2524125"/>
            <a:ext cx="9144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9744" name="Picture 48" descr="slika73">
            <a:extLst>
              <a:ext uri="{FF2B5EF4-FFF2-40B4-BE49-F238E27FC236}">
                <a16:creationId xmlns:a16="http://schemas.microsoft.com/office/drawing/2014/main" id="{18C04DBA-5834-4F3B-A4C9-75C6071266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628775"/>
            <a:ext cx="8362950" cy="26304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45" name="Text Box 44">
            <a:extLst>
              <a:ext uri="{FF2B5EF4-FFF2-40B4-BE49-F238E27FC236}">
                <a16:creationId xmlns:a16="http://schemas.microsoft.com/office/drawing/2014/main" id="{2C7E0306-81E8-489E-9738-A08E921BDC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4365625"/>
            <a:ext cx="8077200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 Objekti renderirani pomoću jednostavnog modela Lambertove difuzne refleksije imaju jednoličnu matiranu površinu.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 Objekti koji ne primaju svjetlost direktno od izvora izgledaju crni jer je pretpostavljen točkasti izvor svjetla koji je smješten u oku ili motrištu. 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762B5027-1DBA-450C-A2BE-5C5A54BA46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Jednostavni model osvjetljavanja</a:t>
            </a:r>
            <a:r>
              <a:rPr lang="en-GB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30723" name="Date Placeholder 2">
            <a:extLst>
              <a:ext uri="{FF2B5EF4-FFF2-40B4-BE49-F238E27FC236}">
                <a16:creationId xmlns:a16="http://schemas.microsoft.com/office/drawing/2014/main" id="{9025915E-9E18-4FF3-AD77-8E482693BD2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fld id="{6EFE2543-F643-48E8-9339-2B730FD3AC39}" type="datetime1">
              <a:rPr lang="sr-Latn-RS" altLang="sr-Latn-RS" sz="1400" smtClean="0">
                <a:latin typeface="Arial" panose="020B0604020202020204" pitchFamily="34" charset="0"/>
                <a:cs typeface="Arial" panose="020B0604020202020204" pitchFamily="34" charset="0"/>
              </a:rPr>
              <a:t>31.10.2025.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54" name="Slide Number Placeholder 4">
            <a:extLst>
              <a:ext uri="{FF2B5EF4-FFF2-40B4-BE49-F238E27FC236}">
                <a16:creationId xmlns:a16="http://schemas.microsoft.com/office/drawing/2014/main" id="{CFF2FC33-5AAD-4861-BA78-5F721ACDE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fld id="{E90D7231-0CCB-4E79-B6F6-0FE97B9C5D15}" type="slidenum">
              <a:rPr lang="en-GB" altLang="sr-Latn-RS" sz="1400"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t>26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725" name="Rectangle 3">
            <a:extLst>
              <a:ext uri="{FF2B5EF4-FFF2-40B4-BE49-F238E27FC236}">
                <a16:creationId xmlns:a16="http://schemas.microsoft.com/office/drawing/2014/main" id="{8FBBFBE5-3C12-4673-AB77-0B9B20048B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1850" y="26812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26" name="Rectangle 4">
            <a:extLst>
              <a:ext uri="{FF2B5EF4-FFF2-40B4-BE49-F238E27FC236}">
                <a16:creationId xmlns:a16="http://schemas.microsoft.com/office/drawing/2014/main" id="{B251CED8-3D03-446C-9F37-341862777A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6574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27" name="Rectangle 5">
            <a:extLst>
              <a:ext uri="{FF2B5EF4-FFF2-40B4-BE49-F238E27FC236}">
                <a16:creationId xmlns:a16="http://schemas.microsoft.com/office/drawing/2014/main" id="{4B90A4FA-1A9D-4413-8E9B-1E84E534E5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3688" y="2519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28" name="Rectangle 6">
            <a:extLst>
              <a:ext uri="{FF2B5EF4-FFF2-40B4-BE49-F238E27FC236}">
                <a16:creationId xmlns:a16="http://schemas.microsoft.com/office/drawing/2014/main" id="{30E6C6F0-3CB2-4866-B302-229BD21533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9900" y="2252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29" name="Rectangle 7">
            <a:extLst>
              <a:ext uri="{FF2B5EF4-FFF2-40B4-BE49-F238E27FC236}">
                <a16:creationId xmlns:a16="http://schemas.microsoft.com/office/drawing/2014/main" id="{C1E44B9A-089E-44F8-ABCC-4F2E246A5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6538" y="13716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30" name="Rectangle 8">
            <a:extLst>
              <a:ext uri="{FF2B5EF4-FFF2-40B4-BE49-F238E27FC236}">
                <a16:creationId xmlns:a16="http://schemas.microsoft.com/office/drawing/2014/main" id="{18583F8C-2EDC-4321-B584-FCBC35B440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6650" y="32194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31" name="Rectangle 9">
            <a:extLst>
              <a:ext uri="{FF2B5EF4-FFF2-40B4-BE49-F238E27FC236}">
                <a16:creationId xmlns:a16="http://schemas.microsoft.com/office/drawing/2014/main" id="{CAD5EDB8-BFB2-46BE-9A5B-91B3192406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2213" y="2466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32" name="Rectangle 10">
            <a:extLst>
              <a:ext uri="{FF2B5EF4-FFF2-40B4-BE49-F238E27FC236}">
                <a16:creationId xmlns:a16="http://schemas.microsoft.com/office/drawing/2014/main" id="{A7E42D15-EA59-4612-A149-668F66AE21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42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33" name="Rectangle 11">
            <a:extLst>
              <a:ext uri="{FF2B5EF4-FFF2-40B4-BE49-F238E27FC236}">
                <a16:creationId xmlns:a16="http://schemas.microsoft.com/office/drawing/2014/main" id="{512B37EE-007C-426A-B9F3-52588634E1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1888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34" name="Rectangle 12">
            <a:extLst>
              <a:ext uri="{FF2B5EF4-FFF2-40B4-BE49-F238E27FC236}">
                <a16:creationId xmlns:a16="http://schemas.microsoft.com/office/drawing/2014/main" id="{33D39FC9-A08A-49F2-85D8-F2590F5CF8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35" name="Rectangle 13">
            <a:extLst>
              <a:ext uri="{FF2B5EF4-FFF2-40B4-BE49-F238E27FC236}">
                <a16:creationId xmlns:a16="http://schemas.microsoft.com/office/drawing/2014/main" id="{E07AB0C8-5101-4E05-BBB4-3C7F9F4401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36" name="Rectangle 14">
            <a:extLst>
              <a:ext uri="{FF2B5EF4-FFF2-40B4-BE49-F238E27FC236}">
                <a16:creationId xmlns:a16="http://schemas.microsoft.com/office/drawing/2014/main" id="{BC4F5091-AA85-4450-B386-7831A68FA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7538" y="22288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37" name="Rectangle 15">
            <a:extLst>
              <a:ext uri="{FF2B5EF4-FFF2-40B4-BE49-F238E27FC236}">
                <a16:creationId xmlns:a16="http://schemas.microsoft.com/office/drawing/2014/main" id="{664003A7-7A75-48E3-9D5F-0A832D0276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2300" y="3281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38" name="Rectangle 16">
            <a:extLst>
              <a:ext uri="{FF2B5EF4-FFF2-40B4-BE49-F238E27FC236}">
                <a16:creationId xmlns:a16="http://schemas.microsoft.com/office/drawing/2014/main" id="{0BE0BCD5-F1F4-4D13-BA7A-D77F5220DC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3263" y="32861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39" name="Rectangle 17">
            <a:extLst>
              <a:ext uri="{FF2B5EF4-FFF2-40B4-BE49-F238E27FC236}">
                <a16:creationId xmlns:a16="http://schemas.microsoft.com/office/drawing/2014/main" id="{3D8B418A-1D48-4428-A3CF-18A968234F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1338" y="2138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40" name="Rectangle 18">
            <a:extLst>
              <a:ext uri="{FF2B5EF4-FFF2-40B4-BE49-F238E27FC236}">
                <a16:creationId xmlns:a16="http://schemas.microsoft.com/office/drawing/2014/main" id="{87AF3C08-A9D4-44E9-AF93-D5335777D5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5688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41" name="Rectangle 19">
            <a:extLst>
              <a:ext uri="{FF2B5EF4-FFF2-40B4-BE49-F238E27FC236}">
                <a16:creationId xmlns:a16="http://schemas.microsoft.com/office/drawing/2014/main" id="{D21E624E-DB02-4370-BED1-A4E27BC103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5288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42" name="Rectangle 20">
            <a:extLst>
              <a:ext uri="{FF2B5EF4-FFF2-40B4-BE49-F238E27FC236}">
                <a16:creationId xmlns:a16="http://schemas.microsoft.com/office/drawing/2014/main" id="{0B74B44D-5C3A-46A7-9F6A-1792FE2F9B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3281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43" name="Rectangle 21">
            <a:extLst>
              <a:ext uri="{FF2B5EF4-FFF2-40B4-BE49-F238E27FC236}">
                <a16:creationId xmlns:a16="http://schemas.microsoft.com/office/drawing/2014/main" id="{A76AF9A7-82ED-42FE-873A-8EDBB0600B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5638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44" name="Rectangle 22">
            <a:extLst>
              <a:ext uri="{FF2B5EF4-FFF2-40B4-BE49-F238E27FC236}">
                <a16:creationId xmlns:a16="http://schemas.microsoft.com/office/drawing/2014/main" id="{C83E4FBE-F0BA-4AFD-B181-116333E5F5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5450" y="27955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45" name="Rectangle 23">
            <a:extLst>
              <a:ext uri="{FF2B5EF4-FFF2-40B4-BE49-F238E27FC236}">
                <a16:creationId xmlns:a16="http://schemas.microsoft.com/office/drawing/2014/main" id="{08BF13DC-5C8D-40E6-B46A-51C63E8DE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7550" y="2862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46" name="Rectangle 24">
            <a:extLst>
              <a:ext uri="{FF2B5EF4-FFF2-40B4-BE49-F238E27FC236}">
                <a16:creationId xmlns:a16="http://schemas.microsoft.com/office/drawing/2014/main" id="{25D28A06-B706-4DF0-B4D9-0F75DC9163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47" name="Rectangle 25">
            <a:extLst>
              <a:ext uri="{FF2B5EF4-FFF2-40B4-BE49-F238E27FC236}">
                <a16:creationId xmlns:a16="http://schemas.microsoft.com/office/drawing/2014/main" id="{0DA8CD98-C992-4908-9277-422DF8D087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48" name="Rectangle 26">
            <a:extLst>
              <a:ext uri="{FF2B5EF4-FFF2-40B4-BE49-F238E27FC236}">
                <a16:creationId xmlns:a16="http://schemas.microsoft.com/office/drawing/2014/main" id="{7E73A95B-6110-4389-9556-9861ED2B19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49" name="Rectangle 27">
            <a:extLst>
              <a:ext uri="{FF2B5EF4-FFF2-40B4-BE49-F238E27FC236}">
                <a16:creationId xmlns:a16="http://schemas.microsoft.com/office/drawing/2014/main" id="{28BBEDB3-BC05-4318-8E84-FE10E02F8A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4675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50" name="Rectangle 28">
            <a:extLst>
              <a:ext uri="{FF2B5EF4-FFF2-40B4-BE49-F238E27FC236}">
                <a16:creationId xmlns:a16="http://schemas.microsoft.com/office/drawing/2014/main" id="{7A51BC5D-4AF3-4160-AE7E-70EC09F130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670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51" name="Rectangle 29">
            <a:extLst>
              <a:ext uri="{FF2B5EF4-FFF2-40B4-BE49-F238E27FC236}">
                <a16:creationId xmlns:a16="http://schemas.microsoft.com/office/drawing/2014/main" id="{079B0B0A-FB1E-4E07-BB8F-E1A0F48E9E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6163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52" name="Rectangle 30">
            <a:extLst>
              <a:ext uri="{FF2B5EF4-FFF2-40B4-BE49-F238E27FC236}">
                <a16:creationId xmlns:a16="http://schemas.microsoft.com/office/drawing/2014/main" id="{0669C37B-7FA9-477E-9888-3446D76148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2775" y="2357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53" name="Rectangle 31">
            <a:extLst>
              <a:ext uri="{FF2B5EF4-FFF2-40B4-BE49-F238E27FC236}">
                <a16:creationId xmlns:a16="http://schemas.microsoft.com/office/drawing/2014/main" id="{450B2D94-B0EC-4943-8789-8BB5E732F4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7063" y="22574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54" name="Rectangle 32">
            <a:extLst>
              <a:ext uri="{FF2B5EF4-FFF2-40B4-BE49-F238E27FC236}">
                <a16:creationId xmlns:a16="http://schemas.microsoft.com/office/drawing/2014/main" id="{EA48CE95-DCBB-48CA-A391-C76B367A68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7588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55" name="Rectangle 33">
            <a:extLst>
              <a:ext uri="{FF2B5EF4-FFF2-40B4-BE49-F238E27FC236}">
                <a16:creationId xmlns:a16="http://schemas.microsoft.com/office/drawing/2014/main" id="{A1F441E3-FA05-49E7-944B-52F116C1FD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6588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56" name="Rectangle 34">
            <a:extLst>
              <a:ext uri="{FF2B5EF4-FFF2-40B4-BE49-F238E27FC236}">
                <a16:creationId xmlns:a16="http://schemas.microsoft.com/office/drawing/2014/main" id="{42153CF0-145B-4AEA-8329-A9E02AA8A6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1238" y="22002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57" name="Rectangle 35">
            <a:extLst>
              <a:ext uri="{FF2B5EF4-FFF2-40B4-BE49-F238E27FC236}">
                <a16:creationId xmlns:a16="http://schemas.microsoft.com/office/drawing/2014/main" id="{C9C1EC65-5DBB-4FAC-9925-4CB08901EC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2363" y="2738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58" name="Rectangle 36">
            <a:extLst>
              <a:ext uri="{FF2B5EF4-FFF2-40B4-BE49-F238E27FC236}">
                <a16:creationId xmlns:a16="http://schemas.microsoft.com/office/drawing/2014/main" id="{48507DD1-82B6-4BC2-8D44-CAEAD6DC54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27146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59" name="Rectangle 37">
            <a:extLst>
              <a:ext uri="{FF2B5EF4-FFF2-40B4-BE49-F238E27FC236}">
                <a16:creationId xmlns:a16="http://schemas.microsoft.com/office/drawing/2014/main" id="{6CFD8A34-BE4D-4796-8AEC-9A3333033F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27098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60" name="Rectangle 38">
            <a:extLst>
              <a:ext uri="{FF2B5EF4-FFF2-40B4-BE49-F238E27FC236}">
                <a16:creationId xmlns:a16="http://schemas.microsoft.com/office/drawing/2014/main" id="{FF5E48D1-0623-404B-A6FC-23185A39C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7038" y="22240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61" name="Rectangle 39">
            <a:extLst>
              <a:ext uri="{FF2B5EF4-FFF2-40B4-BE49-F238E27FC236}">
                <a16:creationId xmlns:a16="http://schemas.microsoft.com/office/drawing/2014/main" id="{EE045848-AB80-4A03-9CBF-CD15EA1FF1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2638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62" name="Rectangle 40">
            <a:extLst>
              <a:ext uri="{FF2B5EF4-FFF2-40B4-BE49-F238E27FC236}">
                <a16:creationId xmlns:a16="http://schemas.microsoft.com/office/drawing/2014/main" id="{0D50B7AE-D7C8-42A6-9811-D0F4D6A6F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2913" y="3228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63" name="Rectangle 41">
            <a:extLst>
              <a:ext uri="{FF2B5EF4-FFF2-40B4-BE49-F238E27FC236}">
                <a16:creationId xmlns:a16="http://schemas.microsoft.com/office/drawing/2014/main" id="{D1C537FD-5588-4003-8F40-EC98989D5B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6675" y="31432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64" name="Rectangle 42">
            <a:extLst>
              <a:ext uri="{FF2B5EF4-FFF2-40B4-BE49-F238E27FC236}">
                <a16:creationId xmlns:a16="http://schemas.microsoft.com/office/drawing/2014/main" id="{6C062962-4F8A-4B2D-AF7F-CC65E9995C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65" name="Rectangle 43">
            <a:extLst>
              <a:ext uri="{FF2B5EF4-FFF2-40B4-BE49-F238E27FC236}">
                <a16:creationId xmlns:a16="http://schemas.microsoft.com/office/drawing/2014/main" id="{6131C078-67DC-452E-AAF2-8FFAABB8A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6075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97" name="Text Box 44">
            <a:extLst>
              <a:ext uri="{FF2B5EF4-FFF2-40B4-BE49-F238E27FC236}">
                <a16:creationId xmlns:a16="http://schemas.microsoft.com/office/drawing/2014/main" id="{82BEDD9E-1D5F-4490-8919-3A8419F6CB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1557338"/>
            <a:ext cx="8077200" cy="2554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FFFFFF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Times New Roman" pitchFamily="18" charset="0"/>
              </a:defRPr>
            </a:lvl5pPr>
            <a:lvl6pPr marL="2514600" indent="-228600" algn="just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Times New Roman" pitchFamily="18" charset="0"/>
              </a:defRPr>
            </a:lvl6pPr>
            <a:lvl7pPr marL="2971800" indent="-228600" algn="just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Times New Roman" pitchFamily="18" charset="0"/>
              </a:defRPr>
            </a:lvl7pPr>
            <a:lvl8pPr marL="3429000" indent="-228600" algn="just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Times New Roman" pitchFamily="18" charset="0"/>
              </a:defRPr>
            </a:lvl8pPr>
            <a:lvl9pPr marL="3886200" indent="-228600" algn="just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Times New Roman" pitchFamily="18" charset="0"/>
              </a:defRPr>
            </a:lvl9pPr>
          </a:lstStyle>
          <a:p>
            <a:pPr marL="342900" indent="-342900" algn="l" eaLnBrk="1" hangingPunct="1">
              <a:buFont typeface="Arial" panose="020B0604020202020204" pitchFamily="34" charset="0"/>
              <a:buChar char="•"/>
              <a:defRPr/>
            </a:pPr>
            <a:r>
              <a:rPr lang="hr-HR" altLang="sr-Latn-R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 stvarnosti - objekti primaju raspršeno svjetlo iz okoline, na primjer zidova sobe -&gt; </a:t>
            </a:r>
            <a:r>
              <a:rPr lang="hr-HR" altLang="sr-Latn-R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ambijentno osvjetljenje</a:t>
            </a:r>
            <a:r>
              <a:rPr lang="hr-HR" altLang="sr-Latn-R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(distribuirani izvor svjetla). </a:t>
            </a:r>
          </a:p>
          <a:p>
            <a:pPr marL="342900" indent="-342900" algn="l" eaLnBrk="1" hangingPunct="1">
              <a:buFont typeface="Arial" panose="020B0604020202020204" pitchFamily="34" charset="0"/>
              <a:buChar char="•"/>
              <a:defRPr/>
            </a:pPr>
            <a:r>
              <a:rPr lang="hr-HR" altLang="sr-Latn-R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Zbog zahtjevnosti proračuna - aproksimacija kojom pretpostavljamo da je ambijentno osvjetljenje konstantno u cijelom prostoru</a:t>
            </a:r>
          </a:p>
          <a:p>
            <a:pPr algn="l" eaLnBrk="1" hangingPunct="1">
              <a:defRPr/>
            </a:pPr>
            <a:r>
              <a:rPr lang="hr-HR" altLang="sr-Latn-R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Linearna kombinacija ambijentne i difuzne komponente: </a:t>
            </a:r>
          </a:p>
        </p:txBody>
      </p:sp>
      <p:sp>
        <p:nvSpPr>
          <p:cNvPr id="30767" name="Rectangle 45">
            <a:extLst>
              <a:ext uri="{FF2B5EF4-FFF2-40B4-BE49-F238E27FC236}">
                <a16:creationId xmlns:a16="http://schemas.microsoft.com/office/drawing/2014/main" id="{4E53A94D-F745-4B4F-9ED7-DA1191C7C4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5450" y="25241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68" name="Rectangle 47">
            <a:extLst>
              <a:ext uri="{FF2B5EF4-FFF2-40B4-BE49-F238E27FC236}">
                <a16:creationId xmlns:a16="http://schemas.microsoft.com/office/drawing/2014/main" id="{42EA1325-021C-4901-9783-7D451EC1CA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3625" y="32099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30769" name="Object 2">
            <a:extLst>
              <a:ext uri="{FF2B5EF4-FFF2-40B4-BE49-F238E27FC236}">
                <a16:creationId xmlns:a16="http://schemas.microsoft.com/office/drawing/2014/main" id="{A7A91EDC-FC96-403E-8F10-B12F135438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76375" y="4221163"/>
          <a:ext cx="6629400" cy="64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4013200" imgH="393700" progId="Equation.3">
                  <p:embed/>
                </p:oleObj>
              </mc:Choice>
              <mc:Fallback>
                <p:oleObj r:id="rId3" imgW="4013200" imgH="393700" progId="Equation.3">
                  <p:embed/>
                  <p:pic>
                    <p:nvPicPr>
                      <p:cNvPr id="30769" name="Object 2">
                        <a:extLst>
                          <a:ext uri="{FF2B5EF4-FFF2-40B4-BE49-F238E27FC236}">
                            <a16:creationId xmlns:a16="http://schemas.microsoft.com/office/drawing/2014/main" id="{A7A91EDC-FC96-403E-8F10-B12F135438A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4221163"/>
                        <a:ext cx="6629400" cy="64928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70" name="Rectangle 49">
            <a:extLst>
              <a:ext uri="{FF2B5EF4-FFF2-40B4-BE49-F238E27FC236}">
                <a16:creationId xmlns:a16="http://schemas.microsoft.com/office/drawing/2014/main" id="{8A921E72-9AD3-472F-8061-2B2E927984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0838" y="32099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30771" name="Object 3">
            <a:extLst>
              <a:ext uri="{FF2B5EF4-FFF2-40B4-BE49-F238E27FC236}">
                <a16:creationId xmlns:a16="http://schemas.microsoft.com/office/drawing/2014/main" id="{EE807D14-B150-4A87-916E-8BC7E47F9A7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1050" y="5157788"/>
          <a:ext cx="5334000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3009900" imgH="393700" progId="Equation.3">
                  <p:embed/>
                </p:oleObj>
              </mc:Choice>
              <mc:Fallback>
                <p:oleObj r:id="rId5" imgW="3009900" imgH="393700" progId="Equation.3">
                  <p:embed/>
                  <p:pic>
                    <p:nvPicPr>
                      <p:cNvPr id="30771" name="Object 3">
                        <a:extLst>
                          <a:ext uri="{FF2B5EF4-FFF2-40B4-BE49-F238E27FC236}">
                            <a16:creationId xmlns:a16="http://schemas.microsoft.com/office/drawing/2014/main" id="{EE807D14-B150-4A87-916E-8BC7E47F9A7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5157788"/>
                        <a:ext cx="5334000" cy="6953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EC908726-2FE5-4C15-BF27-B964B418AC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Jednostavni model osvjetljavanja</a:t>
            </a:r>
            <a:r>
              <a:rPr lang="en-GB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31747" name="Date Placeholder 2">
            <a:extLst>
              <a:ext uri="{FF2B5EF4-FFF2-40B4-BE49-F238E27FC236}">
                <a16:creationId xmlns:a16="http://schemas.microsoft.com/office/drawing/2014/main" id="{D69D54BF-84FF-4FE5-90D3-C1DEA815E45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fld id="{EDDA76B4-2E0C-47B6-B4A3-DE2D07A07154}" type="datetime1">
              <a:rPr lang="sr-Latn-RS" altLang="sr-Latn-RS" sz="1400" smtClean="0">
                <a:latin typeface="Arial" panose="020B0604020202020204" pitchFamily="34" charset="0"/>
                <a:cs typeface="Arial" panose="020B0604020202020204" pitchFamily="34" charset="0"/>
              </a:rPr>
              <a:t>31.10.2025.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228" name="Slide Number Placeholder 4">
            <a:extLst>
              <a:ext uri="{FF2B5EF4-FFF2-40B4-BE49-F238E27FC236}">
                <a16:creationId xmlns:a16="http://schemas.microsoft.com/office/drawing/2014/main" id="{530A4E15-E46A-4FA1-BB00-54086E500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fld id="{6B8BE974-C979-4CD3-89F1-39EF8B3875D7}" type="slidenum">
              <a:rPr lang="en-GB" altLang="sr-Latn-RS" sz="1400"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t>27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749" name="Rectangle 3">
            <a:extLst>
              <a:ext uri="{FF2B5EF4-FFF2-40B4-BE49-F238E27FC236}">
                <a16:creationId xmlns:a16="http://schemas.microsoft.com/office/drawing/2014/main" id="{DFFA5BEC-02B5-4736-8D10-FEADE3196D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1850" y="26812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750" name="Rectangle 4">
            <a:extLst>
              <a:ext uri="{FF2B5EF4-FFF2-40B4-BE49-F238E27FC236}">
                <a16:creationId xmlns:a16="http://schemas.microsoft.com/office/drawing/2014/main" id="{284B1A2E-B054-4E9F-A613-5E052C56B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6574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751" name="Rectangle 5">
            <a:extLst>
              <a:ext uri="{FF2B5EF4-FFF2-40B4-BE49-F238E27FC236}">
                <a16:creationId xmlns:a16="http://schemas.microsoft.com/office/drawing/2014/main" id="{74A9BFA1-4EA0-4A6D-B889-1C9315AB8B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3688" y="2519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752" name="Rectangle 6">
            <a:extLst>
              <a:ext uri="{FF2B5EF4-FFF2-40B4-BE49-F238E27FC236}">
                <a16:creationId xmlns:a16="http://schemas.microsoft.com/office/drawing/2014/main" id="{16556A7C-7E00-4B8A-9E72-CBAF3DB8D7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9900" y="2252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753" name="Rectangle 7">
            <a:extLst>
              <a:ext uri="{FF2B5EF4-FFF2-40B4-BE49-F238E27FC236}">
                <a16:creationId xmlns:a16="http://schemas.microsoft.com/office/drawing/2014/main" id="{38E68060-6186-459B-B149-9C1F697BAE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6538" y="13716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754" name="Rectangle 8">
            <a:extLst>
              <a:ext uri="{FF2B5EF4-FFF2-40B4-BE49-F238E27FC236}">
                <a16:creationId xmlns:a16="http://schemas.microsoft.com/office/drawing/2014/main" id="{4B2F2AC6-EDDA-4897-A701-B946AECABE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6650" y="32194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755" name="Rectangle 9">
            <a:extLst>
              <a:ext uri="{FF2B5EF4-FFF2-40B4-BE49-F238E27FC236}">
                <a16:creationId xmlns:a16="http://schemas.microsoft.com/office/drawing/2014/main" id="{DB1B004E-A235-4A61-BBA0-191A348061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2213" y="2466975"/>
            <a:ext cx="9144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756" name="Rectangle 10">
            <a:extLst>
              <a:ext uri="{FF2B5EF4-FFF2-40B4-BE49-F238E27FC236}">
                <a16:creationId xmlns:a16="http://schemas.microsoft.com/office/drawing/2014/main" id="{BF239731-6AC0-4D1E-8D06-8E57402914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42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757" name="Rectangle 11">
            <a:extLst>
              <a:ext uri="{FF2B5EF4-FFF2-40B4-BE49-F238E27FC236}">
                <a16:creationId xmlns:a16="http://schemas.microsoft.com/office/drawing/2014/main" id="{BC2ED6D2-478D-4C8B-8513-1B4B30DBB8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1888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758" name="Rectangle 12">
            <a:extLst>
              <a:ext uri="{FF2B5EF4-FFF2-40B4-BE49-F238E27FC236}">
                <a16:creationId xmlns:a16="http://schemas.microsoft.com/office/drawing/2014/main" id="{0AF16416-4B06-4E00-9B27-C8D77CC77C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759" name="Rectangle 13">
            <a:extLst>
              <a:ext uri="{FF2B5EF4-FFF2-40B4-BE49-F238E27FC236}">
                <a16:creationId xmlns:a16="http://schemas.microsoft.com/office/drawing/2014/main" id="{C048EF22-1CD8-494D-8CA0-FE4D55E31C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760" name="Rectangle 14">
            <a:extLst>
              <a:ext uri="{FF2B5EF4-FFF2-40B4-BE49-F238E27FC236}">
                <a16:creationId xmlns:a16="http://schemas.microsoft.com/office/drawing/2014/main" id="{A890EE81-57FB-4125-AFDD-DFE3000337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7538" y="22288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761" name="Rectangle 15">
            <a:extLst>
              <a:ext uri="{FF2B5EF4-FFF2-40B4-BE49-F238E27FC236}">
                <a16:creationId xmlns:a16="http://schemas.microsoft.com/office/drawing/2014/main" id="{731A89DA-5EB1-4C93-B40B-2AE8AE62DB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2300" y="3281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762" name="Rectangle 16">
            <a:extLst>
              <a:ext uri="{FF2B5EF4-FFF2-40B4-BE49-F238E27FC236}">
                <a16:creationId xmlns:a16="http://schemas.microsoft.com/office/drawing/2014/main" id="{DC73B5CE-FFD4-453F-8662-F32A6D69D5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3263" y="32861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763" name="Rectangle 17">
            <a:extLst>
              <a:ext uri="{FF2B5EF4-FFF2-40B4-BE49-F238E27FC236}">
                <a16:creationId xmlns:a16="http://schemas.microsoft.com/office/drawing/2014/main" id="{D5412DE9-61DD-49FF-A073-93FE0A1595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1338" y="2138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764" name="Rectangle 18">
            <a:extLst>
              <a:ext uri="{FF2B5EF4-FFF2-40B4-BE49-F238E27FC236}">
                <a16:creationId xmlns:a16="http://schemas.microsoft.com/office/drawing/2014/main" id="{282E09E4-DE2D-48BF-A914-35E4B5DAEF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5688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765" name="Rectangle 19">
            <a:extLst>
              <a:ext uri="{FF2B5EF4-FFF2-40B4-BE49-F238E27FC236}">
                <a16:creationId xmlns:a16="http://schemas.microsoft.com/office/drawing/2014/main" id="{110EF113-1A86-4C63-B91A-1CA0897F10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5288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766" name="Rectangle 20">
            <a:extLst>
              <a:ext uri="{FF2B5EF4-FFF2-40B4-BE49-F238E27FC236}">
                <a16:creationId xmlns:a16="http://schemas.microsoft.com/office/drawing/2014/main" id="{97E99D24-0693-4C68-99A2-1A75EA3F6F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3281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767" name="Rectangle 21">
            <a:extLst>
              <a:ext uri="{FF2B5EF4-FFF2-40B4-BE49-F238E27FC236}">
                <a16:creationId xmlns:a16="http://schemas.microsoft.com/office/drawing/2014/main" id="{3964DCCD-3719-4851-A5F0-19E417AF3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5638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768" name="Rectangle 22">
            <a:extLst>
              <a:ext uri="{FF2B5EF4-FFF2-40B4-BE49-F238E27FC236}">
                <a16:creationId xmlns:a16="http://schemas.microsoft.com/office/drawing/2014/main" id="{5C38833F-3B76-4307-BDF2-7F7783C0DA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5450" y="2795588"/>
            <a:ext cx="9144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769" name="Rectangle 23">
            <a:extLst>
              <a:ext uri="{FF2B5EF4-FFF2-40B4-BE49-F238E27FC236}">
                <a16:creationId xmlns:a16="http://schemas.microsoft.com/office/drawing/2014/main" id="{206D5922-DE62-4E09-93AD-7A6D5607E3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7550" y="2862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770" name="Rectangle 24">
            <a:extLst>
              <a:ext uri="{FF2B5EF4-FFF2-40B4-BE49-F238E27FC236}">
                <a16:creationId xmlns:a16="http://schemas.microsoft.com/office/drawing/2014/main" id="{0B0B6308-3574-468D-A458-E135E2C105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771" name="Rectangle 25">
            <a:extLst>
              <a:ext uri="{FF2B5EF4-FFF2-40B4-BE49-F238E27FC236}">
                <a16:creationId xmlns:a16="http://schemas.microsoft.com/office/drawing/2014/main" id="{C8E75A2F-C7E9-4A8F-9F49-5940A19B9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772" name="Rectangle 26">
            <a:extLst>
              <a:ext uri="{FF2B5EF4-FFF2-40B4-BE49-F238E27FC236}">
                <a16:creationId xmlns:a16="http://schemas.microsoft.com/office/drawing/2014/main" id="{D6363367-FD15-4A4D-8042-B867A4C213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773" name="Rectangle 27">
            <a:extLst>
              <a:ext uri="{FF2B5EF4-FFF2-40B4-BE49-F238E27FC236}">
                <a16:creationId xmlns:a16="http://schemas.microsoft.com/office/drawing/2014/main" id="{88B63275-4784-4DC9-B54B-E422E1700A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4675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774" name="Rectangle 28">
            <a:extLst>
              <a:ext uri="{FF2B5EF4-FFF2-40B4-BE49-F238E27FC236}">
                <a16:creationId xmlns:a16="http://schemas.microsoft.com/office/drawing/2014/main" id="{831BBC8B-F4E7-47B5-A10D-651CDFFF27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670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775" name="Rectangle 29">
            <a:extLst>
              <a:ext uri="{FF2B5EF4-FFF2-40B4-BE49-F238E27FC236}">
                <a16:creationId xmlns:a16="http://schemas.microsoft.com/office/drawing/2014/main" id="{7D725C87-A1BF-4722-870C-2A2660EAC9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6163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776" name="Rectangle 30">
            <a:extLst>
              <a:ext uri="{FF2B5EF4-FFF2-40B4-BE49-F238E27FC236}">
                <a16:creationId xmlns:a16="http://schemas.microsoft.com/office/drawing/2014/main" id="{69E21CA6-98DF-4B45-BF03-9201EC1E7E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2775" y="2357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777" name="Rectangle 31">
            <a:extLst>
              <a:ext uri="{FF2B5EF4-FFF2-40B4-BE49-F238E27FC236}">
                <a16:creationId xmlns:a16="http://schemas.microsoft.com/office/drawing/2014/main" id="{3667642E-47A5-4E83-BFE6-9C69B59F33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7063" y="22574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778" name="Rectangle 32">
            <a:extLst>
              <a:ext uri="{FF2B5EF4-FFF2-40B4-BE49-F238E27FC236}">
                <a16:creationId xmlns:a16="http://schemas.microsoft.com/office/drawing/2014/main" id="{87E4C4BF-5F46-4D65-9C2D-A0A92D3799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7588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779" name="Rectangle 33">
            <a:extLst>
              <a:ext uri="{FF2B5EF4-FFF2-40B4-BE49-F238E27FC236}">
                <a16:creationId xmlns:a16="http://schemas.microsoft.com/office/drawing/2014/main" id="{B3F65C52-B08E-4B33-BC13-5EC485AF93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6588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780" name="Rectangle 34">
            <a:extLst>
              <a:ext uri="{FF2B5EF4-FFF2-40B4-BE49-F238E27FC236}">
                <a16:creationId xmlns:a16="http://schemas.microsoft.com/office/drawing/2014/main" id="{FDC8D315-5EB4-4F45-83F2-6081410904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1238" y="2200275"/>
            <a:ext cx="9144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781" name="Rectangle 35">
            <a:extLst>
              <a:ext uri="{FF2B5EF4-FFF2-40B4-BE49-F238E27FC236}">
                <a16:creationId xmlns:a16="http://schemas.microsoft.com/office/drawing/2014/main" id="{D53A8C28-A8B5-44D5-89D8-5BE9E046FB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2363" y="2738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782" name="Rectangle 36">
            <a:extLst>
              <a:ext uri="{FF2B5EF4-FFF2-40B4-BE49-F238E27FC236}">
                <a16:creationId xmlns:a16="http://schemas.microsoft.com/office/drawing/2014/main" id="{2898383C-2620-443E-8BD1-D9A92E748D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27146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783" name="Rectangle 37">
            <a:extLst>
              <a:ext uri="{FF2B5EF4-FFF2-40B4-BE49-F238E27FC236}">
                <a16:creationId xmlns:a16="http://schemas.microsoft.com/office/drawing/2014/main" id="{295B1EF4-6525-4C77-8542-C99B81BEC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27098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784" name="Rectangle 38">
            <a:extLst>
              <a:ext uri="{FF2B5EF4-FFF2-40B4-BE49-F238E27FC236}">
                <a16:creationId xmlns:a16="http://schemas.microsoft.com/office/drawing/2014/main" id="{2A7BC577-2BE2-48E4-9C8A-F84A78F186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7038" y="22240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785" name="Rectangle 39">
            <a:extLst>
              <a:ext uri="{FF2B5EF4-FFF2-40B4-BE49-F238E27FC236}">
                <a16:creationId xmlns:a16="http://schemas.microsoft.com/office/drawing/2014/main" id="{36CC2964-D40B-4282-A8D0-3DDD37E479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2638" y="2214563"/>
            <a:ext cx="9144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786" name="Rectangle 40">
            <a:extLst>
              <a:ext uri="{FF2B5EF4-FFF2-40B4-BE49-F238E27FC236}">
                <a16:creationId xmlns:a16="http://schemas.microsoft.com/office/drawing/2014/main" id="{B61CCCB0-8D95-47B8-930E-F5C94EF078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2913" y="3228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787" name="Rectangle 41">
            <a:extLst>
              <a:ext uri="{FF2B5EF4-FFF2-40B4-BE49-F238E27FC236}">
                <a16:creationId xmlns:a16="http://schemas.microsoft.com/office/drawing/2014/main" id="{14860283-552C-4BC2-9CDC-BC9D05E9F0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6675" y="31432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788" name="Rectangle 42">
            <a:extLst>
              <a:ext uri="{FF2B5EF4-FFF2-40B4-BE49-F238E27FC236}">
                <a16:creationId xmlns:a16="http://schemas.microsoft.com/office/drawing/2014/main" id="{2D72AFB8-43F2-47F3-823F-F35C9DAD92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789" name="Rectangle 43">
            <a:extLst>
              <a:ext uri="{FF2B5EF4-FFF2-40B4-BE49-F238E27FC236}">
                <a16:creationId xmlns:a16="http://schemas.microsoft.com/office/drawing/2014/main" id="{D959C27D-6AE4-4338-B269-9B22A08854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6075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790" name="Text Box 44">
            <a:extLst>
              <a:ext uri="{FF2B5EF4-FFF2-40B4-BE49-F238E27FC236}">
                <a16:creationId xmlns:a16="http://schemas.microsoft.com/office/drawing/2014/main" id="{84815135-09EF-4E42-B76A-9767B0D70B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5334000"/>
            <a:ext cx="8077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Prostorija osvjetljena a) ambijentnim svjetlom i b) difuznim svjetlom</a:t>
            </a:r>
            <a:r>
              <a:rPr lang="en-GB" altLang="sr-Latn-R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hr-HR" altLang="sr-Latn-R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791" name="Rectangle 45">
            <a:extLst>
              <a:ext uri="{FF2B5EF4-FFF2-40B4-BE49-F238E27FC236}">
                <a16:creationId xmlns:a16="http://schemas.microsoft.com/office/drawing/2014/main" id="{44D9E732-AFDC-4CF8-97D6-34EA145504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5450" y="2524125"/>
            <a:ext cx="9144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792" name="Rectangle 48">
            <a:extLst>
              <a:ext uri="{FF2B5EF4-FFF2-40B4-BE49-F238E27FC236}">
                <a16:creationId xmlns:a16="http://schemas.microsoft.com/office/drawing/2014/main" id="{EE8E1CDD-95CA-475E-BC7F-D83D603311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0838" y="32099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793" name="Rectangle 51">
            <a:extLst>
              <a:ext uri="{FF2B5EF4-FFF2-40B4-BE49-F238E27FC236}">
                <a16:creationId xmlns:a16="http://schemas.microsoft.com/office/drawing/2014/main" id="{3EBD5919-3272-4F08-A2D1-15299BE3A8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24003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31794" name="Picture 50" descr="slika75a">
            <a:extLst>
              <a:ext uri="{FF2B5EF4-FFF2-40B4-BE49-F238E27FC236}">
                <a16:creationId xmlns:a16="http://schemas.microsoft.com/office/drawing/2014/main" id="{E9B81F05-EC48-4AB9-A13D-9DFE5E4840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981200"/>
            <a:ext cx="4038600" cy="3028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95" name="Rectangle 53">
            <a:extLst>
              <a:ext uri="{FF2B5EF4-FFF2-40B4-BE49-F238E27FC236}">
                <a16:creationId xmlns:a16="http://schemas.microsoft.com/office/drawing/2014/main" id="{C229AD74-7816-41A8-937D-E30BD6AF54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5638" y="24003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31796" name="Picture 52" descr="slika75b">
            <a:extLst>
              <a:ext uri="{FF2B5EF4-FFF2-40B4-BE49-F238E27FC236}">
                <a16:creationId xmlns:a16="http://schemas.microsoft.com/office/drawing/2014/main" id="{37CDB382-1AF6-486C-BD84-0B65CA9C44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1981200"/>
            <a:ext cx="4038600" cy="301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66322AA3-E6B9-4843-B1EC-271CBAA588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Jednostavni model osvjetljavanja</a:t>
            </a:r>
            <a:r>
              <a:rPr lang="en-GB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32771" name="Date Placeholder 2">
            <a:extLst>
              <a:ext uri="{FF2B5EF4-FFF2-40B4-BE49-F238E27FC236}">
                <a16:creationId xmlns:a16="http://schemas.microsoft.com/office/drawing/2014/main" id="{ECBE9467-AC09-4847-9511-27FA511C579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fld id="{4F544FF8-2DC3-4F5E-95EF-C7F9B7C7CB47}" type="datetime1">
              <a:rPr lang="sr-Latn-RS" altLang="sr-Latn-RS" sz="1400" smtClean="0">
                <a:latin typeface="Arial" panose="020B0604020202020204" pitchFamily="34" charset="0"/>
                <a:cs typeface="Arial" panose="020B0604020202020204" pitchFamily="34" charset="0"/>
              </a:rPr>
              <a:t>31.10.2025.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252" name="Slide Number Placeholder 4">
            <a:extLst>
              <a:ext uri="{FF2B5EF4-FFF2-40B4-BE49-F238E27FC236}">
                <a16:creationId xmlns:a16="http://schemas.microsoft.com/office/drawing/2014/main" id="{2EDFED9D-1C76-407F-A5B1-09FFD071C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fld id="{E12B31FA-6EA5-436B-AD93-EEABAD3772D5}" type="slidenum">
              <a:rPr lang="en-GB" altLang="sr-Latn-RS" sz="1400"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t>28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773" name="Rectangle 3">
            <a:extLst>
              <a:ext uri="{FF2B5EF4-FFF2-40B4-BE49-F238E27FC236}">
                <a16:creationId xmlns:a16="http://schemas.microsoft.com/office/drawing/2014/main" id="{571C838C-CD8F-4DE7-A6CC-A43E1C9E71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1850" y="26812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774" name="Rectangle 4">
            <a:extLst>
              <a:ext uri="{FF2B5EF4-FFF2-40B4-BE49-F238E27FC236}">
                <a16:creationId xmlns:a16="http://schemas.microsoft.com/office/drawing/2014/main" id="{36D35D7C-5C0E-4D32-8215-C66A5AAB5C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6574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775" name="Rectangle 5">
            <a:extLst>
              <a:ext uri="{FF2B5EF4-FFF2-40B4-BE49-F238E27FC236}">
                <a16:creationId xmlns:a16="http://schemas.microsoft.com/office/drawing/2014/main" id="{75A6F16E-F672-42CD-AA2C-FF613BC221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3688" y="2519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776" name="Rectangle 6">
            <a:extLst>
              <a:ext uri="{FF2B5EF4-FFF2-40B4-BE49-F238E27FC236}">
                <a16:creationId xmlns:a16="http://schemas.microsoft.com/office/drawing/2014/main" id="{D74C9274-B7C1-4F49-804B-ACA9A8E0D5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9900" y="2252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777" name="Rectangle 7">
            <a:extLst>
              <a:ext uri="{FF2B5EF4-FFF2-40B4-BE49-F238E27FC236}">
                <a16:creationId xmlns:a16="http://schemas.microsoft.com/office/drawing/2014/main" id="{91900A39-7DF2-4931-8836-2A86ABBD70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6538" y="13716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778" name="Rectangle 8">
            <a:extLst>
              <a:ext uri="{FF2B5EF4-FFF2-40B4-BE49-F238E27FC236}">
                <a16:creationId xmlns:a16="http://schemas.microsoft.com/office/drawing/2014/main" id="{631D1898-D68D-4DC2-BB26-316237661C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6650" y="32194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779" name="Rectangle 9">
            <a:extLst>
              <a:ext uri="{FF2B5EF4-FFF2-40B4-BE49-F238E27FC236}">
                <a16:creationId xmlns:a16="http://schemas.microsoft.com/office/drawing/2014/main" id="{4D272A6F-F9C9-4E36-B00D-5AB703845C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2213" y="2466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780" name="Rectangle 10">
            <a:extLst>
              <a:ext uri="{FF2B5EF4-FFF2-40B4-BE49-F238E27FC236}">
                <a16:creationId xmlns:a16="http://schemas.microsoft.com/office/drawing/2014/main" id="{5C3F995B-F5A9-4192-9D64-0B95A96601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42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781" name="Rectangle 11">
            <a:extLst>
              <a:ext uri="{FF2B5EF4-FFF2-40B4-BE49-F238E27FC236}">
                <a16:creationId xmlns:a16="http://schemas.microsoft.com/office/drawing/2014/main" id="{CBEC1791-6E36-41F8-B223-C7B2901B40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1888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782" name="Rectangle 12">
            <a:extLst>
              <a:ext uri="{FF2B5EF4-FFF2-40B4-BE49-F238E27FC236}">
                <a16:creationId xmlns:a16="http://schemas.microsoft.com/office/drawing/2014/main" id="{4B91D0DC-42B9-406F-975A-6993E5D5C8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783" name="Rectangle 13">
            <a:extLst>
              <a:ext uri="{FF2B5EF4-FFF2-40B4-BE49-F238E27FC236}">
                <a16:creationId xmlns:a16="http://schemas.microsoft.com/office/drawing/2014/main" id="{9999663A-8228-4708-AE08-A48BCA8EA9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784" name="Rectangle 14">
            <a:extLst>
              <a:ext uri="{FF2B5EF4-FFF2-40B4-BE49-F238E27FC236}">
                <a16:creationId xmlns:a16="http://schemas.microsoft.com/office/drawing/2014/main" id="{DE5B44CC-E309-40C5-82FC-3C89149AD1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7538" y="22288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785" name="Rectangle 15">
            <a:extLst>
              <a:ext uri="{FF2B5EF4-FFF2-40B4-BE49-F238E27FC236}">
                <a16:creationId xmlns:a16="http://schemas.microsoft.com/office/drawing/2014/main" id="{25D492B6-EC86-47BE-93A0-2420096527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2300" y="3281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786" name="Rectangle 16">
            <a:extLst>
              <a:ext uri="{FF2B5EF4-FFF2-40B4-BE49-F238E27FC236}">
                <a16:creationId xmlns:a16="http://schemas.microsoft.com/office/drawing/2014/main" id="{5D1305B2-8E96-4790-BE88-5BF975298B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3263" y="32861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787" name="Rectangle 17">
            <a:extLst>
              <a:ext uri="{FF2B5EF4-FFF2-40B4-BE49-F238E27FC236}">
                <a16:creationId xmlns:a16="http://schemas.microsoft.com/office/drawing/2014/main" id="{61B99522-C1F9-487C-B1E0-E5A665A058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1338" y="2138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788" name="Rectangle 18">
            <a:extLst>
              <a:ext uri="{FF2B5EF4-FFF2-40B4-BE49-F238E27FC236}">
                <a16:creationId xmlns:a16="http://schemas.microsoft.com/office/drawing/2014/main" id="{89E8CBE7-28BE-42CE-AF79-7FCE4FA5FB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5688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789" name="Rectangle 19">
            <a:extLst>
              <a:ext uri="{FF2B5EF4-FFF2-40B4-BE49-F238E27FC236}">
                <a16:creationId xmlns:a16="http://schemas.microsoft.com/office/drawing/2014/main" id="{33A7F140-42C9-4975-BE75-4E3EECE1F7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5288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790" name="Rectangle 20">
            <a:extLst>
              <a:ext uri="{FF2B5EF4-FFF2-40B4-BE49-F238E27FC236}">
                <a16:creationId xmlns:a16="http://schemas.microsoft.com/office/drawing/2014/main" id="{09290655-FDA8-4E5F-AA35-8A7A62BC00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3281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791" name="Rectangle 21">
            <a:extLst>
              <a:ext uri="{FF2B5EF4-FFF2-40B4-BE49-F238E27FC236}">
                <a16:creationId xmlns:a16="http://schemas.microsoft.com/office/drawing/2014/main" id="{68B0260C-7C9B-463C-9EF0-C148AC0C90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5638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792" name="Rectangle 23">
            <a:extLst>
              <a:ext uri="{FF2B5EF4-FFF2-40B4-BE49-F238E27FC236}">
                <a16:creationId xmlns:a16="http://schemas.microsoft.com/office/drawing/2014/main" id="{C97BCE9C-7957-4250-A3D8-5881B9F7A8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7550" y="2862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793" name="Rectangle 24">
            <a:extLst>
              <a:ext uri="{FF2B5EF4-FFF2-40B4-BE49-F238E27FC236}">
                <a16:creationId xmlns:a16="http://schemas.microsoft.com/office/drawing/2014/main" id="{FAAB692E-381E-460E-BC39-ECCCBEC7DF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794" name="Rectangle 25">
            <a:extLst>
              <a:ext uri="{FF2B5EF4-FFF2-40B4-BE49-F238E27FC236}">
                <a16:creationId xmlns:a16="http://schemas.microsoft.com/office/drawing/2014/main" id="{F3614448-34A6-4CB1-9F2A-A1CD727E65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795" name="Rectangle 26">
            <a:extLst>
              <a:ext uri="{FF2B5EF4-FFF2-40B4-BE49-F238E27FC236}">
                <a16:creationId xmlns:a16="http://schemas.microsoft.com/office/drawing/2014/main" id="{223A72C3-BA55-4104-B68A-83B3022C7D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796" name="Rectangle 27">
            <a:extLst>
              <a:ext uri="{FF2B5EF4-FFF2-40B4-BE49-F238E27FC236}">
                <a16:creationId xmlns:a16="http://schemas.microsoft.com/office/drawing/2014/main" id="{CD56BAB2-73C3-491D-A8AF-1208209493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4675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797" name="Rectangle 28">
            <a:extLst>
              <a:ext uri="{FF2B5EF4-FFF2-40B4-BE49-F238E27FC236}">
                <a16:creationId xmlns:a16="http://schemas.microsoft.com/office/drawing/2014/main" id="{10BA23C6-DC5A-49FB-AE7A-3F9D274D40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670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798" name="Rectangle 29">
            <a:extLst>
              <a:ext uri="{FF2B5EF4-FFF2-40B4-BE49-F238E27FC236}">
                <a16:creationId xmlns:a16="http://schemas.microsoft.com/office/drawing/2014/main" id="{E19EB71C-6944-44F3-A430-80053B0B87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6163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799" name="Rectangle 30">
            <a:extLst>
              <a:ext uri="{FF2B5EF4-FFF2-40B4-BE49-F238E27FC236}">
                <a16:creationId xmlns:a16="http://schemas.microsoft.com/office/drawing/2014/main" id="{5A799559-5138-47CC-8EA2-186B548F48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2775" y="2357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800" name="Rectangle 31">
            <a:extLst>
              <a:ext uri="{FF2B5EF4-FFF2-40B4-BE49-F238E27FC236}">
                <a16:creationId xmlns:a16="http://schemas.microsoft.com/office/drawing/2014/main" id="{11A9FFB2-F9CB-4A65-8F81-BE9AD642EA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7063" y="22574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801" name="Rectangle 32">
            <a:extLst>
              <a:ext uri="{FF2B5EF4-FFF2-40B4-BE49-F238E27FC236}">
                <a16:creationId xmlns:a16="http://schemas.microsoft.com/office/drawing/2014/main" id="{15F03C82-6297-481D-A547-2C00BC7C3F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7588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802" name="Rectangle 33">
            <a:extLst>
              <a:ext uri="{FF2B5EF4-FFF2-40B4-BE49-F238E27FC236}">
                <a16:creationId xmlns:a16="http://schemas.microsoft.com/office/drawing/2014/main" id="{FBD1D61F-9CD2-4CD7-A15F-0803F15A5F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6588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803" name="Rectangle 35">
            <a:extLst>
              <a:ext uri="{FF2B5EF4-FFF2-40B4-BE49-F238E27FC236}">
                <a16:creationId xmlns:a16="http://schemas.microsoft.com/office/drawing/2014/main" id="{DBDAFBBB-2AAD-49F0-9154-501679A666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2363" y="2738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804" name="Rectangle 36">
            <a:extLst>
              <a:ext uri="{FF2B5EF4-FFF2-40B4-BE49-F238E27FC236}">
                <a16:creationId xmlns:a16="http://schemas.microsoft.com/office/drawing/2014/main" id="{D6F006E1-31C8-424F-AD83-19B291A86A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27146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805" name="Rectangle 37">
            <a:extLst>
              <a:ext uri="{FF2B5EF4-FFF2-40B4-BE49-F238E27FC236}">
                <a16:creationId xmlns:a16="http://schemas.microsoft.com/office/drawing/2014/main" id="{077E58CD-E77B-4DAF-8DBC-7ACFED5362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27098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806" name="Rectangle 38">
            <a:extLst>
              <a:ext uri="{FF2B5EF4-FFF2-40B4-BE49-F238E27FC236}">
                <a16:creationId xmlns:a16="http://schemas.microsoft.com/office/drawing/2014/main" id="{C42468E0-EC72-4BCC-96EA-29FDAB7410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7038" y="22240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807" name="Rectangle 40">
            <a:extLst>
              <a:ext uri="{FF2B5EF4-FFF2-40B4-BE49-F238E27FC236}">
                <a16:creationId xmlns:a16="http://schemas.microsoft.com/office/drawing/2014/main" id="{8D622FEE-6948-46F6-840B-17E1773B08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2913" y="3228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808" name="Rectangle 41">
            <a:extLst>
              <a:ext uri="{FF2B5EF4-FFF2-40B4-BE49-F238E27FC236}">
                <a16:creationId xmlns:a16="http://schemas.microsoft.com/office/drawing/2014/main" id="{111E8F14-E799-4BB4-9C93-10C29B872D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6675" y="31432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809" name="Rectangle 42">
            <a:extLst>
              <a:ext uri="{FF2B5EF4-FFF2-40B4-BE49-F238E27FC236}">
                <a16:creationId xmlns:a16="http://schemas.microsoft.com/office/drawing/2014/main" id="{F9360881-4AC6-4E55-B3A8-2717C51989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810" name="Rectangle 43">
            <a:extLst>
              <a:ext uri="{FF2B5EF4-FFF2-40B4-BE49-F238E27FC236}">
                <a16:creationId xmlns:a16="http://schemas.microsoft.com/office/drawing/2014/main" id="{6988B9FA-A184-4AFE-85C1-BEA56555C7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6075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811" name="Text Box 44">
            <a:extLst>
              <a:ext uri="{FF2B5EF4-FFF2-40B4-BE49-F238E27FC236}">
                <a16:creationId xmlns:a16="http://schemas.microsoft.com/office/drawing/2014/main" id="{F366205F-2E54-498F-8884-B713BA1A11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676400"/>
            <a:ext cx="8077200" cy="240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Određivanja intenziteta svjetlosti reflektirane od dva objekta iste orijentacije prema izvoru svjetla, a koja se nalaze na različitim udaljenostima od izvora.</a:t>
            </a:r>
          </a:p>
          <a:p>
            <a:pPr lvl="1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hr-HR" altLang="sr-Latn-RS" sz="2000" i="1">
                <a:latin typeface="Arial" panose="020B0604020202020204" pitchFamily="34" charset="0"/>
                <a:cs typeface="Arial" panose="020B0604020202020204" pitchFamily="34" charset="0"/>
              </a:rPr>
              <a:t>Rezultat:</a:t>
            </a: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 jednaki intenzitet oba objekta. </a:t>
            </a:r>
          </a:p>
          <a:p>
            <a:pPr lvl="1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Ako se objekti preklapaju - nije ih moguće razlikovati. </a:t>
            </a:r>
          </a:p>
        </p:txBody>
      </p:sp>
      <p:sp>
        <p:nvSpPr>
          <p:cNvPr id="32812" name="Rectangle 46">
            <a:extLst>
              <a:ext uri="{FF2B5EF4-FFF2-40B4-BE49-F238E27FC236}">
                <a16:creationId xmlns:a16="http://schemas.microsoft.com/office/drawing/2014/main" id="{972BB0A1-D42D-4512-82F2-9819FC567D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0838" y="32099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813" name="Rectangle 47">
            <a:extLst>
              <a:ext uri="{FF2B5EF4-FFF2-40B4-BE49-F238E27FC236}">
                <a16:creationId xmlns:a16="http://schemas.microsoft.com/office/drawing/2014/main" id="{3DFEF11B-5B44-4C4B-B04C-86978A33F3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24003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814" name="Rectangle 49">
            <a:extLst>
              <a:ext uri="{FF2B5EF4-FFF2-40B4-BE49-F238E27FC236}">
                <a16:creationId xmlns:a16="http://schemas.microsoft.com/office/drawing/2014/main" id="{88CFDD6C-A11C-42D7-A1C5-A65884F321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5638" y="24003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4FFF3BBF-94DC-4159-A8ED-1D49A6AA85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Jednostavni model osvjetljavanja</a:t>
            </a:r>
            <a:r>
              <a:rPr lang="en-GB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33795" name="Date Placeholder 2">
            <a:extLst>
              <a:ext uri="{FF2B5EF4-FFF2-40B4-BE49-F238E27FC236}">
                <a16:creationId xmlns:a16="http://schemas.microsoft.com/office/drawing/2014/main" id="{528E1E72-1DEB-4F02-A7E3-B72F9F42DF3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fld id="{8300467D-72AA-4159-AD08-7B7694970A50}" type="datetime1">
              <a:rPr lang="sr-Latn-RS" altLang="sr-Latn-RS" sz="1400" smtClean="0">
                <a:latin typeface="Arial" panose="020B0604020202020204" pitchFamily="34" charset="0"/>
                <a:cs typeface="Arial" panose="020B0604020202020204" pitchFamily="34" charset="0"/>
              </a:rPr>
              <a:t>31.10.2025.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4276" name="Slide Number Placeholder 4">
            <a:extLst>
              <a:ext uri="{FF2B5EF4-FFF2-40B4-BE49-F238E27FC236}">
                <a16:creationId xmlns:a16="http://schemas.microsoft.com/office/drawing/2014/main" id="{F6A3C615-00CE-472C-B99B-EE3E1294A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fld id="{68A237A9-1627-429F-88EA-79BE3DE2030C}" type="slidenum">
              <a:rPr lang="en-GB" altLang="sr-Latn-RS" sz="1400"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t>29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797" name="Rectangle 3">
            <a:extLst>
              <a:ext uri="{FF2B5EF4-FFF2-40B4-BE49-F238E27FC236}">
                <a16:creationId xmlns:a16="http://schemas.microsoft.com/office/drawing/2014/main" id="{96AA0DA0-3C30-47A4-BEED-C80CD7A02E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1850" y="26812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798" name="Rectangle 4">
            <a:extLst>
              <a:ext uri="{FF2B5EF4-FFF2-40B4-BE49-F238E27FC236}">
                <a16:creationId xmlns:a16="http://schemas.microsoft.com/office/drawing/2014/main" id="{6F131832-7A1A-4A2F-92F6-F5493B91A9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6574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799" name="Rectangle 5">
            <a:extLst>
              <a:ext uri="{FF2B5EF4-FFF2-40B4-BE49-F238E27FC236}">
                <a16:creationId xmlns:a16="http://schemas.microsoft.com/office/drawing/2014/main" id="{137AF17B-9E91-4900-AFD4-9B7E00A80D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3688" y="2519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800" name="Rectangle 6">
            <a:extLst>
              <a:ext uri="{FF2B5EF4-FFF2-40B4-BE49-F238E27FC236}">
                <a16:creationId xmlns:a16="http://schemas.microsoft.com/office/drawing/2014/main" id="{2DF1249B-DC05-4D69-8BBD-A2A60BA457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9900" y="2252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801" name="Rectangle 7">
            <a:extLst>
              <a:ext uri="{FF2B5EF4-FFF2-40B4-BE49-F238E27FC236}">
                <a16:creationId xmlns:a16="http://schemas.microsoft.com/office/drawing/2014/main" id="{CB471BCA-E2C6-4F8C-8784-E5A028B447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6538" y="13716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802" name="Rectangle 8">
            <a:extLst>
              <a:ext uri="{FF2B5EF4-FFF2-40B4-BE49-F238E27FC236}">
                <a16:creationId xmlns:a16="http://schemas.microsoft.com/office/drawing/2014/main" id="{C49A7ECD-D7E6-4DC5-A1A1-C03EE2B887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6650" y="32194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803" name="Rectangle 9">
            <a:extLst>
              <a:ext uri="{FF2B5EF4-FFF2-40B4-BE49-F238E27FC236}">
                <a16:creationId xmlns:a16="http://schemas.microsoft.com/office/drawing/2014/main" id="{DB3DD4C0-AE6C-4A01-930A-4AC279DEE3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2213" y="2466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804" name="Rectangle 10">
            <a:extLst>
              <a:ext uri="{FF2B5EF4-FFF2-40B4-BE49-F238E27FC236}">
                <a16:creationId xmlns:a16="http://schemas.microsoft.com/office/drawing/2014/main" id="{89E93DE8-A1A8-48E1-8D56-36F338B822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42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805" name="Rectangle 11">
            <a:extLst>
              <a:ext uri="{FF2B5EF4-FFF2-40B4-BE49-F238E27FC236}">
                <a16:creationId xmlns:a16="http://schemas.microsoft.com/office/drawing/2014/main" id="{7F0074A9-A799-49D4-B663-1863CA2D7E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1888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806" name="Rectangle 12">
            <a:extLst>
              <a:ext uri="{FF2B5EF4-FFF2-40B4-BE49-F238E27FC236}">
                <a16:creationId xmlns:a16="http://schemas.microsoft.com/office/drawing/2014/main" id="{C9CF49C9-9B17-4BE9-963B-D021116DD3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807" name="Rectangle 13">
            <a:extLst>
              <a:ext uri="{FF2B5EF4-FFF2-40B4-BE49-F238E27FC236}">
                <a16:creationId xmlns:a16="http://schemas.microsoft.com/office/drawing/2014/main" id="{D8809AAC-A86D-485B-8DC7-2758125413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808" name="Rectangle 14">
            <a:extLst>
              <a:ext uri="{FF2B5EF4-FFF2-40B4-BE49-F238E27FC236}">
                <a16:creationId xmlns:a16="http://schemas.microsoft.com/office/drawing/2014/main" id="{28E78710-603F-4842-8CC5-57642AFC71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7538" y="22288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809" name="Rectangle 15">
            <a:extLst>
              <a:ext uri="{FF2B5EF4-FFF2-40B4-BE49-F238E27FC236}">
                <a16:creationId xmlns:a16="http://schemas.microsoft.com/office/drawing/2014/main" id="{BECC843C-5CCD-48B6-A1DF-B77699845F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2300" y="3281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810" name="Rectangle 16">
            <a:extLst>
              <a:ext uri="{FF2B5EF4-FFF2-40B4-BE49-F238E27FC236}">
                <a16:creationId xmlns:a16="http://schemas.microsoft.com/office/drawing/2014/main" id="{2297C293-6DFB-42D4-A662-2298FE2572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3263" y="32861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811" name="Rectangle 17">
            <a:extLst>
              <a:ext uri="{FF2B5EF4-FFF2-40B4-BE49-F238E27FC236}">
                <a16:creationId xmlns:a16="http://schemas.microsoft.com/office/drawing/2014/main" id="{ED75C52C-30F4-420B-9281-E85027E5E2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1338" y="2138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812" name="Rectangle 18">
            <a:extLst>
              <a:ext uri="{FF2B5EF4-FFF2-40B4-BE49-F238E27FC236}">
                <a16:creationId xmlns:a16="http://schemas.microsoft.com/office/drawing/2014/main" id="{45BE17C1-5616-4DD2-AB1A-FC4F2028DB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5688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813" name="Rectangle 19">
            <a:extLst>
              <a:ext uri="{FF2B5EF4-FFF2-40B4-BE49-F238E27FC236}">
                <a16:creationId xmlns:a16="http://schemas.microsoft.com/office/drawing/2014/main" id="{FEA904E5-283F-4F4B-8B7D-B7C3FE75D7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5288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814" name="Rectangle 20">
            <a:extLst>
              <a:ext uri="{FF2B5EF4-FFF2-40B4-BE49-F238E27FC236}">
                <a16:creationId xmlns:a16="http://schemas.microsoft.com/office/drawing/2014/main" id="{042AA2BF-015D-40F4-AE33-CE9CF6D8E6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3281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815" name="Rectangle 21">
            <a:extLst>
              <a:ext uri="{FF2B5EF4-FFF2-40B4-BE49-F238E27FC236}">
                <a16:creationId xmlns:a16="http://schemas.microsoft.com/office/drawing/2014/main" id="{F15A4228-2A29-4B8E-9373-C5C486FACB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5638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816" name="Rectangle 22">
            <a:extLst>
              <a:ext uri="{FF2B5EF4-FFF2-40B4-BE49-F238E27FC236}">
                <a16:creationId xmlns:a16="http://schemas.microsoft.com/office/drawing/2014/main" id="{0BB6710A-DC85-4BDE-99C7-D43DE3C95E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5450" y="2795588"/>
            <a:ext cx="9144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817" name="Rectangle 23">
            <a:extLst>
              <a:ext uri="{FF2B5EF4-FFF2-40B4-BE49-F238E27FC236}">
                <a16:creationId xmlns:a16="http://schemas.microsoft.com/office/drawing/2014/main" id="{1ECF9C0C-09FA-4B4D-A853-AD968BF10C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7550" y="2862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818" name="Rectangle 24">
            <a:extLst>
              <a:ext uri="{FF2B5EF4-FFF2-40B4-BE49-F238E27FC236}">
                <a16:creationId xmlns:a16="http://schemas.microsoft.com/office/drawing/2014/main" id="{676B8DBB-BAB1-425B-9305-EFA10D360E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819" name="Rectangle 25">
            <a:extLst>
              <a:ext uri="{FF2B5EF4-FFF2-40B4-BE49-F238E27FC236}">
                <a16:creationId xmlns:a16="http://schemas.microsoft.com/office/drawing/2014/main" id="{B39598E6-96B7-4EB0-8ABD-F12843C632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820" name="Rectangle 26">
            <a:extLst>
              <a:ext uri="{FF2B5EF4-FFF2-40B4-BE49-F238E27FC236}">
                <a16:creationId xmlns:a16="http://schemas.microsoft.com/office/drawing/2014/main" id="{08502220-38DE-42CA-A594-8B4EA9940A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821" name="Rectangle 27">
            <a:extLst>
              <a:ext uri="{FF2B5EF4-FFF2-40B4-BE49-F238E27FC236}">
                <a16:creationId xmlns:a16="http://schemas.microsoft.com/office/drawing/2014/main" id="{1E87BAA6-C098-4D77-B18C-1CD07AE74D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4675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822" name="Rectangle 28">
            <a:extLst>
              <a:ext uri="{FF2B5EF4-FFF2-40B4-BE49-F238E27FC236}">
                <a16:creationId xmlns:a16="http://schemas.microsoft.com/office/drawing/2014/main" id="{F898ECF9-0D64-4761-B78E-9895B22ED9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670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823" name="Rectangle 29">
            <a:extLst>
              <a:ext uri="{FF2B5EF4-FFF2-40B4-BE49-F238E27FC236}">
                <a16:creationId xmlns:a16="http://schemas.microsoft.com/office/drawing/2014/main" id="{5CC5DA97-C9E6-459B-A53C-975945C006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6163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824" name="Rectangle 30">
            <a:extLst>
              <a:ext uri="{FF2B5EF4-FFF2-40B4-BE49-F238E27FC236}">
                <a16:creationId xmlns:a16="http://schemas.microsoft.com/office/drawing/2014/main" id="{591BE338-A46A-4144-8C73-CD4E3E05EC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2775" y="2357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825" name="Rectangle 31">
            <a:extLst>
              <a:ext uri="{FF2B5EF4-FFF2-40B4-BE49-F238E27FC236}">
                <a16:creationId xmlns:a16="http://schemas.microsoft.com/office/drawing/2014/main" id="{3BB34E06-5518-4922-B286-6C24413787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7063" y="22574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826" name="Rectangle 32">
            <a:extLst>
              <a:ext uri="{FF2B5EF4-FFF2-40B4-BE49-F238E27FC236}">
                <a16:creationId xmlns:a16="http://schemas.microsoft.com/office/drawing/2014/main" id="{FC854997-1E9B-481B-B6AF-A6DD31F31C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7588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827" name="Rectangle 33">
            <a:extLst>
              <a:ext uri="{FF2B5EF4-FFF2-40B4-BE49-F238E27FC236}">
                <a16:creationId xmlns:a16="http://schemas.microsoft.com/office/drawing/2014/main" id="{983AD5FB-1E6B-42F3-A855-EAED12D13E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6588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828" name="Rectangle 34">
            <a:extLst>
              <a:ext uri="{FF2B5EF4-FFF2-40B4-BE49-F238E27FC236}">
                <a16:creationId xmlns:a16="http://schemas.microsoft.com/office/drawing/2014/main" id="{32C2D229-E687-429D-9BDF-98EB995EC0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1238" y="22002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829" name="Rectangle 35">
            <a:extLst>
              <a:ext uri="{FF2B5EF4-FFF2-40B4-BE49-F238E27FC236}">
                <a16:creationId xmlns:a16="http://schemas.microsoft.com/office/drawing/2014/main" id="{1BD16482-A542-4E57-9798-B6B6C350E5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2363" y="2738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830" name="Rectangle 36">
            <a:extLst>
              <a:ext uri="{FF2B5EF4-FFF2-40B4-BE49-F238E27FC236}">
                <a16:creationId xmlns:a16="http://schemas.microsoft.com/office/drawing/2014/main" id="{44CB6D3A-16F7-47B4-8586-787D4054EB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27146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831" name="Rectangle 37">
            <a:extLst>
              <a:ext uri="{FF2B5EF4-FFF2-40B4-BE49-F238E27FC236}">
                <a16:creationId xmlns:a16="http://schemas.microsoft.com/office/drawing/2014/main" id="{5B81A817-C99B-4DE2-90CB-19B12C9EE3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27098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832" name="Rectangle 38">
            <a:extLst>
              <a:ext uri="{FF2B5EF4-FFF2-40B4-BE49-F238E27FC236}">
                <a16:creationId xmlns:a16="http://schemas.microsoft.com/office/drawing/2014/main" id="{AFE0118C-4F57-4C00-8ABB-8A60A7F7CE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7038" y="22240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833" name="Rectangle 39">
            <a:extLst>
              <a:ext uri="{FF2B5EF4-FFF2-40B4-BE49-F238E27FC236}">
                <a16:creationId xmlns:a16="http://schemas.microsoft.com/office/drawing/2014/main" id="{3C714029-BC64-471B-9598-52CDE1D1BF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2638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834" name="Rectangle 40">
            <a:extLst>
              <a:ext uri="{FF2B5EF4-FFF2-40B4-BE49-F238E27FC236}">
                <a16:creationId xmlns:a16="http://schemas.microsoft.com/office/drawing/2014/main" id="{DDAD3C8D-3F63-4DA4-8DF1-58E6BB92E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2913" y="3228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835" name="Rectangle 41">
            <a:extLst>
              <a:ext uri="{FF2B5EF4-FFF2-40B4-BE49-F238E27FC236}">
                <a16:creationId xmlns:a16="http://schemas.microsoft.com/office/drawing/2014/main" id="{B5A0CD81-B7A4-45F4-A2FE-633C60F024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6675" y="31432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836" name="Rectangle 42">
            <a:extLst>
              <a:ext uri="{FF2B5EF4-FFF2-40B4-BE49-F238E27FC236}">
                <a16:creationId xmlns:a16="http://schemas.microsoft.com/office/drawing/2014/main" id="{2AC9FD98-9C2F-41F3-B41C-FCBF6FBCC4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837" name="Rectangle 43">
            <a:extLst>
              <a:ext uri="{FF2B5EF4-FFF2-40B4-BE49-F238E27FC236}">
                <a16:creationId xmlns:a16="http://schemas.microsoft.com/office/drawing/2014/main" id="{2FDB2982-52AD-407A-A379-5150B4BA75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6075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319" name="Text Box 44">
            <a:extLst>
              <a:ext uri="{FF2B5EF4-FFF2-40B4-BE49-F238E27FC236}">
                <a16:creationId xmlns:a16="http://schemas.microsoft.com/office/drawing/2014/main" id="{A7A55F74-8C01-48D2-868C-0CA0A4FA4D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676400"/>
            <a:ext cx="8077200" cy="301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FFFFFF"/>
                </a:solidFill>
                <a:latin typeface="Times New Roman" pitchFamily="18" charset="0"/>
              </a:defRPr>
            </a:lvl1pPr>
            <a:lvl2pPr eaLnBrk="0" hangingPunct="0">
              <a:defRPr sz="2400">
                <a:solidFill>
                  <a:srgbClr val="FFFFFF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Times New Roman" pitchFamily="18" charset="0"/>
              </a:defRPr>
            </a:lvl5pPr>
            <a:lvl6pPr marL="2514600" indent="-228600" algn="just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Times New Roman" pitchFamily="18" charset="0"/>
              </a:defRPr>
            </a:lvl6pPr>
            <a:lvl7pPr marL="2971800" indent="-228600" algn="just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Times New Roman" pitchFamily="18" charset="0"/>
              </a:defRPr>
            </a:lvl7pPr>
            <a:lvl8pPr marL="3429000" indent="-228600" algn="just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Times New Roman" pitchFamily="18" charset="0"/>
              </a:defRPr>
            </a:lvl8pPr>
            <a:lvl9pPr marL="3886200" indent="-228600" algn="just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Times New Roman" pitchFamily="18" charset="0"/>
              </a:defRPr>
            </a:lvl9pPr>
          </a:lstStyle>
          <a:p>
            <a:pPr marL="342900" indent="-342900" algn="l" eaLnBrk="1" hangingPunct="1">
              <a:buFont typeface="Arial" panose="020B0604020202020204" pitchFamily="34" charset="0"/>
              <a:buChar char="•"/>
              <a:defRPr/>
            </a:pPr>
            <a:r>
              <a:rPr lang="hr-HR" altLang="sr-Latn-R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Dobro je poznato da intenzitet svjetlosti opada recipročno kvadratu udaljenosti od izvora </a:t>
            </a:r>
          </a:p>
          <a:p>
            <a:pPr lvl="1" algn="l" eaLnBrk="1" hangingPunct="1">
              <a:defRPr/>
            </a:pPr>
            <a:r>
              <a:rPr lang="hr-HR" altLang="sr-Latn-R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-&gt; udaljeniji objekti izgledaju tamniji. </a:t>
            </a:r>
          </a:p>
          <a:p>
            <a:pPr lvl="1" algn="l" eaLnBrk="1" hangingPunct="1">
              <a:defRPr/>
            </a:pPr>
            <a:endParaRPr lang="hr-HR" altLang="sr-Latn-R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 eaLnBrk="1" hangingPunct="1">
              <a:buFont typeface="Arial" panose="020B0604020202020204" pitchFamily="34" charset="0"/>
              <a:buChar char="•"/>
              <a:defRPr/>
            </a:pPr>
            <a:r>
              <a:rPr lang="hr-HR" altLang="sr-Latn-R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Nažalost, ako se izvor svjetlosti nalazi u beskonačnosti </a:t>
            </a:r>
          </a:p>
          <a:p>
            <a:pPr algn="l" eaLnBrk="1" hangingPunct="1">
              <a:defRPr/>
            </a:pPr>
            <a:r>
              <a:rPr lang="hr-HR" altLang="sr-Latn-R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-&gt; udaljenost do objekta je također beskonačna -&gt;</a:t>
            </a:r>
          </a:p>
          <a:p>
            <a:pPr algn="l" eaLnBrk="1" hangingPunct="1">
              <a:defRPr/>
            </a:pPr>
            <a:r>
              <a:rPr lang="hr-HR" altLang="sr-Latn-R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-&gt; nulti doprinos ovakvog osvjetljenja ukupnom intenzitetu. </a:t>
            </a:r>
          </a:p>
        </p:txBody>
      </p:sp>
      <p:sp>
        <p:nvSpPr>
          <p:cNvPr id="33839" name="Rectangle 45">
            <a:extLst>
              <a:ext uri="{FF2B5EF4-FFF2-40B4-BE49-F238E27FC236}">
                <a16:creationId xmlns:a16="http://schemas.microsoft.com/office/drawing/2014/main" id="{0D06E5F1-0F60-49BC-AB4B-1E3F568F54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5450" y="2524125"/>
            <a:ext cx="9144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840" name="Rectangle 46">
            <a:extLst>
              <a:ext uri="{FF2B5EF4-FFF2-40B4-BE49-F238E27FC236}">
                <a16:creationId xmlns:a16="http://schemas.microsoft.com/office/drawing/2014/main" id="{67CBF9B3-CA0D-468E-8EEF-751AA685D2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0838" y="32099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841" name="Rectangle 47">
            <a:extLst>
              <a:ext uri="{FF2B5EF4-FFF2-40B4-BE49-F238E27FC236}">
                <a16:creationId xmlns:a16="http://schemas.microsoft.com/office/drawing/2014/main" id="{63AC9815-8E02-4992-8AF8-9A8E481D96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24003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842" name="Rectangle 48">
            <a:extLst>
              <a:ext uri="{FF2B5EF4-FFF2-40B4-BE49-F238E27FC236}">
                <a16:creationId xmlns:a16="http://schemas.microsoft.com/office/drawing/2014/main" id="{596094E2-2985-46CA-B254-E1300FA2C5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5638" y="24003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A0D64755-7949-41D3-9B50-643625E5F8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Jednostavni model osvjetljavanja</a:t>
            </a:r>
            <a:r>
              <a:rPr lang="en-GB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34819" name="Date Placeholder 2">
            <a:extLst>
              <a:ext uri="{FF2B5EF4-FFF2-40B4-BE49-F238E27FC236}">
                <a16:creationId xmlns:a16="http://schemas.microsoft.com/office/drawing/2014/main" id="{1A56DD5E-4375-447F-BA8B-84951E6BCD0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fld id="{F6A27705-5FD0-440F-919D-EF51B6EA2172}" type="datetime1">
              <a:rPr lang="sr-Latn-RS" altLang="sr-Latn-RS" sz="1400" smtClean="0">
                <a:latin typeface="Arial" panose="020B0604020202020204" pitchFamily="34" charset="0"/>
                <a:cs typeface="Arial" panose="020B0604020202020204" pitchFamily="34" charset="0"/>
              </a:rPr>
              <a:t>31.10.2025.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300" name="Slide Number Placeholder 4">
            <a:extLst>
              <a:ext uri="{FF2B5EF4-FFF2-40B4-BE49-F238E27FC236}">
                <a16:creationId xmlns:a16="http://schemas.microsoft.com/office/drawing/2014/main" id="{07E7C1EC-04CE-4B47-A691-174E32843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fld id="{B4555378-F311-4178-9134-CEEBCE391271}" type="slidenum">
              <a:rPr lang="en-GB" altLang="sr-Latn-RS" sz="1400"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t>30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821" name="Rectangle 3">
            <a:extLst>
              <a:ext uri="{FF2B5EF4-FFF2-40B4-BE49-F238E27FC236}">
                <a16:creationId xmlns:a16="http://schemas.microsoft.com/office/drawing/2014/main" id="{E8E52E16-2E4F-4181-8ACB-EE7E02692C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1850" y="26812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822" name="Rectangle 4">
            <a:extLst>
              <a:ext uri="{FF2B5EF4-FFF2-40B4-BE49-F238E27FC236}">
                <a16:creationId xmlns:a16="http://schemas.microsoft.com/office/drawing/2014/main" id="{C0F6213F-1E45-4CAC-9DB7-EBB7103706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6574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823" name="Rectangle 5">
            <a:extLst>
              <a:ext uri="{FF2B5EF4-FFF2-40B4-BE49-F238E27FC236}">
                <a16:creationId xmlns:a16="http://schemas.microsoft.com/office/drawing/2014/main" id="{12BA61C8-AB4D-4A9C-B22D-D40F319A73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3688" y="2519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824" name="Rectangle 6">
            <a:extLst>
              <a:ext uri="{FF2B5EF4-FFF2-40B4-BE49-F238E27FC236}">
                <a16:creationId xmlns:a16="http://schemas.microsoft.com/office/drawing/2014/main" id="{3B7C53DD-F862-4C15-BBC9-E5FA6CE850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9900" y="2252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825" name="Rectangle 7">
            <a:extLst>
              <a:ext uri="{FF2B5EF4-FFF2-40B4-BE49-F238E27FC236}">
                <a16:creationId xmlns:a16="http://schemas.microsoft.com/office/drawing/2014/main" id="{ECB5EF79-0249-4C1E-AFB3-6C82D5C35F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6538" y="13716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826" name="Rectangle 8">
            <a:extLst>
              <a:ext uri="{FF2B5EF4-FFF2-40B4-BE49-F238E27FC236}">
                <a16:creationId xmlns:a16="http://schemas.microsoft.com/office/drawing/2014/main" id="{5E39E0A6-8C28-4AEC-9717-F9D97258AA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6650" y="32194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827" name="Rectangle 9">
            <a:extLst>
              <a:ext uri="{FF2B5EF4-FFF2-40B4-BE49-F238E27FC236}">
                <a16:creationId xmlns:a16="http://schemas.microsoft.com/office/drawing/2014/main" id="{DEA40ACC-85EA-4658-AB25-618D84D00F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2213" y="2466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828" name="Rectangle 10">
            <a:extLst>
              <a:ext uri="{FF2B5EF4-FFF2-40B4-BE49-F238E27FC236}">
                <a16:creationId xmlns:a16="http://schemas.microsoft.com/office/drawing/2014/main" id="{CA059EB3-2654-4227-A3CD-AA3E00135A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42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829" name="Rectangle 11">
            <a:extLst>
              <a:ext uri="{FF2B5EF4-FFF2-40B4-BE49-F238E27FC236}">
                <a16:creationId xmlns:a16="http://schemas.microsoft.com/office/drawing/2014/main" id="{7EC49C7E-6C31-46B5-B3E1-770C050A57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1888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830" name="Rectangle 12">
            <a:extLst>
              <a:ext uri="{FF2B5EF4-FFF2-40B4-BE49-F238E27FC236}">
                <a16:creationId xmlns:a16="http://schemas.microsoft.com/office/drawing/2014/main" id="{778B5EF1-4EDA-4A65-AE8D-8BBD5B2CD2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831" name="Rectangle 13">
            <a:extLst>
              <a:ext uri="{FF2B5EF4-FFF2-40B4-BE49-F238E27FC236}">
                <a16:creationId xmlns:a16="http://schemas.microsoft.com/office/drawing/2014/main" id="{C2B98C70-71A5-4222-B118-91DA7865A8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832" name="Rectangle 14">
            <a:extLst>
              <a:ext uri="{FF2B5EF4-FFF2-40B4-BE49-F238E27FC236}">
                <a16:creationId xmlns:a16="http://schemas.microsoft.com/office/drawing/2014/main" id="{E0EC11F1-1701-4923-BFD6-08EF872352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7538" y="22288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833" name="Rectangle 15">
            <a:extLst>
              <a:ext uri="{FF2B5EF4-FFF2-40B4-BE49-F238E27FC236}">
                <a16:creationId xmlns:a16="http://schemas.microsoft.com/office/drawing/2014/main" id="{41361024-5CD1-485F-BAB2-37CD7A770B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2300" y="3281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834" name="Rectangle 16">
            <a:extLst>
              <a:ext uri="{FF2B5EF4-FFF2-40B4-BE49-F238E27FC236}">
                <a16:creationId xmlns:a16="http://schemas.microsoft.com/office/drawing/2014/main" id="{D786D28A-E6AD-4590-BBDC-7FDDD225DD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3263" y="32861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835" name="Rectangle 17">
            <a:extLst>
              <a:ext uri="{FF2B5EF4-FFF2-40B4-BE49-F238E27FC236}">
                <a16:creationId xmlns:a16="http://schemas.microsoft.com/office/drawing/2014/main" id="{3D7FD14E-2D8B-49AE-9B3D-EEA43213C6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1338" y="2138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836" name="Rectangle 18">
            <a:extLst>
              <a:ext uri="{FF2B5EF4-FFF2-40B4-BE49-F238E27FC236}">
                <a16:creationId xmlns:a16="http://schemas.microsoft.com/office/drawing/2014/main" id="{E6469B02-6D13-4A1C-B944-063C64FE16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5688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837" name="Rectangle 19">
            <a:extLst>
              <a:ext uri="{FF2B5EF4-FFF2-40B4-BE49-F238E27FC236}">
                <a16:creationId xmlns:a16="http://schemas.microsoft.com/office/drawing/2014/main" id="{86D66BF7-A52A-4E5D-97F7-F61A22EFC4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5288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838" name="Rectangle 20">
            <a:extLst>
              <a:ext uri="{FF2B5EF4-FFF2-40B4-BE49-F238E27FC236}">
                <a16:creationId xmlns:a16="http://schemas.microsoft.com/office/drawing/2014/main" id="{DEF40662-5ED1-46E2-AF25-E341C88D42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3281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839" name="Rectangle 21">
            <a:extLst>
              <a:ext uri="{FF2B5EF4-FFF2-40B4-BE49-F238E27FC236}">
                <a16:creationId xmlns:a16="http://schemas.microsoft.com/office/drawing/2014/main" id="{1C58F01C-07B2-4293-9138-702CAFCBB8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5638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840" name="Rectangle 22">
            <a:extLst>
              <a:ext uri="{FF2B5EF4-FFF2-40B4-BE49-F238E27FC236}">
                <a16:creationId xmlns:a16="http://schemas.microsoft.com/office/drawing/2014/main" id="{9B33B030-7337-4953-A143-0D93F72300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5450" y="27955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841" name="Rectangle 23">
            <a:extLst>
              <a:ext uri="{FF2B5EF4-FFF2-40B4-BE49-F238E27FC236}">
                <a16:creationId xmlns:a16="http://schemas.microsoft.com/office/drawing/2014/main" id="{DA92D966-E06A-468B-8D0C-F73C2731D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7550" y="2862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842" name="Rectangle 24">
            <a:extLst>
              <a:ext uri="{FF2B5EF4-FFF2-40B4-BE49-F238E27FC236}">
                <a16:creationId xmlns:a16="http://schemas.microsoft.com/office/drawing/2014/main" id="{6BF04926-305D-4C80-9774-A28E1D4978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843" name="Rectangle 25">
            <a:extLst>
              <a:ext uri="{FF2B5EF4-FFF2-40B4-BE49-F238E27FC236}">
                <a16:creationId xmlns:a16="http://schemas.microsoft.com/office/drawing/2014/main" id="{42F19EA4-57DE-47AB-9740-F5CC00C15C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844" name="Rectangle 26">
            <a:extLst>
              <a:ext uri="{FF2B5EF4-FFF2-40B4-BE49-F238E27FC236}">
                <a16:creationId xmlns:a16="http://schemas.microsoft.com/office/drawing/2014/main" id="{33EA4336-DCC9-4E91-98D8-ED663F932F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845" name="Rectangle 27">
            <a:extLst>
              <a:ext uri="{FF2B5EF4-FFF2-40B4-BE49-F238E27FC236}">
                <a16:creationId xmlns:a16="http://schemas.microsoft.com/office/drawing/2014/main" id="{E13FF7FF-9B42-4391-8D78-E7D7A8CC59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4675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846" name="Rectangle 28">
            <a:extLst>
              <a:ext uri="{FF2B5EF4-FFF2-40B4-BE49-F238E27FC236}">
                <a16:creationId xmlns:a16="http://schemas.microsoft.com/office/drawing/2014/main" id="{3B7BD934-431B-4A29-8DD7-FEE0B0C275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670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847" name="Rectangle 29">
            <a:extLst>
              <a:ext uri="{FF2B5EF4-FFF2-40B4-BE49-F238E27FC236}">
                <a16:creationId xmlns:a16="http://schemas.microsoft.com/office/drawing/2014/main" id="{56B60A2D-8499-45D3-B628-BC34B657AB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6163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848" name="Rectangle 30">
            <a:extLst>
              <a:ext uri="{FF2B5EF4-FFF2-40B4-BE49-F238E27FC236}">
                <a16:creationId xmlns:a16="http://schemas.microsoft.com/office/drawing/2014/main" id="{4080D3DB-2750-47B5-803D-B699525DE3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2775" y="2357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849" name="Rectangle 31">
            <a:extLst>
              <a:ext uri="{FF2B5EF4-FFF2-40B4-BE49-F238E27FC236}">
                <a16:creationId xmlns:a16="http://schemas.microsoft.com/office/drawing/2014/main" id="{F5D28C2C-3227-4665-B5C4-F435A61536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7063" y="22574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850" name="Rectangle 32">
            <a:extLst>
              <a:ext uri="{FF2B5EF4-FFF2-40B4-BE49-F238E27FC236}">
                <a16:creationId xmlns:a16="http://schemas.microsoft.com/office/drawing/2014/main" id="{7682079D-6885-473A-B1DB-572BB6ACEF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7588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851" name="Rectangle 33">
            <a:extLst>
              <a:ext uri="{FF2B5EF4-FFF2-40B4-BE49-F238E27FC236}">
                <a16:creationId xmlns:a16="http://schemas.microsoft.com/office/drawing/2014/main" id="{7A006DAC-36A3-4B26-BCD0-9A9BE628F9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6588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852" name="Rectangle 34">
            <a:extLst>
              <a:ext uri="{FF2B5EF4-FFF2-40B4-BE49-F238E27FC236}">
                <a16:creationId xmlns:a16="http://schemas.microsoft.com/office/drawing/2014/main" id="{207BE305-1090-4376-947A-B1EE5E01A0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1238" y="22002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853" name="Rectangle 35">
            <a:extLst>
              <a:ext uri="{FF2B5EF4-FFF2-40B4-BE49-F238E27FC236}">
                <a16:creationId xmlns:a16="http://schemas.microsoft.com/office/drawing/2014/main" id="{98770498-5393-4AB9-BD48-D07BEFBDAD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2363" y="2738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854" name="Rectangle 36">
            <a:extLst>
              <a:ext uri="{FF2B5EF4-FFF2-40B4-BE49-F238E27FC236}">
                <a16:creationId xmlns:a16="http://schemas.microsoft.com/office/drawing/2014/main" id="{F077AA53-D5CF-41ED-BDEA-DC00777067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27146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855" name="Rectangle 37">
            <a:extLst>
              <a:ext uri="{FF2B5EF4-FFF2-40B4-BE49-F238E27FC236}">
                <a16:creationId xmlns:a16="http://schemas.microsoft.com/office/drawing/2014/main" id="{E8A69926-A8E5-4813-915B-09BB08ECB7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27098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856" name="Rectangle 38">
            <a:extLst>
              <a:ext uri="{FF2B5EF4-FFF2-40B4-BE49-F238E27FC236}">
                <a16:creationId xmlns:a16="http://schemas.microsoft.com/office/drawing/2014/main" id="{6507CC81-3FAF-4021-9638-AB11DFEC2B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7038" y="22240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857" name="Rectangle 39">
            <a:extLst>
              <a:ext uri="{FF2B5EF4-FFF2-40B4-BE49-F238E27FC236}">
                <a16:creationId xmlns:a16="http://schemas.microsoft.com/office/drawing/2014/main" id="{2C5275C2-B4EF-485B-87F2-3785424C2B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2638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858" name="Rectangle 40">
            <a:extLst>
              <a:ext uri="{FF2B5EF4-FFF2-40B4-BE49-F238E27FC236}">
                <a16:creationId xmlns:a16="http://schemas.microsoft.com/office/drawing/2014/main" id="{D607BF24-5FC9-49BB-991F-A4620042AC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2913" y="3228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859" name="Rectangle 41">
            <a:extLst>
              <a:ext uri="{FF2B5EF4-FFF2-40B4-BE49-F238E27FC236}">
                <a16:creationId xmlns:a16="http://schemas.microsoft.com/office/drawing/2014/main" id="{E34235CA-5A19-49CD-AC0E-6C8B02CDFC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6675" y="31432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860" name="Rectangle 42">
            <a:extLst>
              <a:ext uri="{FF2B5EF4-FFF2-40B4-BE49-F238E27FC236}">
                <a16:creationId xmlns:a16="http://schemas.microsoft.com/office/drawing/2014/main" id="{22EF6905-E099-479E-82A1-154B0DD52E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861" name="Rectangle 43">
            <a:extLst>
              <a:ext uri="{FF2B5EF4-FFF2-40B4-BE49-F238E27FC236}">
                <a16:creationId xmlns:a16="http://schemas.microsoft.com/office/drawing/2014/main" id="{E10CF365-C8C7-400A-ACAA-5CE6A3AA4F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6075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55343" name="Text Box 44">
            <a:extLst>
              <a:ext uri="{FF2B5EF4-FFF2-40B4-BE49-F238E27FC236}">
                <a16:creationId xmlns:a16="http://schemas.microsoft.com/office/drawing/2014/main" id="{24AE7D69-4AA5-4B7D-9532-DA803FFBFD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676400"/>
            <a:ext cx="8077200" cy="2554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FFFFFF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Times New Roman" pitchFamily="18" charset="0"/>
              </a:defRPr>
            </a:lvl5pPr>
            <a:lvl6pPr marL="2514600" indent="-228600" algn="just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Times New Roman" pitchFamily="18" charset="0"/>
              </a:defRPr>
            </a:lvl6pPr>
            <a:lvl7pPr marL="2971800" indent="-228600" algn="just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Times New Roman" pitchFamily="18" charset="0"/>
              </a:defRPr>
            </a:lvl7pPr>
            <a:lvl8pPr marL="3429000" indent="-228600" algn="just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Times New Roman" pitchFamily="18" charset="0"/>
              </a:defRPr>
            </a:lvl8pPr>
            <a:lvl9pPr marL="3886200" indent="-228600" algn="just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Times New Roman" pitchFamily="18" charset="0"/>
              </a:defRPr>
            </a:lvl9pPr>
          </a:lstStyle>
          <a:p>
            <a:pPr marL="342900" indent="-342900" algn="l" eaLnBrk="1" hangingPunct="1">
              <a:buFont typeface="Arial" panose="020B0604020202020204" pitchFamily="34" charset="0"/>
              <a:buChar char="•"/>
              <a:defRPr/>
            </a:pPr>
            <a:r>
              <a:rPr lang="hr-HR" altLang="sr-Latn-R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Ako primijenimo perspektivnu transformaciju scene: udaljenost od perspektivnog žarišta do objekta, </a:t>
            </a:r>
            <a:r>
              <a:rPr lang="hr-HR" altLang="sr-Latn-RS" sz="20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hr-HR" altLang="sr-Latn-R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se koristi kao konstanta proporcionalnosti za difuzni izraz. </a:t>
            </a:r>
          </a:p>
          <a:p>
            <a:pPr algn="l" eaLnBrk="1" hangingPunct="1">
              <a:buFontTx/>
              <a:buChar char="•"/>
              <a:defRPr/>
            </a:pPr>
            <a:endParaRPr lang="hr-HR" altLang="sr-Latn-R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 eaLnBrk="1" hangingPunct="1">
              <a:buFont typeface="Arial" panose="020B0604020202020204" pitchFamily="34" charset="0"/>
              <a:buChar char="•"/>
              <a:defRPr/>
            </a:pPr>
            <a:r>
              <a:rPr lang="hr-HR" altLang="sr-Latn-R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Ako je perspektivno žarište blizu objektu, izraz  jako varira pa se može dogoditi da objekti koji imaju gotovo istu udaljenost od žarišta (svjetla) imaju preveliku razliku u osvjetljenju.</a:t>
            </a:r>
            <a:r>
              <a:rPr lang="en-GB" altLang="sr-Latn-R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hr-HR" altLang="sr-Latn-R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863" name="Rectangle 45">
            <a:extLst>
              <a:ext uri="{FF2B5EF4-FFF2-40B4-BE49-F238E27FC236}">
                <a16:creationId xmlns:a16="http://schemas.microsoft.com/office/drawing/2014/main" id="{FBA91DE7-618E-435F-B300-080FD336AD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5450" y="25241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864" name="Rectangle 46">
            <a:extLst>
              <a:ext uri="{FF2B5EF4-FFF2-40B4-BE49-F238E27FC236}">
                <a16:creationId xmlns:a16="http://schemas.microsoft.com/office/drawing/2014/main" id="{C7A5009F-8C2A-4A1F-9694-D77644642C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0838" y="32099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865" name="Rectangle 47">
            <a:extLst>
              <a:ext uri="{FF2B5EF4-FFF2-40B4-BE49-F238E27FC236}">
                <a16:creationId xmlns:a16="http://schemas.microsoft.com/office/drawing/2014/main" id="{5E65758B-B573-47FE-A8FF-3CA4408BDE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24003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866" name="Rectangle 48">
            <a:extLst>
              <a:ext uri="{FF2B5EF4-FFF2-40B4-BE49-F238E27FC236}">
                <a16:creationId xmlns:a16="http://schemas.microsoft.com/office/drawing/2014/main" id="{EF4B6D0D-C91B-46C4-BEF9-D35AA03491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5638" y="24003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852DBC40-B317-4899-8F41-7C0FBC937B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Jednostavni model osvjetljavanja</a:t>
            </a:r>
            <a:r>
              <a:rPr lang="en-GB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35843" name="Date Placeholder 2">
            <a:extLst>
              <a:ext uri="{FF2B5EF4-FFF2-40B4-BE49-F238E27FC236}">
                <a16:creationId xmlns:a16="http://schemas.microsoft.com/office/drawing/2014/main" id="{EA22CAFB-8752-4B28-A4A7-FC395FCE2F6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fld id="{431F03E5-DBEB-4532-97E8-9760E33217B5}" type="datetime1">
              <a:rPr lang="sr-Latn-RS" altLang="sr-Latn-RS" sz="1400" smtClean="0">
                <a:latin typeface="Arial" panose="020B0604020202020204" pitchFamily="34" charset="0"/>
                <a:cs typeface="Arial" panose="020B0604020202020204" pitchFamily="34" charset="0"/>
              </a:rPr>
              <a:t>31.10.2025.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77" name="Slide Number Placeholder 4">
            <a:extLst>
              <a:ext uri="{FF2B5EF4-FFF2-40B4-BE49-F238E27FC236}">
                <a16:creationId xmlns:a16="http://schemas.microsoft.com/office/drawing/2014/main" id="{0FFEE82F-42A8-4B47-BD5C-039D69E9A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fld id="{EC72DC1E-FFB5-41A1-BF12-1B91C519D862}" type="slidenum">
              <a:rPr lang="en-GB" altLang="sr-Latn-RS" sz="1400"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t>31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845" name="Rectangle 3">
            <a:extLst>
              <a:ext uri="{FF2B5EF4-FFF2-40B4-BE49-F238E27FC236}">
                <a16:creationId xmlns:a16="http://schemas.microsoft.com/office/drawing/2014/main" id="{B38D50BC-F638-4B71-841A-714A730585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1850" y="26812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846" name="Rectangle 4">
            <a:extLst>
              <a:ext uri="{FF2B5EF4-FFF2-40B4-BE49-F238E27FC236}">
                <a16:creationId xmlns:a16="http://schemas.microsoft.com/office/drawing/2014/main" id="{C13E9557-A536-4076-A266-D49B0A50D2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6574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847" name="Rectangle 5">
            <a:extLst>
              <a:ext uri="{FF2B5EF4-FFF2-40B4-BE49-F238E27FC236}">
                <a16:creationId xmlns:a16="http://schemas.microsoft.com/office/drawing/2014/main" id="{D9B3DE12-E875-4480-AEE2-246F7ED6F0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3688" y="2519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848" name="Rectangle 6">
            <a:extLst>
              <a:ext uri="{FF2B5EF4-FFF2-40B4-BE49-F238E27FC236}">
                <a16:creationId xmlns:a16="http://schemas.microsoft.com/office/drawing/2014/main" id="{6C0DAE49-90A3-4A12-86E8-D0C0F17782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9900" y="2252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849" name="Rectangle 7">
            <a:extLst>
              <a:ext uri="{FF2B5EF4-FFF2-40B4-BE49-F238E27FC236}">
                <a16:creationId xmlns:a16="http://schemas.microsoft.com/office/drawing/2014/main" id="{3C6ADFD6-287D-45B7-BF46-4109DEB3DB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6538" y="13716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850" name="Rectangle 8">
            <a:extLst>
              <a:ext uri="{FF2B5EF4-FFF2-40B4-BE49-F238E27FC236}">
                <a16:creationId xmlns:a16="http://schemas.microsoft.com/office/drawing/2014/main" id="{6E172E73-689A-4ABA-B5A4-1145602A1A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6650" y="32194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851" name="Rectangle 9">
            <a:extLst>
              <a:ext uri="{FF2B5EF4-FFF2-40B4-BE49-F238E27FC236}">
                <a16:creationId xmlns:a16="http://schemas.microsoft.com/office/drawing/2014/main" id="{54642E7F-59EA-4212-9981-E368BC8DBA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2213" y="2466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852" name="Rectangle 10">
            <a:extLst>
              <a:ext uri="{FF2B5EF4-FFF2-40B4-BE49-F238E27FC236}">
                <a16:creationId xmlns:a16="http://schemas.microsoft.com/office/drawing/2014/main" id="{06B28E28-265B-457E-8AA1-EF2FCFFC7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42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853" name="Rectangle 11">
            <a:extLst>
              <a:ext uri="{FF2B5EF4-FFF2-40B4-BE49-F238E27FC236}">
                <a16:creationId xmlns:a16="http://schemas.microsoft.com/office/drawing/2014/main" id="{8F61A37B-17CB-4BD7-A936-C252E9CADC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1888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854" name="Rectangle 12">
            <a:extLst>
              <a:ext uri="{FF2B5EF4-FFF2-40B4-BE49-F238E27FC236}">
                <a16:creationId xmlns:a16="http://schemas.microsoft.com/office/drawing/2014/main" id="{51736683-003A-4D68-B76C-B995B0E997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855" name="Rectangle 13">
            <a:extLst>
              <a:ext uri="{FF2B5EF4-FFF2-40B4-BE49-F238E27FC236}">
                <a16:creationId xmlns:a16="http://schemas.microsoft.com/office/drawing/2014/main" id="{9EF46A2A-997D-477B-AC18-6D768595B9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856" name="Rectangle 14">
            <a:extLst>
              <a:ext uri="{FF2B5EF4-FFF2-40B4-BE49-F238E27FC236}">
                <a16:creationId xmlns:a16="http://schemas.microsoft.com/office/drawing/2014/main" id="{EDCBA57D-B2F2-4836-9931-2670AF1BD2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7538" y="22288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857" name="Rectangle 15">
            <a:extLst>
              <a:ext uri="{FF2B5EF4-FFF2-40B4-BE49-F238E27FC236}">
                <a16:creationId xmlns:a16="http://schemas.microsoft.com/office/drawing/2014/main" id="{6FB35EE1-3E3A-434E-B576-A722AD8BD5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2300" y="3281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858" name="Rectangle 16">
            <a:extLst>
              <a:ext uri="{FF2B5EF4-FFF2-40B4-BE49-F238E27FC236}">
                <a16:creationId xmlns:a16="http://schemas.microsoft.com/office/drawing/2014/main" id="{2F09BF80-624D-4735-B4DD-DF4FC44651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3263" y="32861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859" name="Rectangle 17">
            <a:extLst>
              <a:ext uri="{FF2B5EF4-FFF2-40B4-BE49-F238E27FC236}">
                <a16:creationId xmlns:a16="http://schemas.microsoft.com/office/drawing/2014/main" id="{0923090E-9837-4157-8CE2-D9C7FE38E0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1338" y="2138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860" name="Rectangle 18">
            <a:extLst>
              <a:ext uri="{FF2B5EF4-FFF2-40B4-BE49-F238E27FC236}">
                <a16:creationId xmlns:a16="http://schemas.microsoft.com/office/drawing/2014/main" id="{F2C9BC93-BDF6-4E53-885B-445237719F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5688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861" name="Rectangle 19">
            <a:extLst>
              <a:ext uri="{FF2B5EF4-FFF2-40B4-BE49-F238E27FC236}">
                <a16:creationId xmlns:a16="http://schemas.microsoft.com/office/drawing/2014/main" id="{15C38D58-7F9B-4103-928C-7C65A732C4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5288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862" name="Rectangle 20">
            <a:extLst>
              <a:ext uri="{FF2B5EF4-FFF2-40B4-BE49-F238E27FC236}">
                <a16:creationId xmlns:a16="http://schemas.microsoft.com/office/drawing/2014/main" id="{BAC8B073-DC92-414F-A011-52A5078B7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3281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863" name="Rectangle 21">
            <a:extLst>
              <a:ext uri="{FF2B5EF4-FFF2-40B4-BE49-F238E27FC236}">
                <a16:creationId xmlns:a16="http://schemas.microsoft.com/office/drawing/2014/main" id="{678F18ED-9B4E-480B-A1DC-94990C9441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5638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864" name="Rectangle 23">
            <a:extLst>
              <a:ext uri="{FF2B5EF4-FFF2-40B4-BE49-F238E27FC236}">
                <a16:creationId xmlns:a16="http://schemas.microsoft.com/office/drawing/2014/main" id="{4D0046BB-D9D5-4080-99AC-D30622C784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7550" y="2862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865" name="Rectangle 24">
            <a:extLst>
              <a:ext uri="{FF2B5EF4-FFF2-40B4-BE49-F238E27FC236}">
                <a16:creationId xmlns:a16="http://schemas.microsoft.com/office/drawing/2014/main" id="{3ACE15E5-B399-4947-81D7-8E8ACF6D5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866" name="Rectangle 25">
            <a:extLst>
              <a:ext uri="{FF2B5EF4-FFF2-40B4-BE49-F238E27FC236}">
                <a16:creationId xmlns:a16="http://schemas.microsoft.com/office/drawing/2014/main" id="{72D1A134-2449-4E15-9DCA-191372B85A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867" name="Rectangle 26">
            <a:extLst>
              <a:ext uri="{FF2B5EF4-FFF2-40B4-BE49-F238E27FC236}">
                <a16:creationId xmlns:a16="http://schemas.microsoft.com/office/drawing/2014/main" id="{2F3E0BBE-979C-4911-A065-76DC0B0C4B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868" name="Rectangle 27">
            <a:extLst>
              <a:ext uri="{FF2B5EF4-FFF2-40B4-BE49-F238E27FC236}">
                <a16:creationId xmlns:a16="http://schemas.microsoft.com/office/drawing/2014/main" id="{73E6604E-8601-4D0B-812D-EAFA149DD6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4675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869" name="Rectangle 28">
            <a:extLst>
              <a:ext uri="{FF2B5EF4-FFF2-40B4-BE49-F238E27FC236}">
                <a16:creationId xmlns:a16="http://schemas.microsoft.com/office/drawing/2014/main" id="{0C900C9E-2A71-4F61-A9AE-EE7ABE332D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670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870" name="Rectangle 29">
            <a:extLst>
              <a:ext uri="{FF2B5EF4-FFF2-40B4-BE49-F238E27FC236}">
                <a16:creationId xmlns:a16="http://schemas.microsoft.com/office/drawing/2014/main" id="{B36619FC-EA3E-43F2-AF4A-8486DAC5D3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6163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871" name="Rectangle 30">
            <a:extLst>
              <a:ext uri="{FF2B5EF4-FFF2-40B4-BE49-F238E27FC236}">
                <a16:creationId xmlns:a16="http://schemas.microsoft.com/office/drawing/2014/main" id="{3CF2954F-8056-47AE-81D1-24394C82DB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2775" y="2357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872" name="Rectangle 31">
            <a:extLst>
              <a:ext uri="{FF2B5EF4-FFF2-40B4-BE49-F238E27FC236}">
                <a16:creationId xmlns:a16="http://schemas.microsoft.com/office/drawing/2014/main" id="{D76D05F9-ED82-4C5B-8815-66FE02F5A8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7063" y="22574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873" name="Rectangle 32">
            <a:extLst>
              <a:ext uri="{FF2B5EF4-FFF2-40B4-BE49-F238E27FC236}">
                <a16:creationId xmlns:a16="http://schemas.microsoft.com/office/drawing/2014/main" id="{0C860DFB-24AB-465B-A3B0-5D47216EA2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7588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874" name="Rectangle 33">
            <a:extLst>
              <a:ext uri="{FF2B5EF4-FFF2-40B4-BE49-F238E27FC236}">
                <a16:creationId xmlns:a16="http://schemas.microsoft.com/office/drawing/2014/main" id="{9951DD84-795B-4DAA-BFE4-437F78267B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6588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875" name="Rectangle 35">
            <a:extLst>
              <a:ext uri="{FF2B5EF4-FFF2-40B4-BE49-F238E27FC236}">
                <a16:creationId xmlns:a16="http://schemas.microsoft.com/office/drawing/2014/main" id="{F4489896-94DC-4044-82D1-0333FC5D4E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2363" y="2738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876" name="Rectangle 36">
            <a:extLst>
              <a:ext uri="{FF2B5EF4-FFF2-40B4-BE49-F238E27FC236}">
                <a16:creationId xmlns:a16="http://schemas.microsoft.com/office/drawing/2014/main" id="{F112B711-1915-45FB-A275-7B0840227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27146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877" name="Rectangle 37">
            <a:extLst>
              <a:ext uri="{FF2B5EF4-FFF2-40B4-BE49-F238E27FC236}">
                <a16:creationId xmlns:a16="http://schemas.microsoft.com/office/drawing/2014/main" id="{8CF16DB9-0988-485A-B6E6-187D96D528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27098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878" name="Rectangle 38">
            <a:extLst>
              <a:ext uri="{FF2B5EF4-FFF2-40B4-BE49-F238E27FC236}">
                <a16:creationId xmlns:a16="http://schemas.microsoft.com/office/drawing/2014/main" id="{078E1FF7-D4F1-430A-80A1-36AE3992FF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7038" y="22240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879" name="Rectangle 40">
            <a:extLst>
              <a:ext uri="{FF2B5EF4-FFF2-40B4-BE49-F238E27FC236}">
                <a16:creationId xmlns:a16="http://schemas.microsoft.com/office/drawing/2014/main" id="{905B94E4-D0F7-4C6F-9280-E9B1D2E2F0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2913" y="3228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880" name="Rectangle 41">
            <a:extLst>
              <a:ext uri="{FF2B5EF4-FFF2-40B4-BE49-F238E27FC236}">
                <a16:creationId xmlns:a16="http://schemas.microsoft.com/office/drawing/2014/main" id="{807320A3-C3DB-4B06-8839-42C21714DD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6675" y="31432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881" name="Rectangle 42">
            <a:extLst>
              <a:ext uri="{FF2B5EF4-FFF2-40B4-BE49-F238E27FC236}">
                <a16:creationId xmlns:a16="http://schemas.microsoft.com/office/drawing/2014/main" id="{D0EE0C69-9099-47C4-B08C-9A3E608E5C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882" name="Rectangle 43">
            <a:extLst>
              <a:ext uri="{FF2B5EF4-FFF2-40B4-BE49-F238E27FC236}">
                <a16:creationId xmlns:a16="http://schemas.microsoft.com/office/drawing/2014/main" id="{91A8192E-5DCA-43BF-AB4B-CD7914BB6B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6075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20" name="Text Box 44">
            <a:extLst>
              <a:ext uri="{FF2B5EF4-FFF2-40B4-BE49-F238E27FC236}">
                <a16:creationId xmlns:a16="http://schemas.microsoft.com/office/drawing/2014/main" id="{5F094D6B-C643-49E0-8BF3-20DCC2D3D2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676400"/>
            <a:ext cx="8077200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rgbClr val="FFFFFF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rgbClr val="FFFFFF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rgbClr val="FFFFFF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rgbClr val="FFFFFF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rgbClr val="FFFFFF"/>
                </a:solidFill>
                <a:latin typeface="Times New Roman" pitchFamily="18" charset="0"/>
              </a:defRPr>
            </a:lvl5pPr>
            <a:lvl6pPr marL="2514600" indent="-228600" algn="just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Times New Roman" pitchFamily="18" charset="0"/>
              </a:defRPr>
            </a:lvl6pPr>
            <a:lvl7pPr marL="2971800" indent="-228600" algn="just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Times New Roman" pitchFamily="18" charset="0"/>
              </a:defRPr>
            </a:lvl7pPr>
            <a:lvl8pPr marL="3429000" indent="-228600" algn="just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Times New Roman" pitchFamily="18" charset="0"/>
              </a:defRPr>
            </a:lvl8pPr>
            <a:lvl9pPr marL="3886200" indent="-228600" algn="just" eaLnBrk="0" fontAlgn="base" hangingPunct="0">
              <a:spcBef>
                <a:spcPct val="50000"/>
              </a:spcBef>
              <a:spcAft>
                <a:spcPct val="0"/>
              </a:spcAft>
              <a:defRPr sz="2400">
                <a:solidFill>
                  <a:srgbClr val="FFFFFF"/>
                </a:solidFill>
                <a:latin typeface="Times New Roman" pitchFamily="18" charset="0"/>
              </a:defRPr>
            </a:lvl9pPr>
          </a:lstStyle>
          <a:p>
            <a:pPr marL="342900" indent="-342900" eaLnBrk="1" hangingPunct="1">
              <a:buFont typeface="Arial" panose="020B0604020202020204" pitchFamily="34" charset="0"/>
              <a:buChar char="•"/>
              <a:defRPr/>
            </a:pPr>
            <a:r>
              <a:rPr lang="hr-HR" altLang="sr-Latn-R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Preveliku razliku u osvjetljenju korigiramo uvođenjem iskustvene konstante </a:t>
            </a:r>
            <a:r>
              <a:rPr lang="hr-HR" altLang="sr-Latn-RS" sz="20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hr-HR" altLang="sr-Latn-R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 atenuacijom izraza za kvadrat udaljenosti korištenjem nekog drugog, manjeg eksponenta </a:t>
            </a:r>
            <a:r>
              <a:rPr lang="hr-HR" altLang="sr-Latn-RS" sz="2000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hr-HR" altLang="sr-Latn-R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eaLnBrk="1" hangingPunct="1">
              <a:buFontTx/>
              <a:buChar char="•"/>
              <a:defRPr/>
            </a:pPr>
            <a:endParaRPr lang="hr-HR" altLang="sr-Latn-R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884" name="Rectangle 46">
            <a:extLst>
              <a:ext uri="{FF2B5EF4-FFF2-40B4-BE49-F238E27FC236}">
                <a16:creationId xmlns:a16="http://schemas.microsoft.com/office/drawing/2014/main" id="{93DA24CF-2C92-4C63-A597-091774F82A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0838" y="32099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885" name="Rectangle 47">
            <a:extLst>
              <a:ext uri="{FF2B5EF4-FFF2-40B4-BE49-F238E27FC236}">
                <a16:creationId xmlns:a16="http://schemas.microsoft.com/office/drawing/2014/main" id="{21827C2F-3CF6-4959-91B4-CF1B569EA2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24003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886" name="Rectangle 48">
            <a:extLst>
              <a:ext uri="{FF2B5EF4-FFF2-40B4-BE49-F238E27FC236}">
                <a16:creationId xmlns:a16="http://schemas.microsoft.com/office/drawing/2014/main" id="{348F9977-E12D-4C85-9B27-7BA371CD3D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5638" y="24003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887" name="Rectangle 50">
            <a:extLst>
              <a:ext uri="{FF2B5EF4-FFF2-40B4-BE49-F238E27FC236}">
                <a16:creationId xmlns:a16="http://schemas.microsoft.com/office/drawing/2014/main" id="{73DF8067-2B61-4292-99FB-0C889A642A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3175" y="32099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35888" name="Object 2">
            <a:extLst>
              <a:ext uri="{FF2B5EF4-FFF2-40B4-BE49-F238E27FC236}">
                <a16:creationId xmlns:a16="http://schemas.microsoft.com/office/drawing/2014/main" id="{71B4A78F-DE6B-427C-B0E4-BE527E5178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47813" y="4005263"/>
          <a:ext cx="6829425" cy="738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3632200" imgH="393700" progId="Equation.3">
                  <p:embed/>
                </p:oleObj>
              </mc:Choice>
              <mc:Fallback>
                <p:oleObj r:id="rId3" imgW="3632200" imgH="393700" progId="Equation.3">
                  <p:embed/>
                  <p:pic>
                    <p:nvPicPr>
                      <p:cNvPr id="35888" name="Object 2">
                        <a:extLst>
                          <a:ext uri="{FF2B5EF4-FFF2-40B4-BE49-F238E27FC236}">
                            <a16:creationId xmlns:a16="http://schemas.microsoft.com/office/drawing/2014/main" id="{71B4A78F-DE6B-427C-B0E4-BE527E51787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4005263"/>
                        <a:ext cx="6829425" cy="73818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015AEE04-93B7-42C9-972B-4DF4E52BFB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Zrcalna refleksija</a:t>
            </a:r>
            <a:r>
              <a:rPr lang="en-GB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(jednostavni model)</a:t>
            </a:r>
            <a:endParaRPr lang="en-GB" altLang="sr-Latn-RS" sz="28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867" name="Date Placeholder 2">
            <a:extLst>
              <a:ext uri="{FF2B5EF4-FFF2-40B4-BE49-F238E27FC236}">
                <a16:creationId xmlns:a16="http://schemas.microsoft.com/office/drawing/2014/main" id="{768956CA-B489-4CD1-BC0C-37FEA543BE1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fld id="{F4A4FD10-B53F-4912-B980-43A34085B524}" type="datetime1">
              <a:rPr lang="sr-Latn-RS" altLang="sr-Latn-RS" sz="1400" smtClean="0">
                <a:latin typeface="Arial" panose="020B0604020202020204" pitchFamily="34" charset="0"/>
                <a:cs typeface="Arial" panose="020B0604020202020204" pitchFamily="34" charset="0"/>
              </a:rPr>
              <a:t>31.10.2025.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324" name="Slide Number Placeholder 4">
            <a:extLst>
              <a:ext uri="{FF2B5EF4-FFF2-40B4-BE49-F238E27FC236}">
                <a16:creationId xmlns:a16="http://schemas.microsoft.com/office/drawing/2014/main" id="{23B7EDEB-DC7C-4101-B7FF-EFD2F4818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fld id="{7AE63C4B-9CB3-45F2-ADE1-68D4B41E4A0A}" type="slidenum">
              <a:rPr lang="en-GB" altLang="sr-Latn-RS" sz="1400"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t>32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869" name="Rectangle 3">
            <a:extLst>
              <a:ext uri="{FF2B5EF4-FFF2-40B4-BE49-F238E27FC236}">
                <a16:creationId xmlns:a16="http://schemas.microsoft.com/office/drawing/2014/main" id="{CAF186A7-A31F-426D-A546-092A08138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1850" y="26812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870" name="Rectangle 4">
            <a:extLst>
              <a:ext uri="{FF2B5EF4-FFF2-40B4-BE49-F238E27FC236}">
                <a16:creationId xmlns:a16="http://schemas.microsoft.com/office/drawing/2014/main" id="{B2DF11E1-14E6-4841-B5FB-0C201695A9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6574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871" name="Rectangle 5">
            <a:extLst>
              <a:ext uri="{FF2B5EF4-FFF2-40B4-BE49-F238E27FC236}">
                <a16:creationId xmlns:a16="http://schemas.microsoft.com/office/drawing/2014/main" id="{E07F74E1-96B0-4505-9A3C-89580D59DA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3688" y="2519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872" name="Rectangle 6">
            <a:extLst>
              <a:ext uri="{FF2B5EF4-FFF2-40B4-BE49-F238E27FC236}">
                <a16:creationId xmlns:a16="http://schemas.microsoft.com/office/drawing/2014/main" id="{C7CD6418-779A-466E-BAE6-1CDF0418C1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9900" y="2252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873" name="Rectangle 7">
            <a:extLst>
              <a:ext uri="{FF2B5EF4-FFF2-40B4-BE49-F238E27FC236}">
                <a16:creationId xmlns:a16="http://schemas.microsoft.com/office/drawing/2014/main" id="{7C71084A-2558-4BA8-9C68-897463EDCD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6538" y="13716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874" name="Rectangle 8">
            <a:extLst>
              <a:ext uri="{FF2B5EF4-FFF2-40B4-BE49-F238E27FC236}">
                <a16:creationId xmlns:a16="http://schemas.microsoft.com/office/drawing/2014/main" id="{3063999C-70A0-42B7-B6D9-6F27115408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6650" y="32194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875" name="Rectangle 9">
            <a:extLst>
              <a:ext uri="{FF2B5EF4-FFF2-40B4-BE49-F238E27FC236}">
                <a16:creationId xmlns:a16="http://schemas.microsoft.com/office/drawing/2014/main" id="{DDD836C3-7A4C-408A-A9D5-31C795C6A1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2213" y="2466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876" name="Rectangle 10">
            <a:extLst>
              <a:ext uri="{FF2B5EF4-FFF2-40B4-BE49-F238E27FC236}">
                <a16:creationId xmlns:a16="http://schemas.microsoft.com/office/drawing/2014/main" id="{0CA4D921-F128-4385-AB24-79E4C3870E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42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877" name="Rectangle 11">
            <a:extLst>
              <a:ext uri="{FF2B5EF4-FFF2-40B4-BE49-F238E27FC236}">
                <a16:creationId xmlns:a16="http://schemas.microsoft.com/office/drawing/2014/main" id="{35ABB792-6D16-4F69-A920-899E2D53DF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1888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878" name="Rectangle 12">
            <a:extLst>
              <a:ext uri="{FF2B5EF4-FFF2-40B4-BE49-F238E27FC236}">
                <a16:creationId xmlns:a16="http://schemas.microsoft.com/office/drawing/2014/main" id="{98FF02CB-5516-4C76-9F76-E048EE6D98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879" name="Rectangle 13">
            <a:extLst>
              <a:ext uri="{FF2B5EF4-FFF2-40B4-BE49-F238E27FC236}">
                <a16:creationId xmlns:a16="http://schemas.microsoft.com/office/drawing/2014/main" id="{38896856-D4A8-4A14-8059-7D08090121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880" name="Rectangle 14">
            <a:extLst>
              <a:ext uri="{FF2B5EF4-FFF2-40B4-BE49-F238E27FC236}">
                <a16:creationId xmlns:a16="http://schemas.microsoft.com/office/drawing/2014/main" id="{EC34AE17-6BC0-4494-BCF4-5029DE0975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7538" y="22288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881" name="Rectangle 15">
            <a:extLst>
              <a:ext uri="{FF2B5EF4-FFF2-40B4-BE49-F238E27FC236}">
                <a16:creationId xmlns:a16="http://schemas.microsoft.com/office/drawing/2014/main" id="{A44976B0-4B36-4C0D-AC7A-59AC52369A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2300" y="3281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882" name="Rectangle 16">
            <a:extLst>
              <a:ext uri="{FF2B5EF4-FFF2-40B4-BE49-F238E27FC236}">
                <a16:creationId xmlns:a16="http://schemas.microsoft.com/office/drawing/2014/main" id="{001C4FCD-4505-4528-AAB5-80E7487BF9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3263" y="32861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883" name="Rectangle 17">
            <a:extLst>
              <a:ext uri="{FF2B5EF4-FFF2-40B4-BE49-F238E27FC236}">
                <a16:creationId xmlns:a16="http://schemas.microsoft.com/office/drawing/2014/main" id="{1DF1B55D-56E4-4E4E-B29C-658F74F92F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1338" y="2138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884" name="Rectangle 18">
            <a:extLst>
              <a:ext uri="{FF2B5EF4-FFF2-40B4-BE49-F238E27FC236}">
                <a16:creationId xmlns:a16="http://schemas.microsoft.com/office/drawing/2014/main" id="{A7195801-5A18-45E3-9365-9B89CFC58B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5688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885" name="Rectangle 19">
            <a:extLst>
              <a:ext uri="{FF2B5EF4-FFF2-40B4-BE49-F238E27FC236}">
                <a16:creationId xmlns:a16="http://schemas.microsoft.com/office/drawing/2014/main" id="{C25E1B51-4455-4473-A69A-D0A8151958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5288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886" name="Rectangle 20">
            <a:extLst>
              <a:ext uri="{FF2B5EF4-FFF2-40B4-BE49-F238E27FC236}">
                <a16:creationId xmlns:a16="http://schemas.microsoft.com/office/drawing/2014/main" id="{30176806-972E-4BBF-B2AE-6FA52288AB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3281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887" name="Rectangle 21">
            <a:extLst>
              <a:ext uri="{FF2B5EF4-FFF2-40B4-BE49-F238E27FC236}">
                <a16:creationId xmlns:a16="http://schemas.microsoft.com/office/drawing/2014/main" id="{43ED6C36-EF1B-4894-A124-B38786FE99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5638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888" name="Rectangle 22">
            <a:extLst>
              <a:ext uri="{FF2B5EF4-FFF2-40B4-BE49-F238E27FC236}">
                <a16:creationId xmlns:a16="http://schemas.microsoft.com/office/drawing/2014/main" id="{CCF267B8-244A-4861-BEBC-2FF670E787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5450" y="27955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889" name="Rectangle 23">
            <a:extLst>
              <a:ext uri="{FF2B5EF4-FFF2-40B4-BE49-F238E27FC236}">
                <a16:creationId xmlns:a16="http://schemas.microsoft.com/office/drawing/2014/main" id="{515353DA-3304-46A0-806F-BB0BDC2695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7550" y="2862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890" name="Rectangle 24">
            <a:extLst>
              <a:ext uri="{FF2B5EF4-FFF2-40B4-BE49-F238E27FC236}">
                <a16:creationId xmlns:a16="http://schemas.microsoft.com/office/drawing/2014/main" id="{C483E78D-D672-404A-B5EA-B82644B112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891" name="Rectangle 25">
            <a:extLst>
              <a:ext uri="{FF2B5EF4-FFF2-40B4-BE49-F238E27FC236}">
                <a16:creationId xmlns:a16="http://schemas.microsoft.com/office/drawing/2014/main" id="{AADBD294-9131-4F55-A307-1D8CFA1704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892" name="Rectangle 26">
            <a:extLst>
              <a:ext uri="{FF2B5EF4-FFF2-40B4-BE49-F238E27FC236}">
                <a16:creationId xmlns:a16="http://schemas.microsoft.com/office/drawing/2014/main" id="{56EB7BBF-2B52-4124-8DE4-F1D63579F2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893" name="Rectangle 27">
            <a:extLst>
              <a:ext uri="{FF2B5EF4-FFF2-40B4-BE49-F238E27FC236}">
                <a16:creationId xmlns:a16="http://schemas.microsoft.com/office/drawing/2014/main" id="{9E74DD40-E29A-45DA-8E96-7DE8327DF5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4675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894" name="Rectangle 28">
            <a:extLst>
              <a:ext uri="{FF2B5EF4-FFF2-40B4-BE49-F238E27FC236}">
                <a16:creationId xmlns:a16="http://schemas.microsoft.com/office/drawing/2014/main" id="{525BCB49-2D17-4A44-B14C-842811A200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670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895" name="Rectangle 29">
            <a:extLst>
              <a:ext uri="{FF2B5EF4-FFF2-40B4-BE49-F238E27FC236}">
                <a16:creationId xmlns:a16="http://schemas.microsoft.com/office/drawing/2014/main" id="{FFDC0E68-E5AC-40FD-856E-17F3FAAC06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6163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896" name="Rectangle 30">
            <a:extLst>
              <a:ext uri="{FF2B5EF4-FFF2-40B4-BE49-F238E27FC236}">
                <a16:creationId xmlns:a16="http://schemas.microsoft.com/office/drawing/2014/main" id="{E0B64404-AA27-41F5-9B65-3E9F42E15B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2775" y="2357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897" name="Rectangle 31">
            <a:extLst>
              <a:ext uri="{FF2B5EF4-FFF2-40B4-BE49-F238E27FC236}">
                <a16:creationId xmlns:a16="http://schemas.microsoft.com/office/drawing/2014/main" id="{6C93CE04-B73F-468E-9DF4-9871CB3C36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7063" y="22574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898" name="Rectangle 32">
            <a:extLst>
              <a:ext uri="{FF2B5EF4-FFF2-40B4-BE49-F238E27FC236}">
                <a16:creationId xmlns:a16="http://schemas.microsoft.com/office/drawing/2014/main" id="{0AEF49E7-48D0-4BC5-8446-B5DEFDB2C5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7588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899" name="Rectangle 33">
            <a:extLst>
              <a:ext uri="{FF2B5EF4-FFF2-40B4-BE49-F238E27FC236}">
                <a16:creationId xmlns:a16="http://schemas.microsoft.com/office/drawing/2014/main" id="{D591DAD3-E56D-4575-9F65-680413E6C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6588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900" name="Rectangle 34">
            <a:extLst>
              <a:ext uri="{FF2B5EF4-FFF2-40B4-BE49-F238E27FC236}">
                <a16:creationId xmlns:a16="http://schemas.microsoft.com/office/drawing/2014/main" id="{EDB43FC6-C784-4E2E-8A38-11BA47CB11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1238" y="22002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901" name="Rectangle 35">
            <a:extLst>
              <a:ext uri="{FF2B5EF4-FFF2-40B4-BE49-F238E27FC236}">
                <a16:creationId xmlns:a16="http://schemas.microsoft.com/office/drawing/2014/main" id="{E9531FB2-F348-4F03-BF2E-FFF0B052D6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2363" y="2738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902" name="Rectangle 36">
            <a:extLst>
              <a:ext uri="{FF2B5EF4-FFF2-40B4-BE49-F238E27FC236}">
                <a16:creationId xmlns:a16="http://schemas.microsoft.com/office/drawing/2014/main" id="{F6A0AF38-8C88-4791-8244-98E2889216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27146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903" name="Rectangle 37">
            <a:extLst>
              <a:ext uri="{FF2B5EF4-FFF2-40B4-BE49-F238E27FC236}">
                <a16:creationId xmlns:a16="http://schemas.microsoft.com/office/drawing/2014/main" id="{69CD8D91-54E9-49F8-8979-0C75744AF3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27098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904" name="Rectangle 38">
            <a:extLst>
              <a:ext uri="{FF2B5EF4-FFF2-40B4-BE49-F238E27FC236}">
                <a16:creationId xmlns:a16="http://schemas.microsoft.com/office/drawing/2014/main" id="{98816EF8-3CC8-4BE2-86B8-035D13739E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7038" y="22240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905" name="Rectangle 39">
            <a:extLst>
              <a:ext uri="{FF2B5EF4-FFF2-40B4-BE49-F238E27FC236}">
                <a16:creationId xmlns:a16="http://schemas.microsoft.com/office/drawing/2014/main" id="{DDC33B1D-8E21-4A5F-89A4-7850DED9E5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2638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906" name="Rectangle 40">
            <a:extLst>
              <a:ext uri="{FF2B5EF4-FFF2-40B4-BE49-F238E27FC236}">
                <a16:creationId xmlns:a16="http://schemas.microsoft.com/office/drawing/2014/main" id="{E5F3E4D3-8986-4C46-874C-2CD8C07BDD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2913" y="3228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907" name="Rectangle 41">
            <a:extLst>
              <a:ext uri="{FF2B5EF4-FFF2-40B4-BE49-F238E27FC236}">
                <a16:creationId xmlns:a16="http://schemas.microsoft.com/office/drawing/2014/main" id="{EE729761-A299-434F-91CB-B51AACDDF8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6675" y="31432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908" name="Rectangle 42">
            <a:extLst>
              <a:ext uri="{FF2B5EF4-FFF2-40B4-BE49-F238E27FC236}">
                <a16:creationId xmlns:a16="http://schemas.microsoft.com/office/drawing/2014/main" id="{3F710831-DAA2-467B-8A44-A4EB1B37CE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909" name="Rectangle 43">
            <a:extLst>
              <a:ext uri="{FF2B5EF4-FFF2-40B4-BE49-F238E27FC236}">
                <a16:creationId xmlns:a16="http://schemas.microsoft.com/office/drawing/2014/main" id="{21F42402-4102-4C8F-BE69-632F24D624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6075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910" name="Text Box 44">
            <a:extLst>
              <a:ext uri="{FF2B5EF4-FFF2-40B4-BE49-F238E27FC236}">
                <a16:creationId xmlns:a16="http://schemas.microsoft.com/office/drawing/2014/main" id="{7E1884BD-B29E-4CC6-9353-B8BC679732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676400"/>
            <a:ext cx="8077200" cy="270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Intenzitet zrcalno reflektiranog svjetla ovisi o kutu upadne zrake, njenoj valnoj duljini i svojstvima materijala. 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Zrcalna refleksija svjetla je usmjerena. 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Savršeno reflektirajuća površina (zrcalo) ima kut refleksije jednak kutu upada. 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Zbog toga, samo promatrač koji se nalazi na točno tom kutu (refleksije) može vidjeti reflektiranu zraku svjetlosti.</a:t>
            </a:r>
            <a:r>
              <a:rPr lang="en-GB" altLang="sr-Latn-R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hr-HR" altLang="sr-Latn-R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911" name="Rectangle 45">
            <a:extLst>
              <a:ext uri="{FF2B5EF4-FFF2-40B4-BE49-F238E27FC236}">
                <a16:creationId xmlns:a16="http://schemas.microsoft.com/office/drawing/2014/main" id="{85145133-1EDE-4C4E-AE98-128A6F200D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5450" y="25241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912" name="Rectangle 46">
            <a:extLst>
              <a:ext uri="{FF2B5EF4-FFF2-40B4-BE49-F238E27FC236}">
                <a16:creationId xmlns:a16="http://schemas.microsoft.com/office/drawing/2014/main" id="{29DA0C64-E20F-41F7-8B7B-89AD562F68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0838" y="32099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913" name="Rectangle 47">
            <a:extLst>
              <a:ext uri="{FF2B5EF4-FFF2-40B4-BE49-F238E27FC236}">
                <a16:creationId xmlns:a16="http://schemas.microsoft.com/office/drawing/2014/main" id="{068DBF50-15E6-493C-9C00-9AA78E3C4B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24003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914" name="Rectangle 48">
            <a:extLst>
              <a:ext uri="{FF2B5EF4-FFF2-40B4-BE49-F238E27FC236}">
                <a16:creationId xmlns:a16="http://schemas.microsoft.com/office/drawing/2014/main" id="{7EDB8C4D-2FE1-47A0-AB12-F842A32995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5638" y="24003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915" name="Rectangle 49">
            <a:extLst>
              <a:ext uri="{FF2B5EF4-FFF2-40B4-BE49-F238E27FC236}">
                <a16:creationId xmlns:a16="http://schemas.microsoft.com/office/drawing/2014/main" id="{527A1E6A-638E-42FF-86C1-035970DAD7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3175" y="32099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CA3623AE-FF02-4D19-9972-BF03F3FF42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Zrcalna refleksija</a:t>
            </a:r>
            <a:r>
              <a:rPr lang="en-GB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(jednostavni model)</a:t>
            </a:r>
            <a:endParaRPr lang="en-GB" altLang="sr-Latn-RS" sz="28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891" name="Date Placeholder 2">
            <a:extLst>
              <a:ext uri="{FF2B5EF4-FFF2-40B4-BE49-F238E27FC236}">
                <a16:creationId xmlns:a16="http://schemas.microsoft.com/office/drawing/2014/main" id="{2144787C-CB0E-4823-BEE0-B803E5A5F29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fld id="{61903755-7139-42E8-A89B-22F31571848E}" type="datetime1">
              <a:rPr lang="sr-Latn-RS" altLang="sr-Latn-RS" sz="1400" smtClean="0">
                <a:latin typeface="Arial" panose="020B0604020202020204" pitchFamily="34" charset="0"/>
                <a:cs typeface="Arial" panose="020B0604020202020204" pitchFamily="34" charset="0"/>
              </a:rPr>
              <a:t>31.10.2025.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01" name="Slide Number Placeholder 4">
            <a:extLst>
              <a:ext uri="{FF2B5EF4-FFF2-40B4-BE49-F238E27FC236}">
                <a16:creationId xmlns:a16="http://schemas.microsoft.com/office/drawing/2014/main" id="{92A1A1D0-6934-47FB-AC0C-B8F310CEB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fld id="{B2623D3F-4D43-44FE-A61F-DBAB98B4DB7B}" type="slidenum">
              <a:rPr lang="en-GB" altLang="sr-Latn-RS" sz="1400"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t>33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893" name="Rectangle 3">
            <a:extLst>
              <a:ext uri="{FF2B5EF4-FFF2-40B4-BE49-F238E27FC236}">
                <a16:creationId xmlns:a16="http://schemas.microsoft.com/office/drawing/2014/main" id="{23D17424-19D3-436B-91C4-45002A7A71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1850" y="26812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894" name="Rectangle 4">
            <a:extLst>
              <a:ext uri="{FF2B5EF4-FFF2-40B4-BE49-F238E27FC236}">
                <a16:creationId xmlns:a16="http://schemas.microsoft.com/office/drawing/2014/main" id="{43815907-E711-4E45-87EF-DEBB2FC580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6574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895" name="Rectangle 5">
            <a:extLst>
              <a:ext uri="{FF2B5EF4-FFF2-40B4-BE49-F238E27FC236}">
                <a16:creationId xmlns:a16="http://schemas.microsoft.com/office/drawing/2014/main" id="{F22B2494-DE4F-4FBB-92A0-C8F5089D74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3688" y="2519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896" name="Rectangle 6">
            <a:extLst>
              <a:ext uri="{FF2B5EF4-FFF2-40B4-BE49-F238E27FC236}">
                <a16:creationId xmlns:a16="http://schemas.microsoft.com/office/drawing/2014/main" id="{9D8006EC-8AB2-4FCD-BB24-50CCA96235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9900" y="2252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897" name="Rectangle 7">
            <a:extLst>
              <a:ext uri="{FF2B5EF4-FFF2-40B4-BE49-F238E27FC236}">
                <a16:creationId xmlns:a16="http://schemas.microsoft.com/office/drawing/2014/main" id="{6849E42C-ABC9-4EFD-9BD0-1B78EC31A0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6538" y="13716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898" name="Rectangle 8">
            <a:extLst>
              <a:ext uri="{FF2B5EF4-FFF2-40B4-BE49-F238E27FC236}">
                <a16:creationId xmlns:a16="http://schemas.microsoft.com/office/drawing/2014/main" id="{0916BEF0-D29B-4394-A86C-2E76F72A4D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6650" y="32194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899" name="Rectangle 9">
            <a:extLst>
              <a:ext uri="{FF2B5EF4-FFF2-40B4-BE49-F238E27FC236}">
                <a16:creationId xmlns:a16="http://schemas.microsoft.com/office/drawing/2014/main" id="{0CA5347A-BD8B-4C5B-B233-7AC134A441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2213" y="2466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900" name="Rectangle 10">
            <a:extLst>
              <a:ext uri="{FF2B5EF4-FFF2-40B4-BE49-F238E27FC236}">
                <a16:creationId xmlns:a16="http://schemas.microsoft.com/office/drawing/2014/main" id="{CC1CBCB2-DBCA-4738-947C-9C17A8E8FF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42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901" name="Rectangle 11">
            <a:extLst>
              <a:ext uri="{FF2B5EF4-FFF2-40B4-BE49-F238E27FC236}">
                <a16:creationId xmlns:a16="http://schemas.microsoft.com/office/drawing/2014/main" id="{5A5717A5-F2CC-40AC-947D-D5DF7FD4DC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1888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902" name="Rectangle 12">
            <a:extLst>
              <a:ext uri="{FF2B5EF4-FFF2-40B4-BE49-F238E27FC236}">
                <a16:creationId xmlns:a16="http://schemas.microsoft.com/office/drawing/2014/main" id="{5C5979B4-2F2E-43A4-9E43-BB2321B4CC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903" name="Rectangle 13">
            <a:extLst>
              <a:ext uri="{FF2B5EF4-FFF2-40B4-BE49-F238E27FC236}">
                <a16:creationId xmlns:a16="http://schemas.microsoft.com/office/drawing/2014/main" id="{A01FB635-A242-4C72-B954-1028559AB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904" name="Rectangle 14">
            <a:extLst>
              <a:ext uri="{FF2B5EF4-FFF2-40B4-BE49-F238E27FC236}">
                <a16:creationId xmlns:a16="http://schemas.microsoft.com/office/drawing/2014/main" id="{E79C0F64-0ADE-4746-871D-3ED72D94B8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7538" y="22288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905" name="Rectangle 15">
            <a:extLst>
              <a:ext uri="{FF2B5EF4-FFF2-40B4-BE49-F238E27FC236}">
                <a16:creationId xmlns:a16="http://schemas.microsoft.com/office/drawing/2014/main" id="{CF37D49C-E611-4E88-9F7B-F1A96DE21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2300" y="3281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906" name="Rectangle 16">
            <a:extLst>
              <a:ext uri="{FF2B5EF4-FFF2-40B4-BE49-F238E27FC236}">
                <a16:creationId xmlns:a16="http://schemas.microsoft.com/office/drawing/2014/main" id="{4AF4CDA3-1EE3-49BA-B706-BEA8EFB17C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3263" y="32861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907" name="Rectangle 17">
            <a:extLst>
              <a:ext uri="{FF2B5EF4-FFF2-40B4-BE49-F238E27FC236}">
                <a16:creationId xmlns:a16="http://schemas.microsoft.com/office/drawing/2014/main" id="{43CF91B9-A2AD-4DA7-881D-F64E01F943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1338" y="2138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908" name="Rectangle 18">
            <a:extLst>
              <a:ext uri="{FF2B5EF4-FFF2-40B4-BE49-F238E27FC236}">
                <a16:creationId xmlns:a16="http://schemas.microsoft.com/office/drawing/2014/main" id="{671D65EF-97AD-47FC-AE59-70FBE55386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5688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909" name="Rectangle 19">
            <a:extLst>
              <a:ext uri="{FF2B5EF4-FFF2-40B4-BE49-F238E27FC236}">
                <a16:creationId xmlns:a16="http://schemas.microsoft.com/office/drawing/2014/main" id="{FC42B329-1C86-4799-BC9F-95197CC87D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5288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910" name="Rectangle 20">
            <a:extLst>
              <a:ext uri="{FF2B5EF4-FFF2-40B4-BE49-F238E27FC236}">
                <a16:creationId xmlns:a16="http://schemas.microsoft.com/office/drawing/2014/main" id="{35AB56E0-A29C-4867-A6B3-C94F52BC5E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588" y="3281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911" name="Rectangle 21">
            <a:extLst>
              <a:ext uri="{FF2B5EF4-FFF2-40B4-BE49-F238E27FC236}">
                <a16:creationId xmlns:a16="http://schemas.microsoft.com/office/drawing/2014/main" id="{7B04945E-C5E1-4348-AE0D-EF50BFB925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5638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912" name="Rectangle 23">
            <a:extLst>
              <a:ext uri="{FF2B5EF4-FFF2-40B4-BE49-F238E27FC236}">
                <a16:creationId xmlns:a16="http://schemas.microsoft.com/office/drawing/2014/main" id="{3A7858CB-AF9F-4F45-BE39-6ACE290FAE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7550" y="2862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913" name="Rectangle 24">
            <a:extLst>
              <a:ext uri="{FF2B5EF4-FFF2-40B4-BE49-F238E27FC236}">
                <a16:creationId xmlns:a16="http://schemas.microsoft.com/office/drawing/2014/main" id="{E9266CA2-51E9-4893-A55A-1BB0273767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914" name="Rectangle 25">
            <a:extLst>
              <a:ext uri="{FF2B5EF4-FFF2-40B4-BE49-F238E27FC236}">
                <a16:creationId xmlns:a16="http://schemas.microsoft.com/office/drawing/2014/main" id="{0AAA02AF-58D6-4F44-AA28-A5F18FD579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915" name="Rectangle 26">
            <a:extLst>
              <a:ext uri="{FF2B5EF4-FFF2-40B4-BE49-F238E27FC236}">
                <a16:creationId xmlns:a16="http://schemas.microsoft.com/office/drawing/2014/main" id="{E516A8E5-F6FB-459A-AF6A-D546758061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916" name="Rectangle 27">
            <a:extLst>
              <a:ext uri="{FF2B5EF4-FFF2-40B4-BE49-F238E27FC236}">
                <a16:creationId xmlns:a16="http://schemas.microsoft.com/office/drawing/2014/main" id="{83F3054C-6FAC-44DE-98D3-CE19C842CA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4675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917" name="Rectangle 28">
            <a:extLst>
              <a:ext uri="{FF2B5EF4-FFF2-40B4-BE49-F238E27FC236}">
                <a16:creationId xmlns:a16="http://schemas.microsoft.com/office/drawing/2014/main" id="{C0175F95-4ACD-4F89-8F66-11F426AD01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670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918" name="Rectangle 29">
            <a:extLst>
              <a:ext uri="{FF2B5EF4-FFF2-40B4-BE49-F238E27FC236}">
                <a16:creationId xmlns:a16="http://schemas.microsoft.com/office/drawing/2014/main" id="{A1535EC9-167B-4C8B-9F22-592E248F26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6163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919" name="Rectangle 30">
            <a:extLst>
              <a:ext uri="{FF2B5EF4-FFF2-40B4-BE49-F238E27FC236}">
                <a16:creationId xmlns:a16="http://schemas.microsoft.com/office/drawing/2014/main" id="{A7F4172B-20F7-4C46-83CE-283333AE43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2775" y="2357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920" name="Rectangle 31">
            <a:extLst>
              <a:ext uri="{FF2B5EF4-FFF2-40B4-BE49-F238E27FC236}">
                <a16:creationId xmlns:a16="http://schemas.microsoft.com/office/drawing/2014/main" id="{8BBFB813-85DB-4B8B-A89E-DCD066CC32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7063" y="22574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921" name="Rectangle 32">
            <a:extLst>
              <a:ext uri="{FF2B5EF4-FFF2-40B4-BE49-F238E27FC236}">
                <a16:creationId xmlns:a16="http://schemas.microsoft.com/office/drawing/2014/main" id="{C11B0351-B275-4349-A1AE-4D4F9ECE6E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7588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922" name="Rectangle 33">
            <a:extLst>
              <a:ext uri="{FF2B5EF4-FFF2-40B4-BE49-F238E27FC236}">
                <a16:creationId xmlns:a16="http://schemas.microsoft.com/office/drawing/2014/main" id="{213A363A-C0BD-4D38-913A-9069217133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6588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923" name="Rectangle 35">
            <a:extLst>
              <a:ext uri="{FF2B5EF4-FFF2-40B4-BE49-F238E27FC236}">
                <a16:creationId xmlns:a16="http://schemas.microsoft.com/office/drawing/2014/main" id="{F9696B68-CF47-430D-8318-4DA8F308BB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2363" y="2738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924" name="Rectangle 36">
            <a:extLst>
              <a:ext uri="{FF2B5EF4-FFF2-40B4-BE49-F238E27FC236}">
                <a16:creationId xmlns:a16="http://schemas.microsoft.com/office/drawing/2014/main" id="{235C0869-59C6-4963-96B2-A34BCF10A7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27146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925" name="Rectangle 37">
            <a:extLst>
              <a:ext uri="{FF2B5EF4-FFF2-40B4-BE49-F238E27FC236}">
                <a16:creationId xmlns:a16="http://schemas.microsoft.com/office/drawing/2014/main" id="{FB79EB5C-5FB1-47B7-A706-B034A38CA8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27098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926" name="Rectangle 38">
            <a:extLst>
              <a:ext uri="{FF2B5EF4-FFF2-40B4-BE49-F238E27FC236}">
                <a16:creationId xmlns:a16="http://schemas.microsoft.com/office/drawing/2014/main" id="{AABC4279-AED9-4F6F-9D23-57C8D6612E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7038" y="22240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927" name="Rectangle 40">
            <a:extLst>
              <a:ext uri="{FF2B5EF4-FFF2-40B4-BE49-F238E27FC236}">
                <a16:creationId xmlns:a16="http://schemas.microsoft.com/office/drawing/2014/main" id="{14B06B28-1870-4DDA-8B40-7229FB8DFC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2913" y="3228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928" name="Rectangle 41">
            <a:extLst>
              <a:ext uri="{FF2B5EF4-FFF2-40B4-BE49-F238E27FC236}">
                <a16:creationId xmlns:a16="http://schemas.microsoft.com/office/drawing/2014/main" id="{3BA97383-CD69-4485-8DC4-0045785210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6675" y="31432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929" name="Rectangle 42">
            <a:extLst>
              <a:ext uri="{FF2B5EF4-FFF2-40B4-BE49-F238E27FC236}">
                <a16:creationId xmlns:a16="http://schemas.microsoft.com/office/drawing/2014/main" id="{CA4A1CB3-D60C-4B93-9E22-8E8C776B0D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930" name="Rectangle 43">
            <a:extLst>
              <a:ext uri="{FF2B5EF4-FFF2-40B4-BE49-F238E27FC236}">
                <a16:creationId xmlns:a16="http://schemas.microsoft.com/office/drawing/2014/main" id="{86E199A0-FA6E-43BB-94CA-076C637C0D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6075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931" name="Text Box 44">
            <a:extLst>
              <a:ext uri="{FF2B5EF4-FFF2-40B4-BE49-F238E27FC236}">
                <a16:creationId xmlns:a16="http://schemas.microsoft.com/office/drawing/2014/main" id="{7CCF25FB-788E-4A24-80B8-B202DD68C4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600200"/>
            <a:ext cx="8077200" cy="178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 	Ako se radi o nesavršenoj reflektirajućoj površini, 	količina svjetlosti koja dopire do promatrača ovisi o 	prostornoj razdiobi zrcalno reflektiranog svjetla. 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 	Za glatke površine, prostorna razdioba je uska ili 	fokusirana, dok je razdioba za hrapave površine široka</a:t>
            </a:r>
            <a:r>
              <a:rPr lang="en-GB" altLang="sr-Latn-R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hr-HR" altLang="sr-Latn-R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932" name="Rectangle 46">
            <a:extLst>
              <a:ext uri="{FF2B5EF4-FFF2-40B4-BE49-F238E27FC236}">
                <a16:creationId xmlns:a16="http://schemas.microsoft.com/office/drawing/2014/main" id="{FAD4863A-F5B3-4014-B88F-826E1E97B6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0838" y="32099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933" name="Rectangle 47">
            <a:extLst>
              <a:ext uri="{FF2B5EF4-FFF2-40B4-BE49-F238E27FC236}">
                <a16:creationId xmlns:a16="http://schemas.microsoft.com/office/drawing/2014/main" id="{40C2A71D-7241-45F7-AA57-7759BD3497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24003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934" name="Rectangle 48">
            <a:extLst>
              <a:ext uri="{FF2B5EF4-FFF2-40B4-BE49-F238E27FC236}">
                <a16:creationId xmlns:a16="http://schemas.microsoft.com/office/drawing/2014/main" id="{1128B4A4-BA41-4007-9D6E-E86011895F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5638" y="24003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935" name="Rectangle 49">
            <a:extLst>
              <a:ext uri="{FF2B5EF4-FFF2-40B4-BE49-F238E27FC236}">
                <a16:creationId xmlns:a16="http://schemas.microsoft.com/office/drawing/2014/main" id="{2639BD3E-A00D-4FEF-9736-019D626E03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3175" y="32099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936" name="Rectangle 50">
            <a:extLst>
              <a:ext uri="{FF2B5EF4-FFF2-40B4-BE49-F238E27FC236}">
                <a16:creationId xmlns:a16="http://schemas.microsoft.com/office/drawing/2014/main" id="{9B4C1F6D-D4F1-4F4F-B4D5-C2D9510C1D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8938" y="23479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937" name="Rectangle 54">
            <a:extLst>
              <a:ext uri="{FF2B5EF4-FFF2-40B4-BE49-F238E27FC236}">
                <a16:creationId xmlns:a16="http://schemas.microsoft.com/office/drawing/2014/main" id="{C69096BA-B52F-446B-A85C-96C4BFB174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25" y="33099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37938" name="Object 2">
            <a:extLst>
              <a:ext uri="{FF2B5EF4-FFF2-40B4-BE49-F238E27FC236}">
                <a16:creationId xmlns:a16="http://schemas.microsoft.com/office/drawing/2014/main" id="{46F74D04-F052-4532-9071-EB4F036CC8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9800" y="4572000"/>
          <a:ext cx="4495800" cy="59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574117" imgH="215806" progId="Equation.3">
                  <p:embed/>
                </p:oleObj>
              </mc:Choice>
              <mc:Fallback>
                <p:oleObj r:id="rId3" imgW="1574117" imgH="215806" progId="Equation.3">
                  <p:embed/>
                  <p:pic>
                    <p:nvPicPr>
                      <p:cNvPr id="37938" name="Object 2">
                        <a:extLst>
                          <a:ext uri="{FF2B5EF4-FFF2-40B4-BE49-F238E27FC236}">
                            <a16:creationId xmlns:a16="http://schemas.microsoft.com/office/drawing/2014/main" id="{46F74D04-F052-4532-9071-EB4F036CC81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4572000"/>
                        <a:ext cx="4495800" cy="5921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04B7B59A-0BBD-4550-8C24-9F8142E991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Zrcalna refleksija</a:t>
            </a:r>
            <a:r>
              <a:rPr lang="en-GB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(jednostavni model)</a:t>
            </a:r>
            <a:endParaRPr lang="en-GB" altLang="sr-Latn-RS" sz="28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915" name="Date Placeholder 2">
            <a:extLst>
              <a:ext uri="{FF2B5EF4-FFF2-40B4-BE49-F238E27FC236}">
                <a16:creationId xmlns:a16="http://schemas.microsoft.com/office/drawing/2014/main" id="{602E558D-41D3-4BCD-9007-E00B988FF5A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fld id="{E030CFBA-2486-4B95-9796-FD987E204D1F}" type="datetime1">
              <a:rPr lang="sr-Latn-RS" altLang="sr-Latn-RS" sz="1400" smtClean="0">
                <a:latin typeface="Arial" panose="020B0604020202020204" pitchFamily="34" charset="0"/>
                <a:cs typeface="Arial" panose="020B0604020202020204" pitchFamily="34" charset="0"/>
              </a:rPr>
              <a:t>31.10.2025.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25" name="Slide Number Placeholder 4">
            <a:extLst>
              <a:ext uri="{FF2B5EF4-FFF2-40B4-BE49-F238E27FC236}">
                <a16:creationId xmlns:a16="http://schemas.microsoft.com/office/drawing/2014/main" id="{54CEF53C-17C8-484E-A134-876A3551A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fld id="{DF48FF01-EF18-4400-9B81-AA82DD72F00B}" type="slidenum">
              <a:rPr lang="en-GB" altLang="sr-Latn-RS" sz="1400"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t>34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917" name="Rectangle 3">
            <a:extLst>
              <a:ext uri="{FF2B5EF4-FFF2-40B4-BE49-F238E27FC236}">
                <a16:creationId xmlns:a16="http://schemas.microsoft.com/office/drawing/2014/main" id="{D5DF471A-F09B-430C-A083-95E7998018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1850" y="26812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18" name="Rectangle 4">
            <a:extLst>
              <a:ext uri="{FF2B5EF4-FFF2-40B4-BE49-F238E27FC236}">
                <a16:creationId xmlns:a16="http://schemas.microsoft.com/office/drawing/2014/main" id="{E13DD6F4-6A02-4501-91A5-B4B8FC6802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6574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19" name="Rectangle 5">
            <a:extLst>
              <a:ext uri="{FF2B5EF4-FFF2-40B4-BE49-F238E27FC236}">
                <a16:creationId xmlns:a16="http://schemas.microsoft.com/office/drawing/2014/main" id="{35587FB8-701E-400D-B556-A43E261AA2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3688" y="2519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20" name="Rectangle 6">
            <a:extLst>
              <a:ext uri="{FF2B5EF4-FFF2-40B4-BE49-F238E27FC236}">
                <a16:creationId xmlns:a16="http://schemas.microsoft.com/office/drawing/2014/main" id="{A3606F2D-983F-4262-9F0C-219D011E35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9900" y="2252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21" name="Rectangle 7">
            <a:extLst>
              <a:ext uri="{FF2B5EF4-FFF2-40B4-BE49-F238E27FC236}">
                <a16:creationId xmlns:a16="http://schemas.microsoft.com/office/drawing/2014/main" id="{37CD7355-65D0-492A-8699-E0B70FED1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6538" y="13716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22" name="Rectangle 8">
            <a:extLst>
              <a:ext uri="{FF2B5EF4-FFF2-40B4-BE49-F238E27FC236}">
                <a16:creationId xmlns:a16="http://schemas.microsoft.com/office/drawing/2014/main" id="{C8A2746C-4B9F-4B9A-B167-B65DD7324A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6650" y="32194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23" name="Rectangle 9">
            <a:extLst>
              <a:ext uri="{FF2B5EF4-FFF2-40B4-BE49-F238E27FC236}">
                <a16:creationId xmlns:a16="http://schemas.microsoft.com/office/drawing/2014/main" id="{F8DBB206-69FE-41E8-A295-2A77CD97B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2213" y="2466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24" name="Rectangle 10">
            <a:extLst>
              <a:ext uri="{FF2B5EF4-FFF2-40B4-BE49-F238E27FC236}">
                <a16:creationId xmlns:a16="http://schemas.microsoft.com/office/drawing/2014/main" id="{9A39CA35-8EA7-4616-820B-C25F1AC468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42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25" name="Rectangle 11">
            <a:extLst>
              <a:ext uri="{FF2B5EF4-FFF2-40B4-BE49-F238E27FC236}">
                <a16:creationId xmlns:a16="http://schemas.microsoft.com/office/drawing/2014/main" id="{45F8A278-FBBF-4735-BD68-EBC190A873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1888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26" name="Rectangle 12">
            <a:extLst>
              <a:ext uri="{FF2B5EF4-FFF2-40B4-BE49-F238E27FC236}">
                <a16:creationId xmlns:a16="http://schemas.microsoft.com/office/drawing/2014/main" id="{77873BA5-9EFA-47B3-96E4-59D0B06C26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27" name="Rectangle 13">
            <a:extLst>
              <a:ext uri="{FF2B5EF4-FFF2-40B4-BE49-F238E27FC236}">
                <a16:creationId xmlns:a16="http://schemas.microsoft.com/office/drawing/2014/main" id="{CB50D1BF-A8B3-46B9-8DEA-530F850A90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28" name="Rectangle 14">
            <a:extLst>
              <a:ext uri="{FF2B5EF4-FFF2-40B4-BE49-F238E27FC236}">
                <a16:creationId xmlns:a16="http://schemas.microsoft.com/office/drawing/2014/main" id="{F92F2C6E-ADEB-48BC-9BE7-1725297157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7538" y="22288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29" name="Rectangle 15">
            <a:extLst>
              <a:ext uri="{FF2B5EF4-FFF2-40B4-BE49-F238E27FC236}">
                <a16:creationId xmlns:a16="http://schemas.microsoft.com/office/drawing/2014/main" id="{F7AAB10B-3F2E-45AC-8F9F-8C10D1FFDB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2300" y="3281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30" name="Rectangle 16">
            <a:extLst>
              <a:ext uri="{FF2B5EF4-FFF2-40B4-BE49-F238E27FC236}">
                <a16:creationId xmlns:a16="http://schemas.microsoft.com/office/drawing/2014/main" id="{D95B3FDB-523A-45AD-9501-B7ABA387E9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3263" y="32861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31" name="Rectangle 18">
            <a:extLst>
              <a:ext uri="{FF2B5EF4-FFF2-40B4-BE49-F238E27FC236}">
                <a16:creationId xmlns:a16="http://schemas.microsoft.com/office/drawing/2014/main" id="{79393D9A-A137-474C-9C80-95E0133233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5688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32" name="Rectangle 19">
            <a:extLst>
              <a:ext uri="{FF2B5EF4-FFF2-40B4-BE49-F238E27FC236}">
                <a16:creationId xmlns:a16="http://schemas.microsoft.com/office/drawing/2014/main" id="{37B707EE-92E7-4601-91E4-B54F8D1777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5288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33" name="Rectangle 21">
            <a:extLst>
              <a:ext uri="{FF2B5EF4-FFF2-40B4-BE49-F238E27FC236}">
                <a16:creationId xmlns:a16="http://schemas.microsoft.com/office/drawing/2014/main" id="{0B6C71DB-D7AF-4A6B-9306-48B75977A5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5638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34" name="Rectangle 23">
            <a:extLst>
              <a:ext uri="{FF2B5EF4-FFF2-40B4-BE49-F238E27FC236}">
                <a16:creationId xmlns:a16="http://schemas.microsoft.com/office/drawing/2014/main" id="{04B42174-E7C8-4775-9EE0-CDC7442C74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7550" y="2862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35" name="Rectangle 24">
            <a:extLst>
              <a:ext uri="{FF2B5EF4-FFF2-40B4-BE49-F238E27FC236}">
                <a16:creationId xmlns:a16="http://schemas.microsoft.com/office/drawing/2014/main" id="{D88C0428-C513-4F60-9AEB-5CD20DC74F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36" name="Rectangle 25">
            <a:extLst>
              <a:ext uri="{FF2B5EF4-FFF2-40B4-BE49-F238E27FC236}">
                <a16:creationId xmlns:a16="http://schemas.microsoft.com/office/drawing/2014/main" id="{3E38A84D-550C-469E-9C08-00005FF6D8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37" name="Rectangle 26">
            <a:extLst>
              <a:ext uri="{FF2B5EF4-FFF2-40B4-BE49-F238E27FC236}">
                <a16:creationId xmlns:a16="http://schemas.microsoft.com/office/drawing/2014/main" id="{2003A285-6263-4869-8E20-EFE9175CCA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38" name="Rectangle 27">
            <a:extLst>
              <a:ext uri="{FF2B5EF4-FFF2-40B4-BE49-F238E27FC236}">
                <a16:creationId xmlns:a16="http://schemas.microsoft.com/office/drawing/2014/main" id="{DC33E153-B04D-4E01-9E2E-990111CEC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4675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39" name="Rectangle 28">
            <a:extLst>
              <a:ext uri="{FF2B5EF4-FFF2-40B4-BE49-F238E27FC236}">
                <a16:creationId xmlns:a16="http://schemas.microsoft.com/office/drawing/2014/main" id="{5BAC0C85-1192-4FFF-802F-E2F681CEE3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670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40" name="Rectangle 29">
            <a:extLst>
              <a:ext uri="{FF2B5EF4-FFF2-40B4-BE49-F238E27FC236}">
                <a16:creationId xmlns:a16="http://schemas.microsoft.com/office/drawing/2014/main" id="{D505F8FA-0DD0-421A-9008-0B107D0752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6163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41" name="Rectangle 30">
            <a:extLst>
              <a:ext uri="{FF2B5EF4-FFF2-40B4-BE49-F238E27FC236}">
                <a16:creationId xmlns:a16="http://schemas.microsoft.com/office/drawing/2014/main" id="{C3437555-2C4C-4A70-AFAA-8E1D7AF39C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2775" y="2357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42" name="Rectangle 31">
            <a:extLst>
              <a:ext uri="{FF2B5EF4-FFF2-40B4-BE49-F238E27FC236}">
                <a16:creationId xmlns:a16="http://schemas.microsoft.com/office/drawing/2014/main" id="{69074D3B-7739-49A9-B8E7-ABFDFA5E27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7063" y="22574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43" name="Rectangle 32">
            <a:extLst>
              <a:ext uri="{FF2B5EF4-FFF2-40B4-BE49-F238E27FC236}">
                <a16:creationId xmlns:a16="http://schemas.microsoft.com/office/drawing/2014/main" id="{497867C8-E9DF-4499-A509-D15BBC0A22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7588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44" name="Rectangle 33">
            <a:extLst>
              <a:ext uri="{FF2B5EF4-FFF2-40B4-BE49-F238E27FC236}">
                <a16:creationId xmlns:a16="http://schemas.microsoft.com/office/drawing/2014/main" id="{86587F6B-6397-407B-8138-4AE6A2BDF6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6588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45" name="Rectangle 34">
            <a:extLst>
              <a:ext uri="{FF2B5EF4-FFF2-40B4-BE49-F238E27FC236}">
                <a16:creationId xmlns:a16="http://schemas.microsoft.com/office/drawing/2014/main" id="{50FD090E-EF3D-4560-A46B-B922CC7EE1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1238" y="22002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46" name="Rectangle 35">
            <a:extLst>
              <a:ext uri="{FF2B5EF4-FFF2-40B4-BE49-F238E27FC236}">
                <a16:creationId xmlns:a16="http://schemas.microsoft.com/office/drawing/2014/main" id="{187F26D9-D8F8-4921-8890-AB34A07E21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2363" y="2738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47" name="Rectangle 36">
            <a:extLst>
              <a:ext uri="{FF2B5EF4-FFF2-40B4-BE49-F238E27FC236}">
                <a16:creationId xmlns:a16="http://schemas.microsoft.com/office/drawing/2014/main" id="{C5E6D8BB-2AE7-46CB-A2C2-60AE452F4B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27146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48" name="Rectangle 37">
            <a:extLst>
              <a:ext uri="{FF2B5EF4-FFF2-40B4-BE49-F238E27FC236}">
                <a16:creationId xmlns:a16="http://schemas.microsoft.com/office/drawing/2014/main" id="{95DC4E7B-5BFA-4A9A-A998-96826A5AE3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27098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49" name="Rectangle 38">
            <a:extLst>
              <a:ext uri="{FF2B5EF4-FFF2-40B4-BE49-F238E27FC236}">
                <a16:creationId xmlns:a16="http://schemas.microsoft.com/office/drawing/2014/main" id="{09B05264-819B-44A9-AC2B-C3BCBA8381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7038" y="22240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50" name="Rectangle 39">
            <a:extLst>
              <a:ext uri="{FF2B5EF4-FFF2-40B4-BE49-F238E27FC236}">
                <a16:creationId xmlns:a16="http://schemas.microsoft.com/office/drawing/2014/main" id="{8CEB8419-F33A-499D-85CF-232B07F709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2638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51" name="Rectangle 40">
            <a:extLst>
              <a:ext uri="{FF2B5EF4-FFF2-40B4-BE49-F238E27FC236}">
                <a16:creationId xmlns:a16="http://schemas.microsoft.com/office/drawing/2014/main" id="{642DD38C-30BA-44B1-867D-5B9F0A1989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2913" y="3228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52" name="Rectangle 41">
            <a:extLst>
              <a:ext uri="{FF2B5EF4-FFF2-40B4-BE49-F238E27FC236}">
                <a16:creationId xmlns:a16="http://schemas.microsoft.com/office/drawing/2014/main" id="{45A8A992-4079-42D7-B9E4-8D53B8446C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6675" y="31432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53" name="Rectangle 42">
            <a:extLst>
              <a:ext uri="{FF2B5EF4-FFF2-40B4-BE49-F238E27FC236}">
                <a16:creationId xmlns:a16="http://schemas.microsoft.com/office/drawing/2014/main" id="{CC0B93F4-DD1B-4625-83CF-5E2D1EF215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54" name="Rectangle 43">
            <a:extLst>
              <a:ext uri="{FF2B5EF4-FFF2-40B4-BE49-F238E27FC236}">
                <a16:creationId xmlns:a16="http://schemas.microsoft.com/office/drawing/2014/main" id="{05123A88-98CB-44E2-B98E-76BD90E585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6075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55" name="Rectangle 45">
            <a:extLst>
              <a:ext uri="{FF2B5EF4-FFF2-40B4-BE49-F238E27FC236}">
                <a16:creationId xmlns:a16="http://schemas.microsoft.com/office/drawing/2014/main" id="{0FC908F6-E48F-44FF-A414-4957F90E7D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0838" y="32099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56" name="Rectangle 46">
            <a:extLst>
              <a:ext uri="{FF2B5EF4-FFF2-40B4-BE49-F238E27FC236}">
                <a16:creationId xmlns:a16="http://schemas.microsoft.com/office/drawing/2014/main" id="{4A1D23D1-E962-4F95-9BE8-4849045001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24003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57" name="Rectangle 47">
            <a:extLst>
              <a:ext uri="{FF2B5EF4-FFF2-40B4-BE49-F238E27FC236}">
                <a16:creationId xmlns:a16="http://schemas.microsoft.com/office/drawing/2014/main" id="{83F59127-A2F1-4186-8642-6F04390725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5638" y="24003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58" name="Rectangle 48">
            <a:extLst>
              <a:ext uri="{FF2B5EF4-FFF2-40B4-BE49-F238E27FC236}">
                <a16:creationId xmlns:a16="http://schemas.microsoft.com/office/drawing/2014/main" id="{88808A3B-77D3-4694-9BEC-8372051D1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3175" y="32099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59" name="Rectangle 49">
            <a:extLst>
              <a:ext uri="{FF2B5EF4-FFF2-40B4-BE49-F238E27FC236}">
                <a16:creationId xmlns:a16="http://schemas.microsoft.com/office/drawing/2014/main" id="{FA2BFA28-0CC0-4A5D-A209-6AA0DF1FF5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8938" y="23479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38960" name="Picture 50">
            <a:extLst>
              <a:ext uri="{FF2B5EF4-FFF2-40B4-BE49-F238E27FC236}">
                <a16:creationId xmlns:a16="http://schemas.microsoft.com/office/drawing/2014/main" id="{28CB699C-585D-47AE-A929-47A1FE4CEC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3810000"/>
            <a:ext cx="4867275" cy="202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38961" name="Object 2">
            <a:extLst>
              <a:ext uri="{FF2B5EF4-FFF2-40B4-BE49-F238E27FC236}">
                <a16:creationId xmlns:a16="http://schemas.microsoft.com/office/drawing/2014/main" id="{30258018-45BF-44EA-B7BD-13CC3CBBE4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2200" y="1752600"/>
          <a:ext cx="4495800" cy="592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574117" imgH="215806" progId="Equation.3">
                  <p:embed/>
                </p:oleObj>
              </mc:Choice>
              <mc:Fallback>
                <p:oleObj r:id="rId4" imgW="1574117" imgH="215806" progId="Equation.3">
                  <p:embed/>
                  <p:pic>
                    <p:nvPicPr>
                      <p:cNvPr id="38961" name="Object 2">
                        <a:extLst>
                          <a:ext uri="{FF2B5EF4-FFF2-40B4-BE49-F238E27FC236}">
                            <a16:creationId xmlns:a16="http://schemas.microsoft.com/office/drawing/2014/main" id="{30258018-45BF-44EA-B7BD-13CC3CBBE4C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1752600"/>
                        <a:ext cx="4495800" cy="59213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62" name="Text Box 52">
            <a:extLst>
              <a:ext uri="{FF2B5EF4-FFF2-40B4-BE49-F238E27FC236}">
                <a16:creationId xmlns:a16="http://schemas.microsoft.com/office/drawing/2014/main" id="{A3142FA0-A5D9-45A3-874B-47799C7441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2744788"/>
            <a:ext cx="845343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hr-HR" altLang="sr-Latn-RS" sz="2000" i="1">
                <a:latin typeface="Arial" panose="020B0604020202020204" pitchFamily="34" charset="0"/>
                <a:cs typeface="Arial" panose="020B0604020202020204" pitchFamily="34" charset="0"/>
              </a:rPr>
              <a:t>krivulja refleksije</a:t>
            </a: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 predstavlja omjer zrcalno reflektirane svjetlosti i upadne svjetlosti u funkciji upadnog kuta i valne 	duljine</a:t>
            </a:r>
            <a:r>
              <a:rPr lang="en-GB" altLang="sr-Latn-R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38963" name="Line 53">
            <a:extLst>
              <a:ext uri="{FF2B5EF4-FFF2-40B4-BE49-F238E27FC236}">
                <a16:creationId xmlns:a16="http://schemas.microsoft.com/office/drawing/2014/main" id="{42DE1F09-5469-47B5-A1FE-FB4EACDDC7D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24200" y="2286000"/>
            <a:ext cx="1676400" cy="381000"/>
          </a:xfrm>
          <a:prstGeom prst="line">
            <a:avLst/>
          </a:prstGeom>
          <a:noFill/>
          <a:ln w="317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hr-HR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D93DA3D8-F570-472B-ACCC-DC8A10F865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Zrcalna refleksija</a:t>
            </a:r>
            <a:r>
              <a:rPr lang="en-GB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(jednostavni model)</a:t>
            </a:r>
            <a:endParaRPr lang="en-GB" altLang="sr-Latn-RS" sz="28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939" name="Date Placeholder 2">
            <a:extLst>
              <a:ext uri="{FF2B5EF4-FFF2-40B4-BE49-F238E27FC236}">
                <a16:creationId xmlns:a16="http://schemas.microsoft.com/office/drawing/2014/main" id="{BC979214-441E-4020-B09F-DF74E1B5153F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fld id="{E357D914-D3EE-4E52-973A-A2E10359B697}" type="datetime1">
              <a:rPr lang="sr-Latn-RS" altLang="sr-Latn-RS" sz="1400" smtClean="0">
                <a:latin typeface="Arial" panose="020B0604020202020204" pitchFamily="34" charset="0"/>
                <a:cs typeface="Arial" panose="020B0604020202020204" pitchFamily="34" charset="0"/>
              </a:rPr>
              <a:t>31.10.2025.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348" name="Slide Number Placeholder 4">
            <a:extLst>
              <a:ext uri="{FF2B5EF4-FFF2-40B4-BE49-F238E27FC236}">
                <a16:creationId xmlns:a16="http://schemas.microsoft.com/office/drawing/2014/main" id="{1418C4B8-F59C-4F1E-BC61-435E3ECCF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fld id="{38E05376-718E-4268-BE2D-3C260636DB64}" type="slidenum">
              <a:rPr lang="en-GB" altLang="sr-Latn-RS" sz="1400"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t>35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941" name="Rectangle 3">
            <a:extLst>
              <a:ext uri="{FF2B5EF4-FFF2-40B4-BE49-F238E27FC236}">
                <a16:creationId xmlns:a16="http://schemas.microsoft.com/office/drawing/2014/main" id="{F32720C5-DAC9-4BB2-AF0E-0F7722EC24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1850" y="26812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942" name="Rectangle 4">
            <a:extLst>
              <a:ext uri="{FF2B5EF4-FFF2-40B4-BE49-F238E27FC236}">
                <a16:creationId xmlns:a16="http://schemas.microsoft.com/office/drawing/2014/main" id="{22FBA696-5934-4A57-BAAA-CEA163A02F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6574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943" name="Rectangle 5">
            <a:extLst>
              <a:ext uri="{FF2B5EF4-FFF2-40B4-BE49-F238E27FC236}">
                <a16:creationId xmlns:a16="http://schemas.microsoft.com/office/drawing/2014/main" id="{07058849-7FDF-464B-B61F-35AA627BC8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3688" y="2519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944" name="Rectangle 6">
            <a:extLst>
              <a:ext uri="{FF2B5EF4-FFF2-40B4-BE49-F238E27FC236}">
                <a16:creationId xmlns:a16="http://schemas.microsoft.com/office/drawing/2014/main" id="{62957A63-2482-4989-B0A7-63EC2269B8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9900" y="2252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945" name="Rectangle 7">
            <a:extLst>
              <a:ext uri="{FF2B5EF4-FFF2-40B4-BE49-F238E27FC236}">
                <a16:creationId xmlns:a16="http://schemas.microsoft.com/office/drawing/2014/main" id="{78867271-F31F-4686-9B5C-4141CF857A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6538" y="13716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946" name="Rectangle 8">
            <a:extLst>
              <a:ext uri="{FF2B5EF4-FFF2-40B4-BE49-F238E27FC236}">
                <a16:creationId xmlns:a16="http://schemas.microsoft.com/office/drawing/2014/main" id="{9572E735-A593-4241-9592-609BD88192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6650" y="32194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947" name="Rectangle 10">
            <a:extLst>
              <a:ext uri="{FF2B5EF4-FFF2-40B4-BE49-F238E27FC236}">
                <a16:creationId xmlns:a16="http://schemas.microsoft.com/office/drawing/2014/main" id="{39973ADF-5029-4AB9-9A34-7406A58687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42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948" name="Rectangle 11">
            <a:extLst>
              <a:ext uri="{FF2B5EF4-FFF2-40B4-BE49-F238E27FC236}">
                <a16:creationId xmlns:a16="http://schemas.microsoft.com/office/drawing/2014/main" id="{E3D9A641-F7A3-47F7-B077-6599676EE4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1888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949" name="Rectangle 12">
            <a:extLst>
              <a:ext uri="{FF2B5EF4-FFF2-40B4-BE49-F238E27FC236}">
                <a16:creationId xmlns:a16="http://schemas.microsoft.com/office/drawing/2014/main" id="{C7FFCF8F-8441-4D47-A6FF-C77D838810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950" name="Rectangle 13">
            <a:extLst>
              <a:ext uri="{FF2B5EF4-FFF2-40B4-BE49-F238E27FC236}">
                <a16:creationId xmlns:a16="http://schemas.microsoft.com/office/drawing/2014/main" id="{1C98A3F0-F196-4D39-A5A2-EDB0422DA3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951" name="Rectangle 14">
            <a:extLst>
              <a:ext uri="{FF2B5EF4-FFF2-40B4-BE49-F238E27FC236}">
                <a16:creationId xmlns:a16="http://schemas.microsoft.com/office/drawing/2014/main" id="{290448DC-C0A6-4BF0-A1FC-2536C8323C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7538" y="22288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952" name="Rectangle 15">
            <a:extLst>
              <a:ext uri="{FF2B5EF4-FFF2-40B4-BE49-F238E27FC236}">
                <a16:creationId xmlns:a16="http://schemas.microsoft.com/office/drawing/2014/main" id="{C66CCC41-4299-4E7C-A530-CD3DF4229C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2300" y="3281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953" name="Rectangle 16">
            <a:extLst>
              <a:ext uri="{FF2B5EF4-FFF2-40B4-BE49-F238E27FC236}">
                <a16:creationId xmlns:a16="http://schemas.microsoft.com/office/drawing/2014/main" id="{CD69A633-802E-4BC9-A60F-5D22A94563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3263" y="32861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954" name="Rectangle 17">
            <a:extLst>
              <a:ext uri="{FF2B5EF4-FFF2-40B4-BE49-F238E27FC236}">
                <a16:creationId xmlns:a16="http://schemas.microsoft.com/office/drawing/2014/main" id="{B95A9966-ED7C-4ABC-9BF5-19EA617701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5688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955" name="Rectangle 18">
            <a:extLst>
              <a:ext uri="{FF2B5EF4-FFF2-40B4-BE49-F238E27FC236}">
                <a16:creationId xmlns:a16="http://schemas.microsoft.com/office/drawing/2014/main" id="{B5444718-E4EB-4661-8B0A-6E316C6110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5288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956" name="Rectangle 19">
            <a:extLst>
              <a:ext uri="{FF2B5EF4-FFF2-40B4-BE49-F238E27FC236}">
                <a16:creationId xmlns:a16="http://schemas.microsoft.com/office/drawing/2014/main" id="{10F0AFFE-E472-4137-8505-BF095EC0CA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5638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957" name="Rectangle 20">
            <a:extLst>
              <a:ext uri="{FF2B5EF4-FFF2-40B4-BE49-F238E27FC236}">
                <a16:creationId xmlns:a16="http://schemas.microsoft.com/office/drawing/2014/main" id="{CA906A94-7483-4CD1-9E2B-B45390DB38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7550" y="2862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958" name="Rectangle 21">
            <a:extLst>
              <a:ext uri="{FF2B5EF4-FFF2-40B4-BE49-F238E27FC236}">
                <a16:creationId xmlns:a16="http://schemas.microsoft.com/office/drawing/2014/main" id="{164AAD34-2000-4412-85C7-44C140D7FD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959" name="Rectangle 22">
            <a:extLst>
              <a:ext uri="{FF2B5EF4-FFF2-40B4-BE49-F238E27FC236}">
                <a16:creationId xmlns:a16="http://schemas.microsoft.com/office/drawing/2014/main" id="{8C75B438-FD7A-4341-8F5C-FF6CC8FA4B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960" name="Rectangle 23">
            <a:extLst>
              <a:ext uri="{FF2B5EF4-FFF2-40B4-BE49-F238E27FC236}">
                <a16:creationId xmlns:a16="http://schemas.microsoft.com/office/drawing/2014/main" id="{91CA4D42-1794-4336-9E0C-884E264BE7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961" name="Rectangle 24">
            <a:extLst>
              <a:ext uri="{FF2B5EF4-FFF2-40B4-BE49-F238E27FC236}">
                <a16:creationId xmlns:a16="http://schemas.microsoft.com/office/drawing/2014/main" id="{6FE1D8F6-E802-4BFB-B094-B58A32ED77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4675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962" name="Rectangle 25">
            <a:extLst>
              <a:ext uri="{FF2B5EF4-FFF2-40B4-BE49-F238E27FC236}">
                <a16:creationId xmlns:a16="http://schemas.microsoft.com/office/drawing/2014/main" id="{8E48C4FE-7F73-4990-903D-1F39F3A07D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670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963" name="Rectangle 26">
            <a:extLst>
              <a:ext uri="{FF2B5EF4-FFF2-40B4-BE49-F238E27FC236}">
                <a16:creationId xmlns:a16="http://schemas.microsoft.com/office/drawing/2014/main" id="{597E04C1-1767-4A10-88AA-EDB462B2FC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6163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964" name="Rectangle 27">
            <a:extLst>
              <a:ext uri="{FF2B5EF4-FFF2-40B4-BE49-F238E27FC236}">
                <a16:creationId xmlns:a16="http://schemas.microsoft.com/office/drawing/2014/main" id="{20AE4F5D-CCE0-4D28-B3E9-529A3C712C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2775" y="2357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965" name="Rectangle 28">
            <a:extLst>
              <a:ext uri="{FF2B5EF4-FFF2-40B4-BE49-F238E27FC236}">
                <a16:creationId xmlns:a16="http://schemas.microsoft.com/office/drawing/2014/main" id="{A97FE51E-AE93-4BD7-BDEB-C4955D4C1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7063" y="22574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966" name="Rectangle 29">
            <a:extLst>
              <a:ext uri="{FF2B5EF4-FFF2-40B4-BE49-F238E27FC236}">
                <a16:creationId xmlns:a16="http://schemas.microsoft.com/office/drawing/2014/main" id="{8D836FEE-C6F9-49F3-948F-C2A551D988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7588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967" name="Rectangle 30">
            <a:extLst>
              <a:ext uri="{FF2B5EF4-FFF2-40B4-BE49-F238E27FC236}">
                <a16:creationId xmlns:a16="http://schemas.microsoft.com/office/drawing/2014/main" id="{35EFD624-F24D-4310-A3BE-C67788517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6588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968" name="Rectangle 32">
            <a:extLst>
              <a:ext uri="{FF2B5EF4-FFF2-40B4-BE49-F238E27FC236}">
                <a16:creationId xmlns:a16="http://schemas.microsoft.com/office/drawing/2014/main" id="{77A4341A-EAA3-4D12-88E2-5DDEF290A6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2363" y="2738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969" name="Rectangle 33">
            <a:extLst>
              <a:ext uri="{FF2B5EF4-FFF2-40B4-BE49-F238E27FC236}">
                <a16:creationId xmlns:a16="http://schemas.microsoft.com/office/drawing/2014/main" id="{BE5EB923-9E77-468C-9D0E-0DD384BDF3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27146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970" name="Rectangle 34">
            <a:extLst>
              <a:ext uri="{FF2B5EF4-FFF2-40B4-BE49-F238E27FC236}">
                <a16:creationId xmlns:a16="http://schemas.microsoft.com/office/drawing/2014/main" id="{BC6BC694-B617-4F6C-8135-4E6C8533A6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27098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971" name="Rectangle 35">
            <a:extLst>
              <a:ext uri="{FF2B5EF4-FFF2-40B4-BE49-F238E27FC236}">
                <a16:creationId xmlns:a16="http://schemas.microsoft.com/office/drawing/2014/main" id="{99DE52D1-6841-4A41-A7B3-919AF5881A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7038" y="22240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972" name="Rectangle 37">
            <a:extLst>
              <a:ext uri="{FF2B5EF4-FFF2-40B4-BE49-F238E27FC236}">
                <a16:creationId xmlns:a16="http://schemas.microsoft.com/office/drawing/2014/main" id="{6C412314-317C-472A-AEC4-73E309CF28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2913" y="3228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973" name="Rectangle 38">
            <a:extLst>
              <a:ext uri="{FF2B5EF4-FFF2-40B4-BE49-F238E27FC236}">
                <a16:creationId xmlns:a16="http://schemas.microsoft.com/office/drawing/2014/main" id="{1FFA4D6D-6FAB-41FA-BBDF-A6DE9AD49D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6675" y="31432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974" name="Rectangle 39">
            <a:extLst>
              <a:ext uri="{FF2B5EF4-FFF2-40B4-BE49-F238E27FC236}">
                <a16:creationId xmlns:a16="http://schemas.microsoft.com/office/drawing/2014/main" id="{133E1154-8DC3-4C7F-B866-D908ECB04E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975" name="Rectangle 40">
            <a:extLst>
              <a:ext uri="{FF2B5EF4-FFF2-40B4-BE49-F238E27FC236}">
                <a16:creationId xmlns:a16="http://schemas.microsoft.com/office/drawing/2014/main" id="{45012049-7998-43D8-B7E3-313052B770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6075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976" name="Rectangle 41">
            <a:extLst>
              <a:ext uri="{FF2B5EF4-FFF2-40B4-BE49-F238E27FC236}">
                <a16:creationId xmlns:a16="http://schemas.microsoft.com/office/drawing/2014/main" id="{B0206338-F712-492A-B2CD-82349A8B75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0838" y="32099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977" name="Rectangle 42">
            <a:extLst>
              <a:ext uri="{FF2B5EF4-FFF2-40B4-BE49-F238E27FC236}">
                <a16:creationId xmlns:a16="http://schemas.microsoft.com/office/drawing/2014/main" id="{EE3F2379-3524-4B2E-AD81-4ACED339C9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24003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978" name="Rectangle 43">
            <a:extLst>
              <a:ext uri="{FF2B5EF4-FFF2-40B4-BE49-F238E27FC236}">
                <a16:creationId xmlns:a16="http://schemas.microsoft.com/office/drawing/2014/main" id="{142B00DB-2EC7-4872-A85D-E97C3F978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5638" y="24003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979" name="Rectangle 44">
            <a:extLst>
              <a:ext uri="{FF2B5EF4-FFF2-40B4-BE49-F238E27FC236}">
                <a16:creationId xmlns:a16="http://schemas.microsoft.com/office/drawing/2014/main" id="{BA4BD4B6-39EC-4652-9502-D222A63A03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3175" y="32099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980" name="Rectangle 45">
            <a:extLst>
              <a:ext uri="{FF2B5EF4-FFF2-40B4-BE49-F238E27FC236}">
                <a16:creationId xmlns:a16="http://schemas.microsoft.com/office/drawing/2014/main" id="{C850D4ED-BE25-41B1-9201-975D6FE152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8938" y="23479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981" name="Text Box 48">
            <a:extLst>
              <a:ext uri="{FF2B5EF4-FFF2-40B4-BE49-F238E27FC236}">
                <a16:creationId xmlns:a16="http://schemas.microsoft.com/office/drawing/2014/main" id="{52E22FFA-3C90-4DE7-B82D-9AF7BC7A41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5181600"/>
            <a:ext cx="419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hr-HR" altLang="sr-Latn-RS" sz="2400">
                <a:latin typeface="Arial" panose="020B0604020202020204" pitchFamily="34" charset="0"/>
                <a:cs typeface="Arial" panose="020B0604020202020204" pitchFamily="34" charset="0"/>
              </a:rPr>
              <a:t>	zrcalna refleksija</a:t>
            </a:r>
            <a:endParaRPr lang="en-GB" altLang="sr-Latn-R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982" name="Rectangle 51">
            <a:extLst>
              <a:ext uri="{FF2B5EF4-FFF2-40B4-BE49-F238E27FC236}">
                <a16:creationId xmlns:a16="http://schemas.microsoft.com/office/drawing/2014/main" id="{0671749B-09AD-4670-8F24-3D69F4E4CA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3250" y="2357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39983" name="Picture 50" descr="slika78">
            <a:extLst>
              <a:ext uri="{FF2B5EF4-FFF2-40B4-BE49-F238E27FC236}">
                <a16:creationId xmlns:a16="http://schemas.microsoft.com/office/drawing/2014/main" id="{F172845B-17DA-4F20-93CC-DD2131A71C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1905000"/>
            <a:ext cx="3962400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71E2CC46-EE0A-4099-9DD6-9A565B75A9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Zrcalna refleksija</a:t>
            </a:r>
            <a:r>
              <a:rPr lang="en-GB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(jednostavni model)</a:t>
            </a:r>
            <a:endParaRPr lang="en-GB" altLang="sr-Latn-RS" sz="28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963" name="Date Placeholder 2">
            <a:extLst>
              <a:ext uri="{FF2B5EF4-FFF2-40B4-BE49-F238E27FC236}">
                <a16:creationId xmlns:a16="http://schemas.microsoft.com/office/drawing/2014/main" id="{74B45213-51D4-4682-8246-0F8FF5A1CC0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fld id="{CAA8B5EA-D3A0-440D-876E-02FBB688B353}" type="datetime1">
              <a:rPr lang="sr-Latn-RS" altLang="sr-Latn-RS" sz="1400" smtClean="0">
                <a:latin typeface="Arial" panose="020B0604020202020204" pitchFamily="34" charset="0"/>
                <a:cs typeface="Arial" panose="020B0604020202020204" pitchFamily="34" charset="0"/>
              </a:rPr>
              <a:t>31.10.2025.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372" name="Slide Number Placeholder 4">
            <a:extLst>
              <a:ext uri="{FF2B5EF4-FFF2-40B4-BE49-F238E27FC236}">
                <a16:creationId xmlns:a16="http://schemas.microsoft.com/office/drawing/2014/main" id="{8EDC151A-815A-499A-B946-B230F6EC9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fld id="{50194454-D8A9-4974-8B66-D4296A8B9AA7}" type="slidenum">
              <a:rPr lang="en-GB" altLang="sr-Latn-RS" sz="1400"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t>36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965" name="Rectangle 3">
            <a:extLst>
              <a:ext uri="{FF2B5EF4-FFF2-40B4-BE49-F238E27FC236}">
                <a16:creationId xmlns:a16="http://schemas.microsoft.com/office/drawing/2014/main" id="{BCEB1528-A5C5-4D79-A267-03B1A1498A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1850" y="26812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966" name="Rectangle 4">
            <a:extLst>
              <a:ext uri="{FF2B5EF4-FFF2-40B4-BE49-F238E27FC236}">
                <a16:creationId xmlns:a16="http://schemas.microsoft.com/office/drawing/2014/main" id="{7A097778-DC3B-44CC-8C04-2F3E2625E7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6574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967" name="Rectangle 5">
            <a:extLst>
              <a:ext uri="{FF2B5EF4-FFF2-40B4-BE49-F238E27FC236}">
                <a16:creationId xmlns:a16="http://schemas.microsoft.com/office/drawing/2014/main" id="{2552E78D-FBC4-42B4-A1C9-C434A68936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3688" y="2519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968" name="Rectangle 6">
            <a:extLst>
              <a:ext uri="{FF2B5EF4-FFF2-40B4-BE49-F238E27FC236}">
                <a16:creationId xmlns:a16="http://schemas.microsoft.com/office/drawing/2014/main" id="{13BDD102-A0AE-4A0B-9B4F-78E4DB5B2F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9900" y="2252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969" name="Rectangle 7">
            <a:extLst>
              <a:ext uri="{FF2B5EF4-FFF2-40B4-BE49-F238E27FC236}">
                <a16:creationId xmlns:a16="http://schemas.microsoft.com/office/drawing/2014/main" id="{E986294B-5B39-4541-A764-F221853B70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6538" y="13716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970" name="Rectangle 8">
            <a:extLst>
              <a:ext uri="{FF2B5EF4-FFF2-40B4-BE49-F238E27FC236}">
                <a16:creationId xmlns:a16="http://schemas.microsoft.com/office/drawing/2014/main" id="{C362E5B7-2B01-4EC2-B7F1-6299985869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6650" y="32194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971" name="Rectangle 9">
            <a:extLst>
              <a:ext uri="{FF2B5EF4-FFF2-40B4-BE49-F238E27FC236}">
                <a16:creationId xmlns:a16="http://schemas.microsoft.com/office/drawing/2014/main" id="{4CE4130C-6DDE-41D4-A266-A6D1E551E5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2213" y="2466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972" name="Rectangle 10">
            <a:extLst>
              <a:ext uri="{FF2B5EF4-FFF2-40B4-BE49-F238E27FC236}">
                <a16:creationId xmlns:a16="http://schemas.microsoft.com/office/drawing/2014/main" id="{A72BCED8-73A7-474F-B611-50DB365A84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42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973" name="Rectangle 11">
            <a:extLst>
              <a:ext uri="{FF2B5EF4-FFF2-40B4-BE49-F238E27FC236}">
                <a16:creationId xmlns:a16="http://schemas.microsoft.com/office/drawing/2014/main" id="{3986A966-4366-40CB-9408-CF9661E0D1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1888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974" name="Rectangle 12">
            <a:extLst>
              <a:ext uri="{FF2B5EF4-FFF2-40B4-BE49-F238E27FC236}">
                <a16:creationId xmlns:a16="http://schemas.microsoft.com/office/drawing/2014/main" id="{9E26C890-2A99-43EE-9A45-39345318EA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975" name="Rectangle 13">
            <a:extLst>
              <a:ext uri="{FF2B5EF4-FFF2-40B4-BE49-F238E27FC236}">
                <a16:creationId xmlns:a16="http://schemas.microsoft.com/office/drawing/2014/main" id="{BF5E9848-730B-438D-94CB-2E8D9F2713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976" name="Rectangle 14">
            <a:extLst>
              <a:ext uri="{FF2B5EF4-FFF2-40B4-BE49-F238E27FC236}">
                <a16:creationId xmlns:a16="http://schemas.microsoft.com/office/drawing/2014/main" id="{FD0A4E32-EFBB-4CE8-89EB-2F75B8DC1F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7538" y="22288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977" name="Rectangle 15">
            <a:extLst>
              <a:ext uri="{FF2B5EF4-FFF2-40B4-BE49-F238E27FC236}">
                <a16:creationId xmlns:a16="http://schemas.microsoft.com/office/drawing/2014/main" id="{9908876A-014B-4B36-98FC-C021E712CF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2300" y="3281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978" name="Rectangle 16">
            <a:extLst>
              <a:ext uri="{FF2B5EF4-FFF2-40B4-BE49-F238E27FC236}">
                <a16:creationId xmlns:a16="http://schemas.microsoft.com/office/drawing/2014/main" id="{C47EB356-AD4E-4202-97C0-B91667EDB7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3263" y="32861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979" name="Rectangle 17">
            <a:extLst>
              <a:ext uri="{FF2B5EF4-FFF2-40B4-BE49-F238E27FC236}">
                <a16:creationId xmlns:a16="http://schemas.microsoft.com/office/drawing/2014/main" id="{BDA022EA-A5F8-4BBE-B58A-1C8CAA8A74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5688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980" name="Rectangle 18">
            <a:extLst>
              <a:ext uri="{FF2B5EF4-FFF2-40B4-BE49-F238E27FC236}">
                <a16:creationId xmlns:a16="http://schemas.microsoft.com/office/drawing/2014/main" id="{B069EBF9-0DF0-4454-8373-9203FE7AA7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5288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981" name="Rectangle 19">
            <a:extLst>
              <a:ext uri="{FF2B5EF4-FFF2-40B4-BE49-F238E27FC236}">
                <a16:creationId xmlns:a16="http://schemas.microsoft.com/office/drawing/2014/main" id="{83A1D2AA-3EB3-4845-B103-A19E1806BE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5638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982" name="Rectangle 20">
            <a:extLst>
              <a:ext uri="{FF2B5EF4-FFF2-40B4-BE49-F238E27FC236}">
                <a16:creationId xmlns:a16="http://schemas.microsoft.com/office/drawing/2014/main" id="{C6C417E1-45FA-4EE0-98BB-970B817F6F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7550" y="2862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983" name="Rectangle 21">
            <a:extLst>
              <a:ext uri="{FF2B5EF4-FFF2-40B4-BE49-F238E27FC236}">
                <a16:creationId xmlns:a16="http://schemas.microsoft.com/office/drawing/2014/main" id="{D8493279-FF51-4954-B53B-205EFA29CF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984" name="Rectangle 22">
            <a:extLst>
              <a:ext uri="{FF2B5EF4-FFF2-40B4-BE49-F238E27FC236}">
                <a16:creationId xmlns:a16="http://schemas.microsoft.com/office/drawing/2014/main" id="{A93D0365-CD77-4655-B7EB-1BC13B163C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985" name="Rectangle 23">
            <a:extLst>
              <a:ext uri="{FF2B5EF4-FFF2-40B4-BE49-F238E27FC236}">
                <a16:creationId xmlns:a16="http://schemas.microsoft.com/office/drawing/2014/main" id="{A084CB3F-6FEC-497F-B27C-361E9FDF30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986" name="Rectangle 24">
            <a:extLst>
              <a:ext uri="{FF2B5EF4-FFF2-40B4-BE49-F238E27FC236}">
                <a16:creationId xmlns:a16="http://schemas.microsoft.com/office/drawing/2014/main" id="{B6C0DD4E-837A-4627-8DB5-B79548093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4675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987" name="Rectangle 25">
            <a:extLst>
              <a:ext uri="{FF2B5EF4-FFF2-40B4-BE49-F238E27FC236}">
                <a16:creationId xmlns:a16="http://schemas.microsoft.com/office/drawing/2014/main" id="{5CA21D70-29FD-42C0-9858-4538FCE2D6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670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988" name="Rectangle 26">
            <a:extLst>
              <a:ext uri="{FF2B5EF4-FFF2-40B4-BE49-F238E27FC236}">
                <a16:creationId xmlns:a16="http://schemas.microsoft.com/office/drawing/2014/main" id="{04ECA6CC-6346-4A64-A052-0F15454957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6163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989" name="Rectangle 27">
            <a:extLst>
              <a:ext uri="{FF2B5EF4-FFF2-40B4-BE49-F238E27FC236}">
                <a16:creationId xmlns:a16="http://schemas.microsoft.com/office/drawing/2014/main" id="{8506D829-AE14-461D-B8B9-D17E538CE0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2775" y="2357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990" name="Rectangle 28">
            <a:extLst>
              <a:ext uri="{FF2B5EF4-FFF2-40B4-BE49-F238E27FC236}">
                <a16:creationId xmlns:a16="http://schemas.microsoft.com/office/drawing/2014/main" id="{9000174E-3B1D-4455-A4B2-24726D65E7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7063" y="22574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991" name="Rectangle 29">
            <a:extLst>
              <a:ext uri="{FF2B5EF4-FFF2-40B4-BE49-F238E27FC236}">
                <a16:creationId xmlns:a16="http://schemas.microsoft.com/office/drawing/2014/main" id="{1A34A506-5E85-46CD-ADF4-93D1DD294D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7588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992" name="Rectangle 30">
            <a:extLst>
              <a:ext uri="{FF2B5EF4-FFF2-40B4-BE49-F238E27FC236}">
                <a16:creationId xmlns:a16="http://schemas.microsoft.com/office/drawing/2014/main" id="{447B0372-B4B7-4267-BD1A-7D6B16F3A0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6588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993" name="Rectangle 31">
            <a:extLst>
              <a:ext uri="{FF2B5EF4-FFF2-40B4-BE49-F238E27FC236}">
                <a16:creationId xmlns:a16="http://schemas.microsoft.com/office/drawing/2014/main" id="{FF0E48C8-53B3-4E1F-941D-333E093116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1238" y="22002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994" name="Rectangle 32">
            <a:extLst>
              <a:ext uri="{FF2B5EF4-FFF2-40B4-BE49-F238E27FC236}">
                <a16:creationId xmlns:a16="http://schemas.microsoft.com/office/drawing/2014/main" id="{05DE2D12-EAFC-4D27-B18E-C40CB8930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2363" y="2738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995" name="Rectangle 33">
            <a:extLst>
              <a:ext uri="{FF2B5EF4-FFF2-40B4-BE49-F238E27FC236}">
                <a16:creationId xmlns:a16="http://schemas.microsoft.com/office/drawing/2014/main" id="{F922F5A0-F8FB-40D2-B07B-E94FC81AB9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27146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996" name="Rectangle 34">
            <a:extLst>
              <a:ext uri="{FF2B5EF4-FFF2-40B4-BE49-F238E27FC236}">
                <a16:creationId xmlns:a16="http://schemas.microsoft.com/office/drawing/2014/main" id="{F4DEC4B5-3D1F-4A45-9AED-1EEDA69135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27098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997" name="Rectangle 35">
            <a:extLst>
              <a:ext uri="{FF2B5EF4-FFF2-40B4-BE49-F238E27FC236}">
                <a16:creationId xmlns:a16="http://schemas.microsoft.com/office/drawing/2014/main" id="{F1B62870-677C-4B16-B4DC-49663B8CD7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7038" y="22240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998" name="Rectangle 36">
            <a:extLst>
              <a:ext uri="{FF2B5EF4-FFF2-40B4-BE49-F238E27FC236}">
                <a16:creationId xmlns:a16="http://schemas.microsoft.com/office/drawing/2014/main" id="{898EBD4C-0672-47AD-AE98-B5144CCF38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2638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999" name="Rectangle 37">
            <a:extLst>
              <a:ext uri="{FF2B5EF4-FFF2-40B4-BE49-F238E27FC236}">
                <a16:creationId xmlns:a16="http://schemas.microsoft.com/office/drawing/2014/main" id="{E9FB931D-D151-400E-AAFC-8631E24896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2913" y="3228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000" name="Rectangle 38">
            <a:extLst>
              <a:ext uri="{FF2B5EF4-FFF2-40B4-BE49-F238E27FC236}">
                <a16:creationId xmlns:a16="http://schemas.microsoft.com/office/drawing/2014/main" id="{0AC01A50-9AF6-4C6C-86C3-6CBC4186AC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6675" y="31432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001" name="Rectangle 39">
            <a:extLst>
              <a:ext uri="{FF2B5EF4-FFF2-40B4-BE49-F238E27FC236}">
                <a16:creationId xmlns:a16="http://schemas.microsoft.com/office/drawing/2014/main" id="{5BD6C895-F298-4A0C-8AC5-B9CF38C208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002" name="Rectangle 40">
            <a:extLst>
              <a:ext uri="{FF2B5EF4-FFF2-40B4-BE49-F238E27FC236}">
                <a16:creationId xmlns:a16="http://schemas.microsoft.com/office/drawing/2014/main" id="{2A77B0C6-8416-4FD7-9CEC-406A939E3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6075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003" name="Rectangle 41">
            <a:extLst>
              <a:ext uri="{FF2B5EF4-FFF2-40B4-BE49-F238E27FC236}">
                <a16:creationId xmlns:a16="http://schemas.microsoft.com/office/drawing/2014/main" id="{B3DDA1F5-C1B2-4383-AB05-4FECF9B4F8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0838" y="32099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004" name="Rectangle 42">
            <a:extLst>
              <a:ext uri="{FF2B5EF4-FFF2-40B4-BE49-F238E27FC236}">
                <a16:creationId xmlns:a16="http://schemas.microsoft.com/office/drawing/2014/main" id="{B4EB32D6-EFEB-43A2-BE53-FAB3BC87D2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24003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005" name="Rectangle 43">
            <a:extLst>
              <a:ext uri="{FF2B5EF4-FFF2-40B4-BE49-F238E27FC236}">
                <a16:creationId xmlns:a16="http://schemas.microsoft.com/office/drawing/2014/main" id="{6911EB48-4DA9-41A9-ADBC-92167320B6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5638" y="24003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006" name="Rectangle 44">
            <a:extLst>
              <a:ext uri="{FF2B5EF4-FFF2-40B4-BE49-F238E27FC236}">
                <a16:creationId xmlns:a16="http://schemas.microsoft.com/office/drawing/2014/main" id="{4AFC6F61-5769-444B-A69B-A9B7B9B93B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3175" y="32099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007" name="Rectangle 45">
            <a:extLst>
              <a:ext uri="{FF2B5EF4-FFF2-40B4-BE49-F238E27FC236}">
                <a16:creationId xmlns:a16="http://schemas.microsoft.com/office/drawing/2014/main" id="{6D6EB85C-3068-4F57-8D01-8E92EDC65A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8938" y="23479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008" name="Text Box 46">
            <a:extLst>
              <a:ext uri="{FF2B5EF4-FFF2-40B4-BE49-F238E27FC236}">
                <a16:creationId xmlns:a16="http://schemas.microsoft.com/office/drawing/2014/main" id="{B9EEFBD1-3D1B-46A4-807B-AF3DC74251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752600"/>
            <a:ext cx="8001000" cy="301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 	Zrcalna refleksija je usmjerena tj. ovisi o kutu upada 	svjetlosti.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 	Svjetlo koje pogađa površinu pod pravim kutom zrcalno 	reflektira samo određeni postotak svjetlosti, a ostatak se 	apsorbira ili difuzno reflektira. 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 	Postotci ovise o svojstvima materijala i valnim duljinama. </a:t>
            </a:r>
          </a:p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 	Za neke nemetale refleksija pada i do 4% dok za neke 	metale raste do 80%. </a:t>
            </a:r>
          </a:p>
        </p:txBody>
      </p:sp>
      <p:sp>
        <p:nvSpPr>
          <p:cNvPr id="41009" name="Rectangle 47">
            <a:extLst>
              <a:ext uri="{FF2B5EF4-FFF2-40B4-BE49-F238E27FC236}">
                <a16:creationId xmlns:a16="http://schemas.microsoft.com/office/drawing/2014/main" id="{9A311205-E52D-4888-95E1-0F9B9EAC7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3250" y="2357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FA9D5FC9-CCDA-4896-8318-31CD3391C9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Phong-ov model</a:t>
            </a:r>
            <a:r>
              <a:rPr lang="en-GB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(jednostavni model)</a:t>
            </a:r>
            <a:endParaRPr lang="en-GB" altLang="sr-Latn-RS" sz="28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987" name="Date Placeholder 2">
            <a:extLst>
              <a:ext uri="{FF2B5EF4-FFF2-40B4-BE49-F238E27FC236}">
                <a16:creationId xmlns:a16="http://schemas.microsoft.com/office/drawing/2014/main" id="{1FDEA39F-28C5-4E65-8FBA-51D1CB5EF81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fld id="{073CE967-BAFB-4D16-986D-6B93E0B7A6CB}" type="datetime1">
              <a:rPr lang="sr-Latn-RS" altLang="sr-Latn-RS" sz="1400" smtClean="0">
                <a:latin typeface="Arial" panose="020B0604020202020204" pitchFamily="34" charset="0"/>
                <a:cs typeface="Arial" panose="020B0604020202020204" pitchFamily="34" charset="0"/>
              </a:rPr>
              <a:t>31.10.2025.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50" name="Slide Number Placeholder 4">
            <a:extLst>
              <a:ext uri="{FF2B5EF4-FFF2-40B4-BE49-F238E27FC236}">
                <a16:creationId xmlns:a16="http://schemas.microsoft.com/office/drawing/2014/main" id="{870E07F9-BB1E-4D49-9C77-D00D86569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fld id="{71FB9EC4-D1D4-4D4B-A98B-BCCCAF977696}" type="slidenum">
              <a:rPr lang="en-GB" altLang="sr-Latn-RS" sz="1400"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t>37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989" name="Rectangle 3">
            <a:extLst>
              <a:ext uri="{FF2B5EF4-FFF2-40B4-BE49-F238E27FC236}">
                <a16:creationId xmlns:a16="http://schemas.microsoft.com/office/drawing/2014/main" id="{3C868CB0-917C-4079-A118-5A1CB3A1EE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1850" y="26812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990" name="Rectangle 4">
            <a:extLst>
              <a:ext uri="{FF2B5EF4-FFF2-40B4-BE49-F238E27FC236}">
                <a16:creationId xmlns:a16="http://schemas.microsoft.com/office/drawing/2014/main" id="{EC4A4B2D-2874-44A5-890C-5477BA6BD4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6574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991" name="Rectangle 5">
            <a:extLst>
              <a:ext uri="{FF2B5EF4-FFF2-40B4-BE49-F238E27FC236}">
                <a16:creationId xmlns:a16="http://schemas.microsoft.com/office/drawing/2014/main" id="{C953A4C1-3CAE-426E-91DE-A1AAFEBC10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3688" y="2519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992" name="Rectangle 6">
            <a:extLst>
              <a:ext uri="{FF2B5EF4-FFF2-40B4-BE49-F238E27FC236}">
                <a16:creationId xmlns:a16="http://schemas.microsoft.com/office/drawing/2014/main" id="{A1958B4B-4EDF-4C97-B51B-566B9F31D2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9900" y="2252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993" name="Rectangle 7">
            <a:extLst>
              <a:ext uri="{FF2B5EF4-FFF2-40B4-BE49-F238E27FC236}">
                <a16:creationId xmlns:a16="http://schemas.microsoft.com/office/drawing/2014/main" id="{E618CFD9-069D-40E3-8C25-3F1D9BE46F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6538" y="13716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994" name="Rectangle 8">
            <a:extLst>
              <a:ext uri="{FF2B5EF4-FFF2-40B4-BE49-F238E27FC236}">
                <a16:creationId xmlns:a16="http://schemas.microsoft.com/office/drawing/2014/main" id="{42EC4079-DD08-402F-BD1B-6B62960C8F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6650" y="32194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995" name="Rectangle 9">
            <a:extLst>
              <a:ext uri="{FF2B5EF4-FFF2-40B4-BE49-F238E27FC236}">
                <a16:creationId xmlns:a16="http://schemas.microsoft.com/office/drawing/2014/main" id="{E85FD7E7-CB96-43FA-8F65-AEE49FE429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2213" y="2466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996" name="Rectangle 10">
            <a:extLst>
              <a:ext uri="{FF2B5EF4-FFF2-40B4-BE49-F238E27FC236}">
                <a16:creationId xmlns:a16="http://schemas.microsoft.com/office/drawing/2014/main" id="{6CDB83F7-5AA2-4CDD-B916-26F1EB73AC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42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997" name="Rectangle 11">
            <a:extLst>
              <a:ext uri="{FF2B5EF4-FFF2-40B4-BE49-F238E27FC236}">
                <a16:creationId xmlns:a16="http://schemas.microsoft.com/office/drawing/2014/main" id="{E4E2467E-BE5D-4727-BBF2-F89FE8598E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1888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998" name="Rectangle 12">
            <a:extLst>
              <a:ext uri="{FF2B5EF4-FFF2-40B4-BE49-F238E27FC236}">
                <a16:creationId xmlns:a16="http://schemas.microsoft.com/office/drawing/2014/main" id="{4928AE37-CA45-44BF-996A-0DAD6F569C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999" name="Rectangle 13">
            <a:extLst>
              <a:ext uri="{FF2B5EF4-FFF2-40B4-BE49-F238E27FC236}">
                <a16:creationId xmlns:a16="http://schemas.microsoft.com/office/drawing/2014/main" id="{C5921F80-CF3B-4D71-A784-32441AC75A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2000" name="Rectangle 14">
            <a:extLst>
              <a:ext uri="{FF2B5EF4-FFF2-40B4-BE49-F238E27FC236}">
                <a16:creationId xmlns:a16="http://schemas.microsoft.com/office/drawing/2014/main" id="{CBBBA89B-1931-4FDD-B004-F87520DCC3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7538" y="22288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2001" name="Rectangle 15">
            <a:extLst>
              <a:ext uri="{FF2B5EF4-FFF2-40B4-BE49-F238E27FC236}">
                <a16:creationId xmlns:a16="http://schemas.microsoft.com/office/drawing/2014/main" id="{D894696D-78AD-4C5A-8CC7-5DE061E3B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2300" y="3281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2002" name="Rectangle 16">
            <a:extLst>
              <a:ext uri="{FF2B5EF4-FFF2-40B4-BE49-F238E27FC236}">
                <a16:creationId xmlns:a16="http://schemas.microsoft.com/office/drawing/2014/main" id="{0C395000-CD1C-4898-A4DA-07CA02780E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3263" y="32861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2003" name="Rectangle 17">
            <a:extLst>
              <a:ext uri="{FF2B5EF4-FFF2-40B4-BE49-F238E27FC236}">
                <a16:creationId xmlns:a16="http://schemas.microsoft.com/office/drawing/2014/main" id="{59036880-240D-4449-9969-4BF5502334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5688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2004" name="Rectangle 18">
            <a:extLst>
              <a:ext uri="{FF2B5EF4-FFF2-40B4-BE49-F238E27FC236}">
                <a16:creationId xmlns:a16="http://schemas.microsoft.com/office/drawing/2014/main" id="{1062C5DD-2022-41EB-86C7-48C88C6018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5288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2005" name="Rectangle 19">
            <a:extLst>
              <a:ext uri="{FF2B5EF4-FFF2-40B4-BE49-F238E27FC236}">
                <a16:creationId xmlns:a16="http://schemas.microsoft.com/office/drawing/2014/main" id="{88CFFA92-7102-4C94-ABFF-D9516CEFCC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5638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2006" name="Rectangle 20">
            <a:extLst>
              <a:ext uri="{FF2B5EF4-FFF2-40B4-BE49-F238E27FC236}">
                <a16:creationId xmlns:a16="http://schemas.microsoft.com/office/drawing/2014/main" id="{3CF0F997-AEF7-4728-B4C6-EE2D64C2C8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7550" y="2862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2007" name="Rectangle 21">
            <a:extLst>
              <a:ext uri="{FF2B5EF4-FFF2-40B4-BE49-F238E27FC236}">
                <a16:creationId xmlns:a16="http://schemas.microsoft.com/office/drawing/2014/main" id="{E8BEDF9B-B1A4-4BDB-93AA-6C0648B394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2008" name="Rectangle 22">
            <a:extLst>
              <a:ext uri="{FF2B5EF4-FFF2-40B4-BE49-F238E27FC236}">
                <a16:creationId xmlns:a16="http://schemas.microsoft.com/office/drawing/2014/main" id="{467F30A4-93A0-4577-B9DE-77F6974C97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2009" name="Rectangle 23">
            <a:extLst>
              <a:ext uri="{FF2B5EF4-FFF2-40B4-BE49-F238E27FC236}">
                <a16:creationId xmlns:a16="http://schemas.microsoft.com/office/drawing/2014/main" id="{398F08E4-1E9C-40A8-A19C-646E2AC761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2010" name="Rectangle 24">
            <a:extLst>
              <a:ext uri="{FF2B5EF4-FFF2-40B4-BE49-F238E27FC236}">
                <a16:creationId xmlns:a16="http://schemas.microsoft.com/office/drawing/2014/main" id="{094432AE-50A3-462C-95F2-D3552C4A65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4675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2011" name="Rectangle 25">
            <a:extLst>
              <a:ext uri="{FF2B5EF4-FFF2-40B4-BE49-F238E27FC236}">
                <a16:creationId xmlns:a16="http://schemas.microsoft.com/office/drawing/2014/main" id="{379E8821-4721-4723-9A68-3519B9F88C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670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2012" name="Rectangle 26">
            <a:extLst>
              <a:ext uri="{FF2B5EF4-FFF2-40B4-BE49-F238E27FC236}">
                <a16:creationId xmlns:a16="http://schemas.microsoft.com/office/drawing/2014/main" id="{370ECD1D-D325-44BF-BFC3-D2FAF61ADE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6163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2013" name="Rectangle 27">
            <a:extLst>
              <a:ext uri="{FF2B5EF4-FFF2-40B4-BE49-F238E27FC236}">
                <a16:creationId xmlns:a16="http://schemas.microsoft.com/office/drawing/2014/main" id="{BB81DDD9-A762-45D6-8B1D-2FDEF38953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2775" y="2357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2014" name="Rectangle 28">
            <a:extLst>
              <a:ext uri="{FF2B5EF4-FFF2-40B4-BE49-F238E27FC236}">
                <a16:creationId xmlns:a16="http://schemas.microsoft.com/office/drawing/2014/main" id="{8743B827-2414-4A03-85C6-12441CF167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7063" y="22574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2015" name="Rectangle 29">
            <a:extLst>
              <a:ext uri="{FF2B5EF4-FFF2-40B4-BE49-F238E27FC236}">
                <a16:creationId xmlns:a16="http://schemas.microsoft.com/office/drawing/2014/main" id="{6BF35BFF-A948-44CC-AFCE-0AA89776D2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7588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2016" name="Rectangle 30">
            <a:extLst>
              <a:ext uri="{FF2B5EF4-FFF2-40B4-BE49-F238E27FC236}">
                <a16:creationId xmlns:a16="http://schemas.microsoft.com/office/drawing/2014/main" id="{717EA2E6-F144-4570-B8C0-12A495F2CC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6588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2017" name="Rectangle 31">
            <a:extLst>
              <a:ext uri="{FF2B5EF4-FFF2-40B4-BE49-F238E27FC236}">
                <a16:creationId xmlns:a16="http://schemas.microsoft.com/office/drawing/2014/main" id="{1024C970-30B9-44E3-990A-36F5D6BD0B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1238" y="22002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2018" name="Rectangle 32">
            <a:extLst>
              <a:ext uri="{FF2B5EF4-FFF2-40B4-BE49-F238E27FC236}">
                <a16:creationId xmlns:a16="http://schemas.microsoft.com/office/drawing/2014/main" id="{65783CB1-16CE-43BB-B0EA-D1D983468B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2363" y="2738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2019" name="Rectangle 33">
            <a:extLst>
              <a:ext uri="{FF2B5EF4-FFF2-40B4-BE49-F238E27FC236}">
                <a16:creationId xmlns:a16="http://schemas.microsoft.com/office/drawing/2014/main" id="{8B8E78B4-B427-4A91-8E3D-1C8EE2D095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27146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2020" name="Rectangle 34">
            <a:extLst>
              <a:ext uri="{FF2B5EF4-FFF2-40B4-BE49-F238E27FC236}">
                <a16:creationId xmlns:a16="http://schemas.microsoft.com/office/drawing/2014/main" id="{D947DAF3-BB26-420B-BDB9-D3733AE613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27098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2021" name="Rectangle 35">
            <a:extLst>
              <a:ext uri="{FF2B5EF4-FFF2-40B4-BE49-F238E27FC236}">
                <a16:creationId xmlns:a16="http://schemas.microsoft.com/office/drawing/2014/main" id="{84971172-53C8-41F7-B07F-76FFEB20DC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7038" y="22240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2022" name="Rectangle 36">
            <a:extLst>
              <a:ext uri="{FF2B5EF4-FFF2-40B4-BE49-F238E27FC236}">
                <a16:creationId xmlns:a16="http://schemas.microsoft.com/office/drawing/2014/main" id="{758B7CAB-8D29-4D21-8D56-912647FC8B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2638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2023" name="Rectangle 37">
            <a:extLst>
              <a:ext uri="{FF2B5EF4-FFF2-40B4-BE49-F238E27FC236}">
                <a16:creationId xmlns:a16="http://schemas.microsoft.com/office/drawing/2014/main" id="{BAAF4D84-59E2-49A1-A983-F9FC6666D5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2913" y="3228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2024" name="Rectangle 38">
            <a:extLst>
              <a:ext uri="{FF2B5EF4-FFF2-40B4-BE49-F238E27FC236}">
                <a16:creationId xmlns:a16="http://schemas.microsoft.com/office/drawing/2014/main" id="{14D53E9F-45D0-41E0-942E-AF7ABED0FF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6675" y="31432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2025" name="Rectangle 39">
            <a:extLst>
              <a:ext uri="{FF2B5EF4-FFF2-40B4-BE49-F238E27FC236}">
                <a16:creationId xmlns:a16="http://schemas.microsoft.com/office/drawing/2014/main" id="{B266E4E0-BA1E-47BD-BCE4-9EC55843BE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2026" name="Rectangle 40">
            <a:extLst>
              <a:ext uri="{FF2B5EF4-FFF2-40B4-BE49-F238E27FC236}">
                <a16:creationId xmlns:a16="http://schemas.microsoft.com/office/drawing/2014/main" id="{C0521C06-BD48-4E67-9366-70EC10F4AA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6075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2027" name="Rectangle 41">
            <a:extLst>
              <a:ext uri="{FF2B5EF4-FFF2-40B4-BE49-F238E27FC236}">
                <a16:creationId xmlns:a16="http://schemas.microsoft.com/office/drawing/2014/main" id="{BB371B76-8883-4435-9BC7-A5B8D5E9B0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0838" y="32099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2028" name="Rectangle 42">
            <a:extLst>
              <a:ext uri="{FF2B5EF4-FFF2-40B4-BE49-F238E27FC236}">
                <a16:creationId xmlns:a16="http://schemas.microsoft.com/office/drawing/2014/main" id="{F3D9A24E-E2C6-41CE-A62C-7EBB68E97B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24003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2029" name="Rectangle 43">
            <a:extLst>
              <a:ext uri="{FF2B5EF4-FFF2-40B4-BE49-F238E27FC236}">
                <a16:creationId xmlns:a16="http://schemas.microsoft.com/office/drawing/2014/main" id="{9D99F172-F09C-4841-83EB-5F9D648B4B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5638" y="24003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2030" name="Rectangle 44">
            <a:extLst>
              <a:ext uri="{FF2B5EF4-FFF2-40B4-BE49-F238E27FC236}">
                <a16:creationId xmlns:a16="http://schemas.microsoft.com/office/drawing/2014/main" id="{8FD0D89B-0952-414A-A767-7E7CA88E53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3175" y="32099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2031" name="Rectangle 45">
            <a:extLst>
              <a:ext uri="{FF2B5EF4-FFF2-40B4-BE49-F238E27FC236}">
                <a16:creationId xmlns:a16="http://schemas.microsoft.com/office/drawing/2014/main" id="{FD0D6AD2-625C-4771-9761-F809D2A684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8938" y="23479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2032" name="Text Box 46">
            <a:extLst>
              <a:ext uri="{FF2B5EF4-FFF2-40B4-BE49-F238E27FC236}">
                <a16:creationId xmlns:a16="http://schemas.microsoft.com/office/drawing/2014/main" id="{75F2B92F-CB36-4C0A-9608-69EB2F917E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752600"/>
            <a:ext cx="82296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Kombiniranjem rezultata zrcalne refleksije i izraza za ambijentno i difuzno svjetlo dobije se tzv. </a:t>
            </a:r>
            <a:r>
              <a:rPr lang="hr-HR" altLang="sr-Latn-RS" sz="2000" i="1">
                <a:latin typeface="Arial" panose="020B0604020202020204" pitchFamily="34" charset="0"/>
                <a:cs typeface="Arial" panose="020B0604020202020204" pitchFamily="34" charset="0"/>
              </a:rPr>
              <a:t>Phong-ov model osvjetljenja</a:t>
            </a: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42033" name="Rectangle 47">
            <a:extLst>
              <a:ext uri="{FF2B5EF4-FFF2-40B4-BE49-F238E27FC236}">
                <a16:creationId xmlns:a16="http://schemas.microsoft.com/office/drawing/2014/main" id="{B8E05DAA-3294-4E56-8256-73CC8BFDE3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3250" y="2357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2034" name="Rectangle 49">
            <a:extLst>
              <a:ext uri="{FF2B5EF4-FFF2-40B4-BE49-F238E27FC236}">
                <a16:creationId xmlns:a16="http://schemas.microsoft.com/office/drawing/2014/main" id="{DBB42524-C237-4EEC-B341-46DE3E8EEF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2250" y="32242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42035" name="Object 2">
            <a:extLst>
              <a:ext uri="{FF2B5EF4-FFF2-40B4-BE49-F238E27FC236}">
                <a16:creationId xmlns:a16="http://schemas.microsoft.com/office/drawing/2014/main" id="{54A584D4-8FEA-45B2-8C0B-4D4613A29F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76325" y="2809875"/>
          <a:ext cx="7315200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3149600" imgH="368300" progId="Equation.3">
                  <p:embed/>
                </p:oleObj>
              </mc:Choice>
              <mc:Fallback>
                <p:oleObj r:id="rId3" imgW="3149600" imgH="368300" progId="Equation.3">
                  <p:embed/>
                  <p:pic>
                    <p:nvPicPr>
                      <p:cNvPr id="42035" name="Object 2">
                        <a:extLst>
                          <a:ext uri="{FF2B5EF4-FFF2-40B4-BE49-F238E27FC236}">
                            <a16:creationId xmlns:a16="http://schemas.microsoft.com/office/drawing/2014/main" id="{54A584D4-8FEA-45B2-8C0B-4D4613A29F6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6325" y="2809875"/>
                        <a:ext cx="7315200" cy="8286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036" name="Text Box 50">
            <a:extLst>
              <a:ext uri="{FF2B5EF4-FFF2-40B4-BE49-F238E27FC236}">
                <a16:creationId xmlns:a16="http://schemas.microsoft.com/office/drawing/2014/main" id="{3F6427ED-2536-4DC9-A743-FD54A48A81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4191000"/>
            <a:ext cx="83820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Jednostavni model osvjetljenja koji zanemaruje promjenu valne duljine može se izraziti sljedećom jednadžbom:</a:t>
            </a:r>
          </a:p>
        </p:txBody>
      </p:sp>
      <p:sp>
        <p:nvSpPr>
          <p:cNvPr id="42037" name="Rectangle 52">
            <a:extLst>
              <a:ext uri="{FF2B5EF4-FFF2-40B4-BE49-F238E27FC236}">
                <a16:creationId xmlns:a16="http://schemas.microsoft.com/office/drawing/2014/main" id="{429A22EF-A929-47EA-BE0C-66DF9C38D4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7075" y="32242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42038" name="Object 3">
            <a:extLst>
              <a:ext uri="{FF2B5EF4-FFF2-40B4-BE49-F238E27FC236}">
                <a16:creationId xmlns:a16="http://schemas.microsoft.com/office/drawing/2014/main" id="{FF587AB1-C02E-46CE-BED2-6B480BF96D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9800" y="5105400"/>
          <a:ext cx="4953000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2273300" imgH="368300" progId="Equation.3">
                  <p:embed/>
                </p:oleObj>
              </mc:Choice>
              <mc:Fallback>
                <p:oleObj r:id="rId5" imgW="2273300" imgH="368300" progId="Equation.3">
                  <p:embed/>
                  <p:pic>
                    <p:nvPicPr>
                      <p:cNvPr id="42038" name="Object 3">
                        <a:extLst>
                          <a:ext uri="{FF2B5EF4-FFF2-40B4-BE49-F238E27FC236}">
                            <a16:creationId xmlns:a16="http://schemas.microsoft.com/office/drawing/2014/main" id="{FF587AB1-C02E-46CE-BED2-6B480BF96D4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5105400"/>
                        <a:ext cx="4953000" cy="7778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C2732CB4-3052-47C5-B91A-CAD6C73A1F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Phong-ov model</a:t>
            </a:r>
            <a:r>
              <a:rPr lang="en-GB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(jednostavni model)</a:t>
            </a:r>
            <a:endParaRPr lang="en-GB" altLang="sr-Latn-RS" sz="28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011" name="Date Placeholder 2">
            <a:extLst>
              <a:ext uri="{FF2B5EF4-FFF2-40B4-BE49-F238E27FC236}">
                <a16:creationId xmlns:a16="http://schemas.microsoft.com/office/drawing/2014/main" id="{F95C1B22-879F-42FA-9EAF-86DEB2D919A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SzTx/>
              <a:buFontTx/>
              <a:buNone/>
            </a:pPr>
            <a:fld id="{8CD46BF1-F73E-4D6A-BE29-032A9AD25ADF}" type="datetime1">
              <a:rPr lang="sr-Latn-RS" altLang="sr-Latn-RS" sz="1400" smtClean="0">
                <a:latin typeface="Arial" panose="020B0604020202020204" pitchFamily="34" charset="0"/>
                <a:cs typeface="Arial" panose="020B0604020202020204" pitchFamily="34" charset="0"/>
              </a:rPr>
              <a:t>31.10.2025.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73" name="Slide Number Placeholder 4">
            <a:extLst>
              <a:ext uri="{FF2B5EF4-FFF2-40B4-BE49-F238E27FC236}">
                <a16:creationId xmlns:a16="http://schemas.microsoft.com/office/drawing/2014/main" id="{0E7E1252-CF0D-4166-80E5-F1E60B004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fld id="{F5879718-D2D0-4950-8329-8520568BE08C}" type="slidenum">
              <a:rPr lang="en-GB" altLang="sr-Latn-RS" sz="1400">
                <a:latin typeface="Arial" panose="020B0604020202020204" pitchFamily="34" charset="0"/>
                <a:cs typeface="Arial" panose="020B0604020202020204" pitchFamily="34" charset="0"/>
              </a:rPr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t>38</a:t>
            </a:fld>
            <a:endParaRPr lang="en-GB" altLang="sr-Latn-R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013" name="Rectangle 3">
            <a:extLst>
              <a:ext uri="{FF2B5EF4-FFF2-40B4-BE49-F238E27FC236}">
                <a16:creationId xmlns:a16="http://schemas.microsoft.com/office/drawing/2014/main" id="{B901EED8-779C-4812-A089-30509BFC48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1850" y="26812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014" name="Rectangle 4">
            <a:extLst>
              <a:ext uri="{FF2B5EF4-FFF2-40B4-BE49-F238E27FC236}">
                <a16:creationId xmlns:a16="http://schemas.microsoft.com/office/drawing/2014/main" id="{0B01E676-A328-444A-9C97-04DC6590BC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6574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015" name="Rectangle 5">
            <a:extLst>
              <a:ext uri="{FF2B5EF4-FFF2-40B4-BE49-F238E27FC236}">
                <a16:creationId xmlns:a16="http://schemas.microsoft.com/office/drawing/2014/main" id="{142441CC-F356-4BC9-932F-0DD158E505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3688" y="2519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016" name="Rectangle 6">
            <a:extLst>
              <a:ext uri="{FF2B5EF4-FFF2-40B4-BE49-F238E27FC236}">
                <a16:creationId xmlns:a16="http://schemas.microsoft.com/office/drawing/2014/main" id="{8197F570-55F1-4B32-BC07-1B6EEBA2A9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9900" y="22526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017" name="Rectangle 7">
            <a:extLst>
              <a:ext uri="{FF2B5EF4-FFF2-40B4-BE49-F238E27FC236}">
                <a16:creationId xmlns:a16="http://schemas.microsoft.com/office/drawing/2014/main" id="{D9F1BA06-27B8-4BDF-A09F-9CD6C11993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6538" y="13716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018" name="Rectangle 8">
            <a:extLst>
              <a:ext uri="{FF2B5EF4-FFF2-40B4-BE49-F238E27FC236}">
                <a16:creationId xmlns:a16="http://schemas.microsoft.com/office/drawing/2014/main" id="{7C26B92F-7B9C-4A96-B09A-274386FF5B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6650" y="32194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019" name="Rectangle 9">
            <a:extLst>
              <a:ext uri="{FF2B5EF4-FFF2-40B4-BE49-F238E27FC236}">
                <a16:creationId xmlns:a16="http://schemas.microsoft.com/office/drawing/2014/main" id="{D496B75B-C6F7-4EEE-A9B6-A7F3E4C118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2213" y="2466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020" name="Rectangle 10">
            <a:extLst>
              <a:ext uri="{FF2B5EF4-FFF2-40B4-BE49-F238E27FC236}">
                <a16:creationId xmlns:a16="http://schemas.microsoft.com/office/drawing/2014/main" id="{C5E55004-E4B3-4787-B5DF-76C9C9171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42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021" name="Rectangle 11">
            <a:extLst>
              <a:ext uri="{FF2B5EF4-FFF2-40B4-BE49-F238E27FC236}">
                <a16:creationId xmlns:a16="http://schemas.microsoft.com/office/drawing/2014/main" id="{2BCF5B34-80E1-4866-9880-A1A6C522E9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1888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022" name="Rectangle 12">
            <a:extLst>
              <a:ext uri="{FF2B5EF4-FFF2-40B4-BE49-F238E27FC236}">
                <a16:creationId xmlns:a16="http://schemas.microsoft.com/office/drawing/2014/main" id="{01705F06-E720-451C-AC2F-316F80BF97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66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023" name="Rectangle 13">
            <a:extLst>
              <a:ext uri="{FF2B5EF4-FFF2-40B4-BE49-F238E27FC236}">
                <a16:creationId xmlns:a16="http://schemas.microsoft.com/office/drawing/2014/main" id="{7202BF54-B388-44D8-9699-FC39F5270F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6150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024" name="Rectangle 14">
            <a:extLst>
              <a:ext uri="{FF2B5EF4-FFF2-40B4-BE49-F238E27FC236}">
                <a16:creationId xmlns:a16="http://schemas.microsoft.com/office/drawing/2014/main" id="{D94E86C4-B142-4505-A88F-C47944F3F5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7538" y="22288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025" name="Rectangle 15">
            <a:extLst>
              <a:ext uri="{FF2B5EF4-FFF2-40B4-BE49-F238E27FC236}">
                <a16:creationId xmlns:a16="http://schemas.microsoft.com/office/drawing/2014/main" id="{5C84648A-E07A-42EC-941E-91B1921634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2300" y="32813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026" name="Rectangle 16">
            <a:extLst>
              <a:ext uri="{FF2B5EF4-FFF2-40B4-BE49-F238E27FC236}">
                <a16:creationId xmlns:a16="http://schemas.microsoft.com/office/drawing/2014/main" id="{9CA540BD-20FA-4D8C-A79D-6F7328653C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3263" y="32861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027" name="Rectangle 17">
            <a:extLst>
              <a:ext uri="{FF2B5EF4-FFF2-40B4-BE49-F238E27FC236}">
                <a16:creationId xmlns:a16="http://schemas.microsoft.com/office/drawing/2014/main" id="{8CE32C69-6C7C-459D-86C7-83ADBE8DA8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5688" y="32146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028" name="Rectangle 18">
            <a:extLst>
              <a:ext uri="{FF2B5EF4-FFF2-40B4-BE49-F238E27FC236}">
                <a16:creationId xmlns:a16="http://schemas.microsoft.com/office/drawing/2014/main" id="{F9FADC5A-B780-447C-AF8F-FE8217D0ED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5288" y="33194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029" name="Rectangle 19">
            <a:extLst>
              <a:ext uri="{FF2B5EF4-FFF2-40B4-BE49-F238E27FC236}">
                <a16:creationId xmlns:a16="http://schemas.microsoft.com/office/drawing/2014/main" id="{7BFDA54F-1B30-4561-8B67-54B61A01E5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5638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030" name="Rectangle 20">
            <a:extLst>
              <a:ext uri="{FF2B5EF4-FFF2-40B4-BE49-F238E27FC236}">
                <a16:creationId xmlns:a16="http://schemas.microsoft.com/office/drawing/2014/main" id="{9E736F57-AFD8-4A37-8A77-454C8764E9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7550" y="28622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031" name="Rectangle 21">
            <a:extLst>
              <a:ext uri="{FF2B5EF4-FFF2-40B4-BE49-F238E27FC236}">
                <a16:creationId xmlns:a16="http://schemas.microsoft.com/office/drawing/2014/main" id="{4FFD7743-DF6D-45E6-858C-AF26B0CF53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032" name="Rectangle 22">
            <a:extLst>
              <a:ext uri="{FF2B5EF4-FFF2-40B4-BE49-F238E27FC236}">
                <a16:creationId xmlns:a16="http://schemas.microsoft.com/office/drawing/2014/main" id="{3E88AE4D-35AE-4355-BCE7-EB9D9E67E7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033" name="Rectangle 23">
            <a:extLst>
              <a:ext uri="{FF2B5EF4-FFF2-40B4-BE49-F238E27FC236}">
                <a16:creationId xmlns:a16="http://schemas.microsoft.com/office/drawing/2014/main" id="{B5760628-FB59-40B1-95DF-0AFFD367ED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9525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034" name="Rectangle 24">
            <a:extLst>
              <a:ext uri="{FF2B5EF4-FFF2-40B4-BE49-F238E27FC236}">
                <a16:creationId xmlns:a16="http://schemas.microsoft.com/office/drawing/2014/main" id="{B24A37AC-6B5F-4DD3-B67B-4EC584C614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4675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035" name="Rectangle 25">
            <a:extLst>
              <a:ext uri="{FF2B5EF4-FFF2-40B4-BE49-F238E27FC236}">
                <a16:creationId xmlns:a16="http://schemas.microsoft.com/office/drawing/2014/main" id="{D7594FF7-4ECB-4FEE-BF7F-3E4589E634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6700" y="3128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036" name="Rectangle 26">
            <a:extLst>
              <a:ext uri="{FF2B5EF4-FFF2-40B4-BE49-F238E27FC236}">
                <a16:creationId xmlns:a16="http://schemas.microsoft.com/office/drawing/2014/main" id="{358E03AC-207C-428F-936B-A6635606F8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6163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037" name="Rectangle 27">
            <a:extLst>
              <a:ext uri="{FF2B5EF4-FFF2-40B4-BE49-F238E27FC236}">
                <a16:creationId xmlns:a16="http://schemas.microsoft.com/office/drawing/2014/main" id="{0115539B-97A5-4282-9093-FB5357B93D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2775" y="2357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038" name="Rectangle 28">
            <a:extLst>
              <a:ext uri="{FF2B5EF4-FFF2-40B4-BE49-F238E27FC236}">
                <a16:creationId xmlns:a16="http://schemas.microsoft.com/office/drawing/2014/main" id="{0AAA07F2-D2F7-4EA2-A8A2-7D787BA90E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7063" y="22574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039" name="Rectangle 29">
            <a:extLst>
              <a:ext uri="{FF2B5EF4-FFF2-40B4-BE49-F238E27FC236}">
                <a16:creationId xmlns:a16="http://schemas.microsoft.com/office/drawing/2014/main" id="{F727026A-9E2E-40DD-A15D-FC3618F1AA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7588" y="29956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040" name="Rectangle 30">
            <a:extLst>
              <a:ext uri="{FF2B5EF4-FFF2-40B4-BE49-F238E27FC236}">
                <a16:creationId xmlns:a16="http://schemas.microsoft.com/office/drawing/2014/main" id="{6A3E331F-5FFD-49D7-9488-735AF1B010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6588" y="22383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041" name="Rectangle 31">
            <a:extLst>
              <a:ext uri="{FF2B5EF4-FFF2-40B4-BE49-F238E27FC236}">
                <a16:creationId xmlns:a16="http://schemas.microsoft.com/office/drawing/2014/main" id="{E82D0998-8494-4E8F-B895-B2A4F31BDB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1238" y="22002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042" name="Rectangle 32">
            <a:extLst>
              <a:ext uri="{FF2B5EF4-FFF2-40B4-BE49-F238E27FC236}">
                <a16:creationId xmlns:a16="http://schemas.microsoft.com/office/drawing/2014/main" id="{7290E857-8728-471E-B1D4-E30F173B2E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2363" y="2738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043" name="Rectangle 33">
            <a:extLst>
              <a:ext uri="{FF2B5EF4-FFF2-40B4-BE49-F238E27FC236}">
                <a16:creationId xmlns:a16="http://schemas.microsoft.com/office/drawing/2014/main" id="{F448ACAB-46FD-4840-951B-1D1EA16EF6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27146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044" name="Rectangle 34">
            <a:extLst>
              <a:ext uri="{FF2B5EF4-FFF2-40B4-BE49-F238E27FC236}">
                <a16:creationId xmlns:a16="http://schemas.microsoft.com/office/drawing/2014/main" id="{E633465F-92C3-4E12-BD5E-A6677531A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9500" y="27098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045" name="Rectangle 35">
            <a:extLst>
              <a:ext uri="{FF2B5EF4-FFF2-40B4-BE49-F238E27FC236}">
                <a16:creationId xmlns:a16="http://schemas.microsoft.com/office/drawing/2014/main" id="{1DAF4E04-5008-4BE8-B5CE-5FA8C4AA5B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7038" y="22240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046" name="Rectangle 36">
            <a:extLst>
              <a:ext uri="{FF2B5EF4-FFF2-40B4-BE49-F238E27FC236}">
                <a16:creationId xmlns:a16="http://schemas.microsoft.com/office/drawing/2014/main" id="{4170DAEF-CAD3-4A48-9BEA-AD7DC00142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2638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047" name="Rectangle 37">
            <a:extLst>
              <a:ext uri="{FF2B5EF4-FFF2-40B4-BE49-F238E27FC236}">
                <a16:creationId xmlns:a16="http://schemas.microsoft.com/office/drawing/2014/main" id="{AA4D720C-D011-499C-B3B8-B8BAED7641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2913" y="32289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048" name="Rectangle 38">
            <a:extLst>
              <a:ext uri="{FF2B5EF4-FFF2-40B4-BE49-F238E27FC236}">
                <a16:creationId xmlns:a16="http://schemas.microsoft.com/office/drawing/2014/main" id="{D664F2F6-178F-4A3C-B596-31208C9822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6675" y="31432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049" name="Rectangle 39">
            <a:extLst>
              <a:ext uri="{FF2B5EF4-FFF2-40B4-BE49-F238E27FC236}">
                <a16:creationId xmlns:a16="http://schemas.microsoft.com/office/drawing/2014/main" id="{85D07F93-13AF-47CC-9104-DBF6294E30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32004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050" name="Rectangle 40">
            <a:extLst>
              <a:ext uri="{FF2B5EF4-FFF2-40B4-BE49-F238E27FC236}">
                <a16:creationId xmlns:a16="http://schemas.microsoft.com/office/drawing/2014/main" id="{8C1033FC-BE51-49CC-9188-7EF161BE73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6075" y="22145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051" name="Rectangle 41">
            <a:extLst>
              <a:ext uri="{FF2B5EF4-FFF2-40B4-BE49-F238E27FC236}">
                <a16:creationId xmlns:a16="http://schemas.microsoft.com/office/drawing/2014/main" id="{81F06131-2CF1-4FFC-8CEE-6F45E505FB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0838" y="32099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052" name="Rectangle 42">
            <a:extLst>
              <a:ext uri="{FF2B5EF4-FFF2-40B4-BE49-F238E27FC236}">
                <a16:creationId xmlns:a16="http://schemas.microsoft.com/office/drawing/2014/main" id="{CE000372-7740-4E71-8F66-D7CB5FD027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24003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053" name="Rectangle 43">
            <a:extLst>
              <a:ext uri="{FF2B5EF4-FFF2-40B4-BE49-F238E27FC236}">
                <a16:creationId xmlns:a16="http://schemas.microsoft.com/office/drawing/2014/main" id="{7B565062-56D4-41EC-8E9B-408F9412CC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5638" y="24003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054" name="Rectangle 44">
            <a:extLst>
              <a:ext uri="{FF2B5EF4-FFF2-40B4-BE49-F238E27FC236}">
                <a16:creationId xmlns:a16="http://schemas.microsoft.com/office/drawing/2014/main" id="{3E5C8E7A-CA6C-4B52-84F2-116C9318F1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3175" y="32099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055" name="Rectangle 45">
            <a:extLst>
              <a:ext uri="{FF2B5EF4-FFF2-40B4-BE49-F238E27FC236}">
                <a16:creationId xmlns:a16="http://schemas.microsoft.com/office/drawing/2014/main" id="{EA6F58C4-6231-415B-ABA1-B600C34F7D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8938" y="23479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056" name="Text Box 46">
            <a:extLst>
              <a:ext uri="{FF2B5EF4-FFF2-40B4-BE49-F238E27FC236}">
                <a16:creationId xmlns:a16="http://schemas.microsoft.com/office/drawing/2014/main" id="{6F5E0CE3-7969-41E0-BB51-648AD36AC5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752600"/>
            <a:ext cx="82296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Char char="•"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 	U slučaju više izvora svjetlosti, efekti se linearno zbrajaju. 	Tada jednostavni model osvjetljenja postaje</a:t>
            </a:r>
            <a:r>
              <a:rPr lang="en-GB" altLang="sr-Latn-R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hr-HR" altLang="sr-Latn-R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057" name="Rectangle 47">
            <a:extLst>
              <a:ext uri="{FF2B5EF4-FFF2-40B4-BE49-F238E27FC236}">
                <a16:creationId xmlns:a16="http://schemas.microsoft.com/office/drawing/2014/main" id="{1927378B-A3A7-456C-BA44-8B5A1AB151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3250" y="235743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058" name="Rectangle 48">
            <a:extLst>
              <a:ext uri="{FF2B5EF4-FFF2-40B4-BE49-F238E27FC236}">
                <a16:creationId xmlns:a16="http://schemas.microsoft.com/office/drawing/2014/main" id="{B3EC3DCF-E7B7-486F-BBAC-B6CA335E0E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2250" y="32242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059" name="Rectangle 49">
            <a:extLst>
              <a:ext uri="{FF2B5EF4-FFF2-40B4-BE49-F238E27FC236}">
                <a16:creationId xmlns:a16="http://schemas.microsoft.com/office/drawing/2014/main" id="{6EC5F1BC-8843-4D4A-8B2F-E1B031EDA5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7075" y="32242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060" name="Rectangle 51">
            <a:extLst>
              <a:ext uri="{FF2B5EF4-FFF2-40B4-BE49-F238E27FC236}">
                <a16:creationId xmlns:a16="http://schemas.microsoft.com/office/drawing/2014/main" id="{C84D95BB-919F-4573-A7A6-3098DFC724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95625" y="31718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43061" name="Object 2">
            <a:extLst>
              <a:ext uri="{FF2B5EF4-FFF2-40B4-BE49-F238E27FC236}">
                <a16:creationId xmlns:a16="http://schemas.microsoft.com/office/drawing/2014/main" id="{B975E57C-DDD9-42E3-9F31-F9FF07AF56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47800" y="3048000"/>
          <a:ext cx="5743575" cy="1000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565400" imgH="457200" progId="Equation.3">
                  <p:embed/>
                </p:oleObj>
              </mc:Choice>
              <mc:Fallback>
                <p:oleObj r:id="rId3" imgW="2565400" imgH="457200" progId="Equation.3">
                  <p:embed/>
                  <p:pic>
                    <p:nvPicPr>
                      <p:cNvPr id="43061" name="Object 2">
                        <a:extLst>
                          <a:ext uri="{FF2B5EF4-FFF2-40B4-BE49-F238E27FC236}">
                            <a16:creationId xmlns:a16="http://schemas.microsoft.com/office/drawing/2014/main" id="{B975E57C-DDD9-42E3-9F31-F9FF07AF56A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3048000"/>
                        <a:ext cx="5743575" cy="10001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62" name="Text Box 52">
            <a:extLst>
              <a:ext uri="{FF2B5EF4-FFF2-40B4-BE49-F238E27FC236}">
                <a16:creationId xmlns:a16="http://schemas.microsoft.com/office/drawing/2014/main" id="{3901CDDA-D8CD-4097-8182-E53EAC0F44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4419600"/>
            <a:ext cx="6400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 algn="l" eaLnBrk="0" hangingPunct="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 algn="l" eaLnBrk="0" hangingPunct="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 algn="l" eaLnBrk="0" hangingPunct="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 algn="l" eaLnBrk="0" hangingPunct="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gdje je </a:t>
            </a:r>
            <a:r>
              <a:rPr lang="hr-HR" altLang="sr-Latn-RS" sz="2000" i="1"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 broj izvora svjetlosti</a:t>
            </a:r>
            <a:r>
              <a:rPr lang="en-GB" altLang="sr-Latn-R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7A913414-DAF5-42AC-991F-EFCB02FF6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188" y="260350"/>
            <a:ext cx="7770812" cy="990600"/>
          </a:xfrm>
        </p:spPr>
        <p:txBody>
          <a:bodyPr/>
          <a:lstStyle/>
          <a:p>
            <a:pPr eaLnBrk="1" hangingPunct="1"/>
            <a:r>
              <a:rPr lang="hr-HR" altLang="sr-Latn-R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Odrezivanje linija</a:t>
            </a:r>
            <a:endParaRPr lang="en-US" altLang="sr-Latn-RS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723" name="Date Placeholder 3">
            <a:extLst>
              <a:ext uri="{FF2B5EF4-FFF2-40B4-BE49-F238E27FC236}">
                <a16:creationId xmlns:a16="http://schemas.microsoft.com/office/drawing/2014/main" id="{D5AA0D2F-BC18-45C5-B63A-A866739CEF11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fld id="{297A93A8-DC0A-4130-992C-08C6D968CC23}" type="datetime1">
              <a:rPr lang="hr-HR" altLang="sr-Latn-RS" sz="1400" smtClean="0">
                <a:latin typeface="Times New Roman" panose="02020603050405020304" pitchFamily="18" charset="0"/>
              </a:rPr>
              <a:t>31.10.2025.</a:t>
            </a:fld>
            <a:endParaRPr lang="en-GB" altLang="sr-Latn-RS" sz="1400">
              <a:latin typeface="Times New Roman" panose="02020603050405020304" pitchFamily="18" charset="0"/>
            </a:endParaRPr>
          </a:p>
        </p:txBody>
      </p:sp>
      <p:sp>
        <p:nvSpPr>
          <p:cNvPr id="13" name="Rezervirano mjesto broja slajda 12">
            <a:extLst>
              <a:ext uri="{FF2B5EF4-FFF2-40B4-BE49-F238E27FC236}">
                <a16:creationId xmlns:a16="http://schemas.microsoft.com/office/drawing/2014/main" id="{FAC0121F-80C6-F1BF-37DA-CAB055EE3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EB520-78E3-4812-B23B-E76211F014E6}" type="slidenum">
              <a:rPr lang="en-GB" altLang="sr-Latn-RS" smtClean="0"/>
              <a:pPr/>
              <a:t>39</a:t>
            </a:fld>
            <a:endParaRPr lang="en-GB" altLang="sr-Latn-RS"/>
          </a:p>
        </p:txBody>
      </p:sp>
      <p:pic>
        <p:nvPicPr>
          <p:cNvPr id="2" name="Picture 10">
            <a:extLst>
              <a:ext uri="{FF2B5EF4-FFF2-40B4-BE49-F238E27FC236}">
                <a16:creationId xmlns:a16="http://schemas.microsoft.com/office/drawing/2014/main" id="{BB3F2548-D16A-30B1-4F49-6CD0D80406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4652963"/>
            <a:ext cx="8480425" cy="144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11">
            <a:extLst>
              <a:ext uri="{FF2B5EF4-FFF2-40B4-BE49-F238E27FC236}">
                <a16:creationId xmlns:a16="http://schemas.microsoft.com/office/drawing/2014/main" id="{6C14A77E-11E7-4EF9-FC71-CB4C335860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5588" y="5084763"/>
            <a:ext cx="1116012" cy="936625"/>
          </a:xfrm>
          <a:prstGeom prst="rect">
            <a:avLst/>
          </a:prstGeom>
          <a:noFill/>
          <a:ln w="41275" algn="ctr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457200" indent="-45720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latin typeface="Times New Roman" panose="02020603050405020304" pitchFamily="18" charset="0"/>
            </a:endParaRPr>
          </a:p>
        </p:txBody>
      </p:sp>
      <p:pic>
        <p:nvPicPr>
          <p:cNvPr id="4" name="Picture 11">
            <a:extLst>
              <a:ext uri="{FF2B5EF4-FFF2-40B4-BE49-F238E27FC236}">
                <a16:creationId xmlns:a16="http://schemas.microsoft.com/office/drawing/2014/main" id="{AEEAB483-3461-3AB4-88F5-3DCD7BC1A6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7125" y="3397250"/>
            <a:ext cx="1271588" cy="115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">
            <a:extLst>
              <a:ext uri="{FF2B5EF4-FFF2-40B4-BE49-F238E27FC236}">
                <a16:creationId xmlns:a16="http://schemas.microsoft.com/office/drawing/2014/main" id="{52D54157-EDCD-91CB-A9FB-4507E7C1B3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3571876"/>
            <a:ext cx="6048375" cy="984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11">
            <a:extLst>
              <a:ext uri="{FF2B5EF4-FFF2-40B4-BE49-F238E27FC236}">
                <a16:creationId xmlns:a16="http://schemas.microsoft.com/office/drawing/2014/main" id="{F01F366C-E86D-0207-D57E-72BF6B300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568" y="3429000"/>
            <a:ext cx="6335712" cy="936625"/>
          </a:xfrm>
          <a:prstGeom prst="rect">
            <a:avLst/>
          </a:prstGeom>
          <a:noFill/>
          <a:ln w="41275" algn="ctr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457200" indent="-45720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latin typeface="Times New Roman" panose="02020603050405020304" pitchFamily="18" charset="0"/>
            </a:endParaRPr>
          </a:p>
        </p:txBody>
      </p:sp>
      <p:cxnSp>
        <p:nvCxnSpPr>
          <p:cNvPr id="7" name="Ravni poveznik sa strelicom 6">
            <a:extLst>
              <a:ext uri="{FF2B5EF4-FFF2-40B4-BE49-F238E27FC236}">
                <a16:creationId xmlns:a16="http://schemas.microsoft.com/office/drawing/2014/main" id="{3F7B948F-ED81-0F84-AD7A-0BC33A0FD44D}"/>
              </a:ext>
            </a:extLst>
          </p:cNvPr>
          <p:cNvCxnSpPr>
            <a:cxnSpLocks/>
            <a:stCxn id="3" idx="0"/>
          </p:cNvCxnSpPr>
          <p:nvPr/>
        </p:nvCxnSpPr>
        <p:spPr>
          <a:xfrm flipH="1" flipV="1">
            <a:off x="1763713" y="4365625"/>
            <a:ext cx="323850" cy="71913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kstniOkvir 8">
            <a:extLst>
              <a:ext uri="{FF2B5EF4-FFF2-40B4-BE49-F238E27FC236}">
                <a16:creationId xmlns:a16="http://schemas.microsoft.com/office/drawing/2014/main" id="{F3ACE8B2-6886-064B-1A07-8B0C23ADE453}"/>
              </a:ext>
            </a:extLst>
          </p:cNvPr>
          <p:cNvSpPr txBox="1"/>
          <p:nvPr/>
        </p:nvSpPr>
        <p:spPr>
          <a:xfrm>
            <a:off x="585004" y="1297920"/>
            <a:ext cx="815498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/>
            <a:r>
              <a:rPr lang="hr-HR" altLang="sr-Latn-RS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Rasterizacija</a:t>
            </a:r>
            <a:r>
              <a:rPr lang="hr-HR" altLang="sr-Latn-R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dijelova slike koji su izvan vidljive slike je loša ideja</a:t>
            </a:r>
          </a:p>
          <a:p>
            <a:pPr eaLnBrk="1" hangingPunct="1"/>
            <a:endParaRPr lang="en-US" altLang="sr-Latn-R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hr-HR" altLang="sr-Latn-R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Gubljenje vremena na </a:t>
            </a:r>
            <a:r>
              <a:rPr lang="hr-HR" altLang="sr-Latn-RS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rasterizaciju</a:t>
            </a:r>
            <a:r>
              <a:rPr lang="hr-HR" altLang="sr-Latn-R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piksela van prozora</a:t>
            </a:r>
          </a:p>
          <a:p>
            <a:pPr eaLnBrk="1" hangingPunct="1"/>
            <a:endParaRPr lang="hr-HR" altLang="sr-Latn-RS" sz="2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hr-HR" altLang="sr-Latn-R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 grafičkom cjevovodu </a:t>
            </a:r>
            <a:r>
              <a:rPr lang="hr-HR" altLang="sr-Latn-RS" sz="2000" u="sng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nakon</a:t>
            </a:r>
            <a:r>
              <a:rPr lang="hr-HR" altLang="sr-Latn-R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transformacija radi pravilnog smještanja u scenu, proračuna osvjetljenja (sjenčanje vrhova) i projekcije scene.</a:t>
            </a:r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F037F091-AB8C-4714-24E6-8B0E33865F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8727" y="3429000"/>
            <a:ext cx="1199417" cy="936625"/>
          </a:xfrm>
          <a:prstGeom prst="rect">
            <a:avLst/>
          </a:prstGeom>
          <a:solidFill>
            <a:srgbClr val="F4CEC9">
              <a:alpha val="30196"/>
            </a:srgbClr>
          </a:solidFill>
          <a:ln w="41275" algn="ctr">
            <a:solidFill>
              <a:srgbClr val="C00000"/>
            </a:solidFill>
            <a:round/>
            <a:headEnd/>
            <a:tailEnd/>
          </a:ln>
        </p:spPr>
        <p:txBody>
          <a:bodyPr wrap="square">
            <a:spAutoFit/>
          </a:bodyPr>
          <a:lstStyle>
            <a:lvl1pPr marL="457200" indent="-457200"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7A913414-DAF5-42AC-991F-EFCB02FF6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188" y="260350"/>
            <a:ext cx="7770812" cy="990600"/>
          </a:xfrm>
        </p:spPr>
        <p:txBody>
          <a:bodyPr/>
          <a:lstStyle/>
          <a:p>
            <a:pPr eaLnBrk="1" hangingPunct="1"/>
            <a:r>
              <a:rPr lang="hr-HR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Odrezivanje linija</a:t>
            </a:r>
            <a:endParaRPr lang="en-US" altLang="sr-Latn-RS" sz="28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B3D1592E-21D3-4CC9-B141-EEC2B0D193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Primitivi </a:t>
            </a:r>
            <a:r>
              <a:rPr lang="en-US" altLang="sr-Latn-RS" sz="2000">
                <a:latin typeface="Arial" panose="020B0604020202020204" pitchFamily="34" charset="0"/>
                <a:cs typeface="Arial" panose="020B0604020202020204" pitchFamily="34" charset="0"/>
              </a:rPr>
              <a:t>(lin</a:t>
            </a: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ije</a:t>
            </a:r>
            <a:r>
              <a:rPr lang="en-US" altLang="sr-Latn-RS" sz="2000">
                <a:latin typeface="Arial" panose="020B0604020202020204" pitchFamily="34" charset="0"/>
                <a:cs typeface="Arial" panose="020B0604020202020204" pitchFamily="34" charset="0"/>
              </a:rPr>
              <a:t>, tr</a:t>
            </a: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okuti</a:t>
            </a:r>
            <a:r>
              <a:rPr lang="en-US" altLang="sr-Latn-RS" sz="2000">
                <a:latin typeface="Arial" panose="020B0604020202020204" pitchFamily="34" charset="0"/>
                <a:cs typeface="Arial" panose="020B0604020202020204" pitchFamily="34" charset="0"/>
              </a:rPr>
              <a:t>, pol</a:t>
            </a: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igoni</a:t>
            </a:r>
            <a:r>
              <a:rPr lang="en-US" altLang="sr-Latn-RS" sz="200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ne leže u cijelosti unutar prozora promatranja (</a:t>
            </a:r>
            <a:r>
              <a:rPr lang="en-US" altLang="sr-Latn-RS" sz="2000" i="1">
                <a:latin typeface="Arial" panose="020B0604020202020204" pitchFamily="34" charset="0"/>
                <a:cs typeface="Arial" panose="020B0604020202020204" pitchFamily="34" charset="0"/>
              </a:rPr>
              <a:t>viewport</a:t>
            </a: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en-US" altLang="sr-Latn-R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723" name="Date Placeholder 3">
            <a:extLst>
              <a:ext uri="{FF2B5EF4-FFF2-40B4-BE49-F238E27FC236}">
                <a16:creationId xmlns:a16="http://schemas.microsoft.com/office/drawing/2014/main" id="{D5AA0D2F-BC18-45C5-B63A-A866739CEF11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fld id="{D4F007EA-4E3C-44D5-B611-86F595FFBEEA}" type="datetime1">
              <a:rPr lang="hr-HR" altLang="sr-Latn-RS" sz="1400" smtClean="0">
                <a:latin typeface="Times New Roman" panose="02020603050405020304" pitchFamily="18" charset="0"/>
              </a:rPr>
              <a:t>31.10.2025.</a:t>
            </a:fld>
            <a:endParaRPr lang="en-GB" altLang="sr-Latn-RS" sz="1400">
              <a:latin typeface="Times New Roman" panose="02020603050405020304" pitchFamily="18" charset="0"/>
            </a:endParaRPr>
          </a:p>
        </p:txBody>
      </p:sp>
      <p:sp>
        <p:nvSpPr>
          <p:cNvPr id="2" name="Rezervirano mjesto broja slajda 1">
            <a:extLst>
              <a:ext uri="{FF2B5EF4-FFF2-40B4-BE49-F238E27FC236}">
                <a16:creationId xmlns:a16="http://schemas.microsoft.com/office/drawing/2014/main" id="{AC1EA3DF-3182-3E2E-C059-93E440933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EB520-78E3-4812-B23B-E76211F014E6}" type="slidenum">
              <a:rPr lang="en-GB" altLang="sr-Latn-RS" smtClean="0"/>
              <a:pPr/>
              <a:t>40</a:t>
            </a:fld>
            <a:endParaRPr lang="en-GB" altLang="sr-Latn-RS"/>
          </a:p>
        </p:txBody>
      </p:sp>
      <p:sp>
        <p:nvSpPr>
          <p:cNvPr id="316421" name="Line 5">
            <a:extLst>
              <a:ext uri="{FF2B5EF4-FFF2-40B4-BE49-F238E27FC236}">
                <a16:creationId xmlns:a16="http://schemas.microsoft.com/office/drawing/2014/main" id="{B6A24598-96C5-48BA-BF72-74589C0B88A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6600" y="3784600"/>
            <a:ext cx="4876800" cy="60960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r-HR"/>
          </a:p>
        </p:txBody>
      </p:sp>
      <p:sp>
        <p:nvSpPr>
          <p:cNvPr id="316422" name="Line 6">
            <a:extLst>
              <a:ext uri="{FF2B5EF4-FFF2-40B4-BE49-F238E27FC236}">
                <a16:creationId xmlns:a16="http://schemas.microsoft.com/office/drawing/2014/main" id="{4A505984-4B83-4F39-BBAE-B689E098E29B}"/>
              </a:ext>
            </a:extLst>
          </p:cNvPr>
          <p:cNvSpPr>
            <a:spLocks noChangeShapeType="1"/>
          </p:cNvSpPr>
          <p:nvPr/>
        </p:nvSpPr>
        <p:spPr bwMode="auto">
          <a:xfrm>
            <a:off x="1843088" y="5127625"/>
            <a:ext cx="2474912" cy="1273175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r-HR"/>
          </a:p>
        </p:txBody>
      </p:sp>
      <p:sp>
        <p:nvSpPr>
          <p:cNvPr id="316423" name="Line 7">
            <a:extLst>
              <a:ext uri="{FF2B5EF4-FFF2-40B4-BE49-F238E27FC236}">
                <a16:creationId xmlns:a16="http://schemas.microsoft.com/office/drawing/2014/main" id="{31C8BDD7-2E7E-44AB-B6CE-2EE9D104DCB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56375" y="4570413"/>
            <a:ext cx="1249363" cy="1830387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r-HR"/>
          </a:p>
        </p:txBody>
      </p:sp>
      <p:sp>
        <p:nvSpPr>
          <p:cNvPr id="316424" name="Rectangle 8">
            <a:extLst>
              <a:ext uri="{FF2B5EF4-FFF2-40B4-BE49-F238E27FC236}">
                <a16:creationId xmlns:a16="http://schemas.microsoft.com/office/drawing/2014/main" id="{BDB0F573-8CF8-4B4C-BC3C-54248D5F90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7475" y="3632200"/>
            <a:ext cx="4457700" cy="2286000"/>
          </a:xfrm>
          <a:prstGeom prst="rect">
            <a:avLst/>
          </a:prstGeom>
          <a:noFill/>
          <a:ln w="38100">
            <a:solidFill>
              <a:srgbClr val="FF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7159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6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6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6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6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6424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50" name="Rectangle 2">
            <a:extLst>
              <a:ext uri="{FF2B5EF4-FFF2-40B4-BE49-F238E27FC236}">
                <a16:creationId xmlns:a16="http://schemas.microsoft.com/office/drawing/2014/main" id="{9D912C37-6434-4326-B969-4B2AA2D2F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188" y="260350"/>
            <a:ext cx="7770812" cy="990600"/>
          </a:xfrm>
        </p:spPr>
        <p:txBody>
          <a:bodyPr/>
          <a:lstStyle/>
          <a:p>
            <a:pPr eaLnBrk="1" hangingPunct="1"/>
            <a:r>
              <a:rPr lang="hr-HR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Odrezivanje linija</a:t>
            </a:r>
            <a:endParaRPr lang="en-US" altLang="sr-Latn-RS" sz="28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746" name="Date Placeholder 3">
            <a:extLst>
              <a:ext uri="{FF2B5EF4-FFF2-40B4-BE49-F238E27FC236}">
                <a16:creationId xmlns:a16="http://schemas.microsoft.com/office/drawing/2014/main" id="{0F235C1B-1550-48A3-85AA-2078AEFAF7AD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fld id="{77018B70-14E0-416D-9AD5-47907A8CEAD6}" type="datetime1">
              <a:rPr lang="hr-HR" altLang="sr-Latn-RS" sz="1400" smtClean="0">
                <a:latin typeface="Times New Roman" panose="02020603050405020304" pitchFamily="18" charset="0"/>
              </a:rPr>
              <a:t>31.10.2025.</a:t>
            </a:fld>
            <a:endParaRPr lang="en-GB" altLang="sr-Latn-RS" sz="1400">
              <a:latin typeface="Times New Roman" panose="02020603050405020304" pitchFamily="18" charset="0"/>
            </a:endParaRPr>
          </a:p>
        </p:txBody>
      </p:sp>
      <p:sp>
        <p:nvSpPr>
          <p:cNvPr id="2" name="Rezervirano mjesto broja slajda 1">
            <a:extLst>
              <a:ext uri="{FF2B5EF4-FFF2-40B4-BE49-F238E27FC236}">
                <a16:creationId xmlns:a16="http://schemas.microsoft.com/office/drawing/2014/main" id="{A257D2D2-F29A-2BBD-2E34-1B95C9223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EB520-78E3-4812-B23B-E76211F014E6}" type="slidenum">
              <a:rPr lang="en-GB" altLang="sr-Latn-RS" smtClean="0"/>
              <a:pPr/>
              <a:t>41</a:t>
            </a:fld>
            <a:endParaRPr lang="en-GB" altLang="sr-Latn-RS"/>
          </a:p>
        </p:txBody>
      </p:sp>
      <p:sp>
        <p:nvSpPr>
          <p:cNvPr id="31747" name="Rectangle 13">
            <a:extLst>
              <a:ext uri="{FF2B5EF4-FFF2-40B4-BE49-F238E27FC236}">
                <a16:creationId xmlns:a16="http://schemas.microsoft.com/office/drawing/2014/main" id="{501888E3-21F8-4DF3-8A86-6CDC537E15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8375" y="20955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31748" name="Picture 12" descr="Slika212">
            <a:extLst>
              <a:ext uri="{FF2B5EF4-FFF2-40B4-BE49-F238E27FC236}">
                <a16:creationId xmlns:a16="http://schemas.microsoft.com/office/drawing/2014/main" id="{7EA26352-2474-428D-9C92-B3A5B8D01F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1752600"/>
            <a:ext cx="5762625" cy="329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54" name="Rectangle 14">
            <a:extLst>
              <a:ext uri="{FF2B5EF4-FFF2-40B4-BE49-F238E27FC236}">
                <a16:creationId xmlns:a16="http://schemas.microsoft.com/office/drawing/2014/main" id="{00086CC2-4CCC-482C-9930-8F6B5A660E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6775" y="5410200"/>
            <a:ext cx="79724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defRPr/>
            </a:pPr>
            <a:r>
              <a:rPr lang="hr-HR" sz="1800" b="1" i="1" dirty="0">
                <a:solidFill>
                  <a:schemeClr val="tx1"/>
                </a:solidFill>
                <a:effectLst>
                  <a:outerShdw blurRad="38100" dist="38100" dir="2700000" sx="1000" sy="1000" algn="tl">
                    <a:srgbClr val="C0C0C0"/>
                  </a:outerShdw>
                </a:effectLst>
                <a:latin typeface="Arial" charset="0"/>
              </a:rPr>
              <a:t>Analitičko računanje dijelova </a:t>
            </a:r>
            <a:r>
              <a:rPr lang="hr-HR" sz="1800" b="1" i="1" dirty="0" err="1">
                <a:solidFill>
                  <a:schemeClr val="tx1"/>
                </a:solidFill>
                <a:effectLst>
                  <a:outerShdw blurRad="38100" dist="38100" dir="2700000" sx="1000" sy="1000" algn="tl">
                    <a:srgbClr val="C0C0C0"/>
                  </a:outerShdw>
                </a:effectLst>
                <a:latin typeface="Arial" charset="0"/>
              </a:rPr>
              <a:t>primitiva</a:t>
            </a:r>
            <a:r>
              <a:rPr lang="hr-HR" sz="1800" b="1" i="1" dirty="0">
                <a:solidFill>
                  <a:schemeClr val="tx1"/>
                </a:solidFill>
                <a:effectLst>
                  <a:outerShdw blurRad="38100" dist="38100" dir="2700000" sx="1000" sy="1000" algn="tl">
                    <a:srgbClr val="C0C0C0"/>
                  </a:outerShdw>
                </a:effectLst>
                <a:latin typeface="Arial" charset="0"/>
              </a:rPr>
              <a:t> koji su vidljivi</a:t>
            </a:r>
            <a:endParaRPr lang="en-US" sz="1800" b="1" i="1" dirty="0">
              <a:solidFill>
                <a:schemeClr val="tx1"/>
              </a:solidFill>
              <a:effectLst>
                <a:outerShdw blurRad="38100" dist="38100" dir="2700000" sx="1000" sy="1000" algn="tl">
                  <a:srgbClr val="C0C0C0"/>
                </a:outerShdw>
              </a:effectLst>
              <a:latin typeface="Arial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40C2733D-9524-4F71-A1CC-99BCC1306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333375"/>
            <a:ext cx="7770812" cy="990600"/>
          </a:xfrm>
        </p:spPr>
        <p:txBody>
          <a:bodyPr/>
          <a:lstStyle/>
          <a:p>
            <a:pPr eaLnBrk="1" hangingPunct="1"/>
            <a:r>
              <a:rPr lang="hr-HR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Odrezivanje krajnjih točaka</a:t>
            </a:r>
            <a:r>
              <a:rPr lang="en-GB" altLang="sr-Latn-RS"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sr-Latn-RS" sz="28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AC5ED71F-4C1C-4465-9CC0-3A667E503D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Ako su </a:t>
            </a:r>
            <a:r>
              <a:rPr lang="hr-HR" altLang="sr-Latn-RS" sz="2000" i="1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 koordinate rubova </a:t>
            </a:r>
            <a:r>
              <a:rPr lang="hr-HR" altLang="sr-Latn-RS" sz="2000" dirty="0" err="1">
                <a:latin typeface="Arial" panose="020B0604020202020204" pitchFamily="34" charset="0"/>
                <a:cs typeface="Arial" panose="020B0604020202020204" pitchFamily="34" charset="0"/>
              </a:rPr>
              <a:t>odreznog</a:t>
            </a: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 pravokutnika </a:t>
            </a:r>
            <a:r>
              <a:rPr lang="hr-HR" altLang="sr-Latn-RS" sz="2000" i="1" dirty="0" err="1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hr-HR" altLang="sr-Latn-RS" sz="2000" i="1" baseline="-30000" dirty="0" err="1">
                <a:latin typeface="Arial" panose="020B0604020202020204" pitchFamily="34" charset="0"/>
                <a:cs typeface="Arial" panose="020B0604020202020204" pitchFamily="34" charset="0"/>
              </a:rPr>
              <a:t>min</a:t>
            </a: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 i </a:t>
            </a:r>
            <a:r>
              <a:rPr lang="hr-HR" altLang="sr-Latn-RS" sz="2000" i="1" dirty="0" err="1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hr-HR" altLang="sr-Latn-RS" sz="2000" i="1" baseline="-30000" dirty="0" err="1">
                <a:latin typeface="Arial" panose="020B0604020202020204" pitchFamily="34" charset="0"/>
                <a:cs typeface="Arial" panose="020B0604020202020204" pitchFamily="34" charset="0"/>
              </a:rPr>
              <a:t>max</a:t>
            </a: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, a </a:t>
            </a:r>
            <a:r>
              <a:rPr lang="hr-HR" altLang="sr-Latn-RS" sz="2000" i="1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 koordinate rubova na </a:t>
            </a:r>
            <a:r>
              <a:rPr lang="hr-HR" altLang="sr-Latn-RS" sz="2000" i="1" dirty="0" err="1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hr-HR" altLang="sr-Latn-RS" sz="2000" i="1" baseline="-30000" dirty="0" err="1">
                <a:latin typeface="Arial" panose="020B0604020202020204" pitchFamily="34" charset="0"/>
                <a:cs typeface="Arial" panose="020B0604020202020204" pitchFamily="34" charset="0"/>
              </a:rPr>
              <a:t>min</a:t>
            </a: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 i </a:t>
            </a:r>
            <a:r>
              <a:rPr lang="hr-HR" altLang="sr-Latn-RS" sz="2000" i="1" dirty="0" err="1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hr-HR" altLang="sr-Latn-RS" sz="2000" i="1" baseline="-30000" dirty="0" err="1">
                <a:latin typeface="Arial" panose="020B0604020202020204" pitchFamily="34" charset="0"/>
                <a:cs typeface="Arial" panose="020B0604020202020204" pitchFamily="34" charset="0"/>
              </a:rPr>
              <a:t>max</a:t>
            </a: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, tada trebaju biti zadovoljene četiri </a:t>
            </a:r>
            <a:r>
              <a:rPr lang="hr-HR" altLang="sr-Latn-RS" sz="2000" dirty="0" err="1">
                <a:latin typeface="Arial" panose="020B0604020202020204" pitchFamily="34" charset="0"/>
                <a:cs typeface="Arial" panose="020B0604020202020204" pitchFamily="34" charset="0"/>
              </a:rPr>
              <a:t>nejednadžbe</a:t>
            </a: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 da bi točka (</a:t>
            </a:r>
            <a:r>
              <a:rPr lang="hr-HR" altLang="sr-Latn-RS" sz="2000" i="1" dirty="0" err="1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hr-HR" altLang="sr-Latn-RS" sz="2000" dirty="0" err="1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hr-HR" altLang="sr-Latn-RS" sz="2000" i="1" dirty="0" err="1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) bila unutar pravokutnika:</a:t>
            </a:r>
            <a:r>
              <a:rPr lang="en-GB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hr-HR" altLang="sr-Latn-R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hr-HR" altLang="sr-Latn-R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hr-HR" altLang="sr-Latn-R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hr-HR" altLang="sr-Latn-R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Ukoliko nisu zadovoljene sve četiri nejednakosti, točka je izvan </a:t>
            </a:r>
            <a:r>
              <a:rPr lang="hr-HR" altLang="sr-Latn-RS" sz="2000" dirty="0" err="1">
                <a:latin typeface="Arial" panose="020B0604020202020204" pitchFamily="34" charset="0"/>
                <a:cs typeface="Arial" panose="020B0604020202020204" pitchFamily="34" charset="0"/>
              </a:rPr>
              <a:t>odreznog</a:t>
            </a: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 pravokutnika.</a:t>
            </a:r>
            <a:r>
              <a:rPr lang="en-GB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sr-Latn-R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795" name="Date Placeholder 3">
            <a:extLst>
              <a:ext uri="{FF2B5EF4-FFF2-40B4-BE49-F238E27FC236}">
                <a16:creationId xmlns:a16="http://schemas.microsoft.com/office/drawing/2014/main" id="{26B15BF2-2A16-45E4-8A97-573710E7DA5F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fld id="{1F10C120-E2D2-4E74-B482-B74AAFE40AFA}" type="datetime1">
              <a:rPr lang="hr-HR" altLang="sr-Latn-RS" sz="1400" smtClean="0">
                <a:latin typeface="Times New Roman" panose="02020603050405020304" pitchFamily="18" charset="0"/>
              </a:rPr>
              <a:t>31.10.2025.</a:t>
            </a:fld>
            <a:endParaRPr lang="en-GB" altLang="sr-Latn-RS" sz="1400">
              <a:latin typeface="Times New Roman" panose="02020603050405020304" pitchFamily="18" charset="0"/>
            </a:endParaRPr>
          </a:p>
        </p:txBody>
      </p:sp>
      <p:sp>
        <p:nvSpPr>
          <p:cNvPr id="2" name="Rezervirano mjesto broja slajda 1">
            <a:extLst>
              <a:ext uri="{FF2B5EF4-FFF2-40B4-BE49-F238E27FC236}">
                <a16:creationId xmlns:a16="http://schemas.microsoft.com/office/drawing/2014/main" id="{A124503A-E3C8-6DA8-9CB0-DDB10666D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EB520-78E3-4812-B23B-E76211F014E6}" type="slidenum">
              <a:rPr lang="en-GB" altLang="sr-Latn-RS" smtClean="0"/>
              <a:pPr/>
              <a:t>42</a:t>
            </a:fld>
            <a:endParaRPr lang="en-GB" altLang="sr-Latn-RS"/>
          </a:p>
        </p:txBody>
      </p:sp>
      <p:sp>
        <p:nvSpPr>
          <p:cNvPr id="33797" name="Rectangle 5">
            <a:extLst>
              <a:ext uri="{FF2B5EF4-FFF2-40B4-BE49-F238E27FC236}">
                <a16:creationId xmlns:a16="http://schemas.microsoft.com/office/drawing/2014/main" id="{05211846-1C2B-4356-8677-1B3EB432CF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538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33798" name="Object 4">
            <a:extLst>
              <a:ext uri="{FF2B5EF4-FFF2-40B4-BE49-F238E27FC236}">
                <a16:creationId xmlns:a16="http://schemas.microsoft.com/office/drawing/2014/main" id="{242E8773-59EC-43E6-B743-B6BDEF6B76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4939257"/>
              </p:ext>
            </p:extLst>
          </p:nvPr>
        </p:nvGraphicFramePr>
        <p:xfrm>
          <a:off x="3132138" y="3185666"/>
          <a:ext cx="350520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714500" imgH="190500" progId="Equation.3">
                  <p:embed/>
                </p:oleObj>
              </mc:Choice>
              <mc:Fallback>
                <p:oleObj r:id="rId2" imgW="1714500" imgH="190500" progId="Equation.3">
                  <p:embed/>
                  <p:pic>
                    <p:nvPicPr>
                      <p:cNvPr id="33798" name="Object 4">
                        <a:extLst>
                          <a:ext uri="{FF2B5EF4-FFF2-40B4-BE49-F238E27FC236}">
                            <a16:creationId xmlns:a16="http://schemas.microsoft.com/office/drawing/2014/main" id="{242E8773-59EC-43E6-B743-B6BDEF6B76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3185666"/>
                        <a:ext cx="3505200" cy="3873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1" name="Rectangle 2">
            <a:extLst>
              <a:ext uri="{FF2B5EF4-FFF2-40B4-BE49-F238E27FC236}">
                <a16:creationId xmlns:a16="http://schemas.microsoft.com/office/drawing/2014/main" id="{607027F0-5A1D-4599-80FE-87BE8D685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476250"/>
            <a:ext cx="7770812" cy="990600"/>
          </a:xfrm>
        </p:spPr>
        <p:txBody>
          <a:bodyPr/>
          <a:lstStyle/>
          <a:p>
            <a:pPr eaLnBrk="1" hangingPunct="1"/>
            <a:r>
              <a:rPr lang="hr-HR" altLang="sr-Latn-RS" sz="2800" b="1">
                <a:latin typeface="Arial" panose="020B0604020202020204" pitchFamily="34" charset="0"/>
                <a:cs typeface="Arial" panose="020B0604020202020204" pitchFamily="34" charset="0"/>
              </a:rPr>
              <a:t>Odrezivanje ravnih crta rješavanjem simultanih jednadžbi</a:t>
            </a:r>
            <a:r>
              <a:rPr lang="en-GB" altLang="sr-Latn-RS" sz="28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sr-Latn-RS" sz="2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E6274402-B6A9-4672-AFA7-64A3CF57FA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8313" y="1447800"/>
            <a:ext cx="8218487" cy="4572000"/>
          </a:xfrm>
        </p:spPr>
        <p:txBody>
          <a:bodyPr>
            <a:normAutofit lnSpcReduction="10000"/>
          </a:bodyPr>
          <a:lstStyle/>
          <a:p>
            <a:pPr marL="548640" lvl="1" eaLnBrk="1" fontAlgn="auto" hangingPunct="1">
              <a:spcBef>
                <a:spcPts val="370"/>
              </a:spcBef>
              <a:spcAft>
                <a:spcPts val="0"/>
              </a:spcAft>
              <a:buFontTx/>
              <a:buNone/>
              <a:defRPr/>
            </a:pPr>
            <a:endParaRPr lang="hr-HR" altLang="sr-Latn-R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48640" lvl="1" eaLnBrk="1" fontAlgn="auto" hangingPunct="1">
              <a:spcBef>
                <a:spcPts val="370"/>
              </a:spcBef>
              <a:spcAft>
                <a:spcPts val="0"/>
              </a:spcAft>
              <a:buFontTx/>
              <a:buNone/>
              <a:defRPr/>
            </a:pPr>
            <a:endParaRPr lang="en-US" altLang="sr-Latn-R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48640" lvl="1" eaLnBrk="1" fontAlgn="auto" hangingPunct="1">
              <a:spcBef>
                <a:spcPts val="370"/>
              </a:spcBef>
              <a:spcAft>
                <a:spcPts val="0"/>
              </a:spcAft>
              <a:buFont typeface="Wingdings 2"/>
              <a:buChar char=""/>
              <a:defRPr/>
            </a:pPr>
            <a:endParaRPr lang="hr-HR" altLang="sr-Latn-R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48640" lvl="1" eaLnBrk="1" fontAlgn="auto" hangingPunct="1">
              <a:spcBef>
                <a:spcPts val="37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Ako su obe krajnje točke unutra</a:t>
            </a:r>
            <a:r>
              <a:rPr lang="en-US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može se</a:t>
            </a:r>
            <a:r>
              <a:rPr lang="en-US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 “</a:t>
            </a:r>
            <a:r>
              <a:rPr lang="en-US" altLang="sr-Latn-RS" sz="2000" dirty="0" err="1">
                <a:latin typeface="Arial" panose="020B0604020202020204" pitchFamily="34" charset="0"/>
                <a:cs typeface="Arial" panose="020B0604020202020204" pitchFamily="34" charset="0"/>
              </a:rPr>
              <a:t>trivi</a:t>
            </a: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jalno prihvatiti</a:t>
            </a:r>
            <a:r>
              <a:rPr lang="en-US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endParaRPr lang="hr-HR" altLang="sr-Latn-R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48640" lvl="1" eaLnBrk="1" fontAlgn="auto" hangingPunct="1">
              <a:spcBef>
                <a:spcPts val="370"/>
              </a:spcBef>
              <a:spcAft>
                <a:spcPts val="0"/>
              </a:spcAft>
              <a:buFont typeface="Wingdings 2"/>
              <a:buChar char=""/>
              <a:defRPr/>
            </a:pPr>
            <a:endParaRPr lang="en-US" altLang="sr-Latn-R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48640" lvl="1" eaLnBrk="1" fontAlgn="auto" hangingPunct="1">
              <a:spcBef>
                <a:spcPts val="37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Ako je jedna krajnja točka unutra</a:t>
            </a:r>
            <a:r>
              <a:rPr lang="en-US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 a druga vani</a:t>
            </a:r>
            <a:r>
              <a:rPr lang="en-US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odrezivanje</a:t>
            </a:r>
          </a:p>
          <a:p>
            <a:pPr marL="548640" lvl="1" eaLnBrk="1" fontAlgn="auto" hangingPunct="1">
              <a:spcBef>
                <a:spcPts val="370"/>
              </a:spcBef>
              <a:spcAft>
                <a:spcPts val="0"/>
              </a:spcAft>
              <a:buFont typeface="Wingdings 2"/>
              <a:buChar char=""/>
              <a:defRPr/>
            </a:pPr>
            <a:endParaRPr lang="en-US" altLang="sr-Latn-R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48640" lvl="1" eaLnBrk="1" fontAlgn="auto" hangingPunct="1">
              <a:spcBef>
                <a:spcPts val="37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Ako su obe krajnje točke vani</a:t>
            </a:r>
            <a:r>
              <a:rPr lang="en-US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 nije određeno</a:t>
            </a:r>
          </a:p>
          <a:p>
            <a:pPr marL="274320" indent="-274320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endParaRPr lang="hr-HR" altLang="sr-Latn-R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None/>
              <a:defRPr/>
            </a:pPr>
            <a:r>
              <a:rPr lang="hr-HR" altLang="sr-Latn-R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“</a:t>
            </a:r>
            <a:r>
              <a:rPr lang="en-US" altLang="sr-Latn-R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Brute force</a:t>
            </a:r>
            <a:r>
              <a:rPr lang="hr-HR" altLang="sr-Latn-R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 algoritam</a:t>
            </a:r>
            <a:r>
              <a:rPr lang="en-US" altLang="sr-Latn-RS" sz="20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rješavanjem simultanih jednadžbi oblika</a:t>
            </a:r>
            <a:r>
              <a:rPr lang="en-US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endParaRPr lang="hr-HR" altLang="sr-Latn-R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None/>
              <a:defRPr/>
            </a:pPr>
            <a:r>
              <a:rPr lang="hr-HR" altLang="sr-Latn-RS" sz="2000" i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altLang="sr-Latn-RS" sz="2000" i="1" dirty="0">
                <a:latin typeface="Arial" panose="020B0604020202020204" pitchFamily="34" charset="0"/>
                <a:cs typeface="Arial" panose="020B0604020202020204" pitchFamily="34" charset="0"/>
              </a:rPr>
              <a:t>y = mx + b</a:t>
            </a:r>
            <a:r>
              <a:rPr lang="en-US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za ravnu crtu i četiri ruba odrezivanja.</a:t>
            </a:r>
          </a:p>
          <a:p>
            <a:pPr marL="274320" indent="-274320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endParaRPr lang="hr-HR" altLang="sr-Latn-R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48958" lvl="1" indent="-274320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endParaRPr lang="hr-HR" altLang="sr-Latn-R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48958" lvl="1" indent="-274320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hr-HR" altLang="sr-Latn-RS" sz="1800" dirty="0">
                <a:latin typeface="Arial" panose="020B0604020202020204" pitchFamily="34" charset="0"/>
                <a:cs typeface="Arial" panose="020B0604020202020204" pitchFamily="34" charset="0"/>
              </a:rPr>
              <a:t>Ako postoji bar jedna točka koja leži na tim rubovima, crta siječe odrezni pravokutnik i djelomično se nalazi unutar njega. </a:t>
            </a:r>
          </a:p>
          <a:p>
            <a:pPr marL="548640" lvl="1" eaLnBrk="1" fontAlgn="auto" hangingPunct="1">
              <a:spcBef>
                <a:spcPts val="370"/>
              </a:spcBef>
              <a:spcAft>
                <a:spcPts val="0"/>
              </a:spcAft>
              <a:buFont typeface="Wingdings 2"/>
              <a:buChar char=""/>
              <a:defRPr/>
            </a:pPr>
            <a:endParaRPr lang="en-US" altLang="sr-Latn-R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818" name="Date Placeholder 3">
            <a:extLst>
              <a:ext uri="{FF2B5EF4-FFF2-40B4-BE49-F238E27FC236}">
                <a16:creationId xmlns:a16="http://schemas.microsoft.com/office/drawing/2014/main" id="{36E9D286-3EA5-42D7-9F69-476814DE5189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fld id="{3A0E2056-F57E-4283-973A-5114C643DEB1}" type="datetime1">
              <a:rPr lang="hr-HR" altLang="sr-Latn-RS" sz="1400" smtClean="0">
                <a:solidFill>
                  <a:srgbClr val="FFFFFF"/>
                </a:solidFill>
                <a:latin typeface="Times New Roman" panose="02020603050405020304" pitchFamily="18" charset="0"/>
              </a:rPr>
              <a:t>31.10.2025.</a:t>
            </a:fld>
            <a:endParaRPr lang="en-GB" altLang="sr-Latn-RS" sz="1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Rezervirano mjesto broja slajda 1">
            <a:extLst>
              <a:ext uri="{FF2B5EF4-FFF2-40B4-BE49-F238E27FC236}">
                <a16:creationId xmlns:a16="http://schemas.microsoft.com/office/drawing/2014/main" id="{BA51AE1E-52F4-7D40-6E61-A10BED9C6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EB520-78E3-4812-B23B-E76211F014E6}" type="slidenum">
              <a:rPr lang="en-GB" altLang="sr-Latn-RS" smtClean="0"/>
              <a:pPr/>
              <a:t>43</a:t>
            </a:fld>
            <a:endParaRPr lang="en-GB" altLang="sr-Latn-RS"/>
          </a:p>
        </p:txBody>
      </p:sp>
      <p:sp>
        <p:nvSpPr>
          <p:cNvPr id="34820" name="Rectangle 4">
            <a:extLst>
              <a:ext uri="{FF2B5EF4-FFF2-40B4-BE49-F238E27FC236}">
                <a16:creationId xmlns:a16="http://schemas.microsoft.com/office/drawing/2014/main" id="{6977E3C1-EB01-4770-8EAD-F1BDE97071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538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34822" name="Object 2">
            <a:extLst>
              <a:ext uri="{FF2B5EF4-FFF2-40B4-BE49-F238E27FC236}">
                <a16:creationId xmlns:a16="http://schemas.microsoft.com/office/drawing/2014/main" id="{E68CD406-DE51-4D81-BEF4-31E8630E45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00113" y="1628775"/>
          <a:ext cx="3505200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714500" imgH="190500" progId="Equation.3">
                  <p:embed/>
                </p:oleObj>
              </mc:Choice>
              <mc:Fallback>
                <p:oleObj r:id="rId2" imgW="1714500" imgH="190500" progId="Equation.3">
                  <p:embed/>
                  <p:pic>
                    <p:nvPicPr>
                      <p:cNvPr id="34822" name="Object 2">
                        <a:extLst>
                          <a:ext uri="{FF2B5EF4-FFF2-40B4-BE49-F238E27FC236}">
                            <a16:creationId xmlns:a16="http://schemas.microsoft.com/office/drawing/2014/main" id="{E68CD406-DE51-4D81-BEF4-31E8630E45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1628775"/>
                        <a:ext cx="3505200" cy="387350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Down Arrow 3">
            <a:extLst>
              <a:ext uri="{FF2B5EF4-FFF2-40B4-BE49-F238E27FC236}">
                <a16:creationId xmlns:a16="http://schemas.microsoft.com/office/drawing/2014/main" id="{3E3AC4C2-B508-4391-AFEB-418D0AF75064}"/>
              </a:ext>
            </a:extLst>
          </p:cNvPr>
          <p:cNvSpPr/>
          <p:nvPr/>
        </p:nvSpPr>
        <p:spPr>
          <a:xfrm>
            <a:off x="4405313" y="4983163"/>
            <a:ext cx="358775" cy="35877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ct val="50000"/>
              </a:spcBef>
              <a:defRPr/>
            </a:pPr>
            <a:endParaRPr lang="hr-HR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5" name="Rectangle 2">
            <a:extLst>
              <a:ext uri="{FF2B5EF4-FFF2-40B4-BE49-F238E27FC236}">
                <a16:creationId xmlns:a16="http://schemas.microsoft.com/office/drawing/2014/main" id="{43255136-2CEA-4985-819C-8BEBB591A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476250"/>
            <a:ext cx="7770812" cy="990600"/>
          </a:xfrm>
        </p:spPr>
        <p:txBody>
          <a:bodyPr/>
          <a:lstStyle/>
          <a:p>
            <a:pPr eaLnBrk="1" hangingPunct="1"/>
            <a:r>
              <a:rPr lang="hr-HR" altLang="sr-Latn-RS" sz="2800" b="1">
                <a:latin typeface="Arial" panose="020B0604020202020204" pitchFamily="34" charset="0"/>
                <a:cs typeface="Arial" panose="020B0604020202020204" pitchFamily="34" charset="0"/>
              </a:rPr>
              <a:t>Odrezivanje ravnih crta rješavanjem simultanih jednadžbi</a:t>
            </a:r>
            <a:r>
              <a:rPr lang="en-GB" altLang="sr-Latn-RS" sz="28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sr-Latn-RS" sz="2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15914F81-2FEE-45AE-B2EB-B951A60DBD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981200"/>
            <a:ext cx="7772400" cy="3352800"/>
          </a:xfrm>
        </p:spPr>
        <p:txBody>
          <a:bodyPr/>
          <a:lstStyle/>
          <a:p>
            <a:pPr marL="609600" indent="-609600" algn="just" eaLnBrk="1" hangingPunct="1"/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Postupak (BFA) možemo opisati u tri koraka:</a:t>
            </a:r>
          </a:p>
          <a:p>
            <a:pPr marL="609600" indent="-609600" algn="just" eaLnBrk="1" hangingPunct="1"/>
            <a:endParaRPr lang="en-US" altLang="sr-Latn-R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600" indent="-609600" algn="just" eaLnBrk="1" hangingPunct="1">
              <a:buFontTx/>
              <a:buAutoNum type="arabicPeriod"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Za svaku crtu i rub pravokutnika napišemo jednadžbe dvaju pravaca koje ih sadrže i presiječemo ih.</a:t>
            </a:r>
            <a:endParaRPr lang="en-GB" altLang="sr-Latn-R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600" indent="-609600" algn="just" eaLnBrk="1" hangingPunct="1">
              <a:buFontTx/>
              <a:buAutoNum type="arabicPeriod"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Nadalje, ispitujemo da li se točka presjeka nalazi i unutar rubova odreznog pravokutnika i unutar crte.</a:t>
            </a:r>
          </a:p>
          <a:p>
            <a:pPr marL="609600" indent="-609600" algn="just" eaLnBrk="1" hangingPunct="1">
              <a:buFontTx/>
              <a:buAutoNum type="arabicPeriod"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Ako je taj uvjet zadovoljen - postoji presjek crte i odreznog pravokutnika. </a:t>
            </a:r>
          </a:p>
          <a:p>
            <a:pPr marL="609600" indent="-609600" algn="just" eaLnBrk="1" hangingPunct="1">
              <a:buFontTx/>
              <a:buNone/>
            </a:pPr>
            <a:endParaRPr lang="en-US" altLang="sr-Latn-RS" sz="2400"/>
          </a:p>
        </p:txBody>
      </p:sp>
      <p:sp>
        <p:nvSpPr>
          <p:cNvPr id="35842" name="Date Placeholder 3">
            <a:extLst>
              <a:ext uri="{FF2B5EF4-FFF2-40B4-BE49-F238E27FC236}">
                <a16:creationId xmlns:a16="http://schemas.microsoft.com/office/drawing/2014/main" id="{8B420910-C308-4B62-B7CC-C7AB33FF3DB1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fld id="{16811362-2A56-412F-9BC1-D0EC215BB3E9}" type="datetime1">
              <a:rPr lang="hr-HR" altLang="sr-Latn-RS" sz="1400" smtClean="0">
                <a:latin typeface="Times New Roman" panose="02020603050405020304" pitchFamily="18" charset="0"/>
              </a:rPr>
              <a:t>31.10.2025.</a:t>
            </a:fld>
            <a:endParaRPr lang="en-GB" altLang="sr-Latn-RS" sz="1400">
              <a:latin typeface="Times New Roman" panose="02020603050405020304" pitchFamily="18" charset="0"/>
            </a:endParaRPr>
          </a:p>
        </p:txBody>
      </p:sp>
      <p:sp>
        <p:nvSpPr>
          <p:cNvPr id="2" name="Rezervirano mjesto broja slajda 1">
            <a:extLst>
              <a:ext uri="{FF2B5EF4-FFF2-40B4-BE49-F238E27FC236}">
                <a16:creationId xmlns:a16="http://schemas.microsoft.com/office/drawing/2014/main" id="{8EE76491-1700-112A-8310-7E791E8FF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EB520-78E3-4812-B23B-E76211F014E6}" type="slidenum">
              <a:rPr lang="en-GB" altLang="sr-Latn-RS" smtClean="0"/>
              <a:pPr/>
              <a:t>44</a:t>
            </a:fld>
            <a:endParaRPr lang="en-GB" altLang="sr-Latn-RS"/>
          </a:p>
        </p:txBody>
      </p:sp>
      <p:sp>
        <p:nvSpPr>
          <p:cNvPr id="35844" name="Rectangle 4">
            <a:extLst>
              <a:ext uri="{FF2B5EF4-FFF2-40B4-BE49-F238E27FC236}">
                <a16:creationId xmlns:a16="http://schemas.microsoft.com/office/drawing/2014/main" id="{09830789-D385-40C1-A949-FAF4175D52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538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72" name="Rectangle 2">
            <a:extLst>
              <a:ext uri="{FF2B5EF4-FFF2-40B4-BE49-F238E27FC236}">
                <a16:creationId xmlns:a16="http://schemas.microsoft.com/office/drawing/2014/main" id="{B495AE71-F5C9-42EF-A5B8-400724F68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476250"/>
            <a:ext cx="7770812" cy="990600"/>
          </a:xfrm>
        </p:spPr>
        <p:txBody>
          <a:bodyPr/>
          <a:lstStyle/>
          <a:p>
            <a:pPr eaLnBrk="1" hangingPunct="1"/>
            <a:r>
              <a:rPr lang="hr-HR" altLang="sr-Latn-RS" sz="2800" b="1">
                <a:latin typeface="Arial" panose="020B0604020202020204" pitchFamily="34" charset="0"/>
                <a:cs typeface="Arial" panose="020B0604020202020204" pitchFamily="34" charset="0"/>
              </a:rPr>
              <a:t>Odrezivanje ravnih crta rješavanjem simultanih jednadžbi</a:t>
            </a:r>
            <a:r>
              <a:rPr lang="en-GB" altLang="sr-Latn-RS" sz="2800" b="1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sr-Latn-RS" sz="2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E5CC50E3-DEBA-4EF2-A714-F18A5DBDFE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828800"/>
            <a:ext cx="7772400" cy="4191000"/>
          </a:xfrm>
        </p:spPr>
        <p:txBody>
          <a:bodyPr>
            <a:normAutofit/>
          </a:bodyPr>
          <a:lstStyle/>
          <a:p>
            <a:pPr marL="609600" indent="-609600" algn="just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hr-HR" altLang="sr-Latn-RS" sz="1900" dirty="0">
                <a:latin typeface="Arial" panose="020B0604020202020204" pitchFamily="34" charset="0"/>
                <a:cs typeface="Arial" panose="020B0604020202020204" pitchFamily="34" charset="0"/>
              </a:rPr>
              <a:t>Parametarska formulacija segmenta ravne crte glasi:</a:t>
            </a:r>
            <a:r>
              <a:rPr lang="en-GB" altLang="sr-Latn-RS" sz="1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hr-HR" altLang="sr-Latn-RS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600" indent="-609600" algn="just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endParaRPr lang="hr-HR" altLang="sr-Latn-RS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600" indent="-609600" eaLnBrk="1" fontAlgn="auto" hangingPunct="1">
              <a:spcBef>
                <a:spcPts val="580"/>
              </a:spcBef>
              <a:spcAft>
                <a:spcPts val="0"/>
              </a:spcAft>
              <a:buFontTx/>
              <a:buNone/>
              <a:defRPr/>
            </a:pPr>
            <a:endParaRPr lang="en-US" altLang="sr-Latn-RS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600" indent="-609600" eaLnBrk="1" fontAlgn="auto" hangingPunct="1">
              <a:spcBef>
                <a:spcPts val="58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sr-Latn-RS" sz="1900" i="1" dirty="0">
                <a:latin typeface="Arial" panose="020B0604020202020204" pitchFamily="34" charset="0"/>
                <a:cs typeface="Arial" panose="020B0604020202020204" pitchFamily="34" charset="0"/>
              </a:rPr>
              <a:t>X = x</a:t>
            </a:r>
            <a:r>
              <a:rPr lang="en-US" altLang="sr-Latn-RS" sz="1900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altLang="sr-Latn-RS" sz="1900" i="1" dirty="0">
                <a:latin typeface="Arial" panose="020B0604020202020204" pitchFamily="34" charset="0"/>
                <a:cs typeface="Arial" panose="020B0604020202020204" pitchFamily="34" charset="0"/>
              </a:rPr>
              <a:t> + t(x</a:t>
            </a:r>
            <a:r>
              <a:rPr lang="en-US" altLang="sr-Latn-RS" sz="1900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sr-Latn-RS" sz="1900" i="1" dirty="0">
                <a:latin typeface="Arial" panose="020B0604020202020204" pitchFamily="34" charset="0"/>
                <a:cs typeface="Arial" panose="020B0604020202020204" pitchFamily="34" charset="0"/>
              </a:rPr>
              <a:t> – x</a:t>
            </a:r>
            <a:r>
              <a:rPr lang="en-US" altLang="sr-Latn-RS" sz="1900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altLang="sr-Latn-RS" sz="1900" i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en-US" altLang="sr-Latn-RS" sz="1900" dirty="0">
                <a:latin typeface="Arial" panose="020B0604020202020204" pitchFamily="34" charset="0"/>
                <a:cs typeface="Arial" panose="020B0604020202020204" pitchFamily="34" charset="0"/>
              </a:rPr>
              <a:t>       0 </a:t>
            </a:r>
            <a:r>
              <a:rPr lang="en-US" altLang="sr-Latn-RS" sz="1900" u="sng" dirty="0"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en-US" altLang="sr-Latn-RS" sz="1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sr-Latn-RS" sz="1900" i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altLang="sr-Latn-RS" sz="1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sr-Latn-RS" sz="1900" u="sng" dirty="0">
                <a:latin typeface="Arial" panose="020B0604020202020204" pitchFamily="34" charset="0"/>
                <a:cs typeface="Arial" panose="020B0604020202020204" pitchFamily="34" charset="0"/>
              </a:rPr>
              <a:t>&lt;</a:t>
            </a:r>
            <a:r>
              <a:rPr lang="en-US" altLang="sr-Latn-RS" sz="1900" dirty="0">
                <a:latin typeface="Arial" panose="020B0604020202020204" pitchFamily="34" charset="0"/>
                <a:cs typeface="Arial" panose="020B0604020202020204" pitchFamily="34" charset="0"/>
              </a:rPr>
              <a:t> 1</a:t>
            </a:r>
          </a:p>
          <a:p>
            <a:pPr marL="609600" indent="-609600" eaLnBrk="1" fontAlgn="auto" hangingPunct="1">
              <a:spcBef>
                <a:spcPts val="58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sr-Latn-RS" sz="1900" i="1" dirty="0">
                <a:latin typeface="Arial" panose="020B0604020202020204" pitchFamily="34" charset="0"/>
                <a:cs typeface="Arial" panose="020B0604020202020204" pitchFamily="34" charset="0"/>
              </a:rPr>
              <a:t>Y = y</a:t>
            </a:r>
            <a:r>
              <a:rPr lang="en-US" altLang="sr-Latn-RS" sz="1900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altLang="sr-Latn-RS" sz="1900" i="1" dirty="0">
                <a:latin typeface="Arial" panose="020B0604020202020204" pitchFamily="34" charset="0"/>
                <a:cs typeface="Arial" panose="020B0604020202020204" pitchFamily="34" charset="0"/>
              </a:rPr>
              <a:t> + t(y</a:t>
            </a:r>
            <a:r>
              <a:rPr lang="en-US" altLang="sr-Latn-RS" sz="1900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sr-Latn-RS" sz="1900" i="1" dirty="0">
                <a:latin typeface="Arial" panose="020B0604020202020204" pitchFamily="34" charset="0"/>
                <a:cs typeface="Arial" panose="020B0604020202020204" pitchFamily="34" charset="0"/>
              </a:rPr>
              <a:t> –  y</a:t>
            </a:r>
            <a:r>
              <a:rPr lang="en-US" altLang="sr-Latn-RS" sz="1900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altLang="sr-Latn-RS" sz="1900" i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609600" indent="-609600" eaLnBrk="1" fontAlgn="auto" hangingPunct="1">
              <a:spcBef>
                <a:spcPts val="580"/>
              </a:spcBef>
              <a:spcAft>
                <a:spcPts val="0"/>
              </a:spcAft>
              <a:buFontTx/>
              <a:buNone/>
              <a:defRPr/>
            </a:pPr>
            <a:endParaRPr lang="en-US" altLang="sr-Latn-RS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600" indent="-609600" eaLnBrk="1" fontAlgn="auto" hangingPunct="1">
              <a:spcBef>
                <a:spcPts val="58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sr-Latn-RS" sz="1900" i="1" dirty="0">
                <a:latin typeface="Arial" panose="020B0604020202020204" pitchFamily="34" charset="0"/>
                <a:cs typeface="Arial" panose="020B0604020202020204" pitchFamily="34" charset="0"/>
              </a:rPr>
              <a:t>P(t) = P</a:t>
            </a:r>
            <a:r>
              <a:rPr lang="en-US" altLang="sr-Latn-RS" sz="1900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altLang="sr-Latn-RS" sz="1900" i="1" dirty="0">
                <a:latin typeface="Arial" panose="020B0604020202020204" pitchFamily="34" charset="0"/>
                <a:cs typeface="Arial" panose="020B0604020202020204" pitchFamily="34" charset="0"/>
              </a:rPr>
              <a:t> + t(P</a:t>
            </a:r>
            <a:r>
              <a:rPr lang="en-US" altLang="sr-Latn-RS" sz="1900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sr-Latn-RS" sz="1900" i="1" dirty="0">
                <a:latin typeface="Arial" panose="020B0604020202020204" pitchFamily="34" charset="0"/>
                <a:cs typeface="Arial" panose="020B0604020202020204" pitchFamily="34" charset="0"/>
              </a:rPr>
              <a:t> – P</a:t>
            </a:r>
            <a:r>
              <a:rPr lang="en-US" altLang="sr-Latn-RS" sz="1900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altLang="sr-Latn-RS" sz="1900" i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hr-HR" altLang="sr-Latn-RS" sz="19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600" indent="-609600" eaLnBrk="1" fontAlgn="auto" hangingPunct="1">
              <a:spcBef>
                <a:spcPts val="580"/>
              </a:spcBef>
              <a:spcAft>
                <a:spcPts val="0"/>
              </a:spcAft>
              <a:buFontTx/>
              <a:buNone/>
              <a:defRPr/>
            </a:pPr>
            <a:endParaRPr lang="hr-HR" altLang="sr-Latn-RS" sz="19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600" indent="-609600" eaLnBrk="1" fontAlgn="auto" hangingPunct="1">
              <a:spcBef>
                <a:spcPts val="580"/>
              </a:spcBef>
              <a:spcAft>
                <a:spcPts val="0"/>
              </a:spcAft>
              <a:buFontTx/>
              <a:buNone/>
              <a:defRPr/>
            </a:pPr>
            <a:endParaRPr lang="hr-HR" altLang="sr-Latn-RS" sz="19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600" indent="-609600" eaLnBrk="1" fontAlgn="auto" hangingPunct="1">
              <a:spcBef>
                <a:spcPts val="580"/>
              </a:spcBef>
              <a:spcAft>
                <a:spcPts val="0"/>
              </a:spcAft>
              <a:buFontTx/>
              <a:buNone/>
              <a:defRPr/>
            </a:pPr>
            <a:endParaRPr lang="hr-HR" altLang="sr-Latn-RS" sz="19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600" indent="-609600" eaLnBrk="1" fontAlgn="auto" hangingPunct="1">
              <a:spcBef>
                <a:spcPts val="580"/>
              </a:spcBef>
              <a:spcAft>
                <a:spcPts val="0"/>
              </a:spcAft>
              <a:buFontTx/>
              <a:buNone/>
              <a:defRPr/>
            </a:pPr>
            <a:endParaRPr lang="hr-HR" altLang="sr-Latn-RS" sz="19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600" indent="-609600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r>
              <a:rPr lang="en-US" altLang="sr-Latn-RS" sz="1900" dirty="0">
                <a:latin typeface="Arial" panose="020B0604020202020204" pitchFamily="34" charset="0"/>
                <a:cs typeface="Arial" panose="020B0604020202020204" pitchFamily="34" charset="0"/>
              </a:rPr>
              <a:t>“true,” </a:t>
            </a:r>
            <a:r>
              <a:rPr lang="hr-HR" altLang="sr-Latn-RS" sz="1900" dirty="0">
                <a:latin typeface="Arial" panose="020B0604020202020204" pitchFamily="34" charset="0"/>
                <a:cs typeface="Arial" panose="020B0604020202020204" pitchFamily="34" charset="0"/>
              </a:rPr>
              <a:t>tj.</a:t>
            </a:r>
            <a:r>
              <a:rPr lang="en-US" altLang="sr-Latn-RS" sz="19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hr-HR" altLang="sr-Latn-RS" sz="1900" dirty="0">
                <a:latin typeface="Arial" panose="020B0604020202020204" pitchFamily="34" charset="0"/>
                <a:cs typeface="Arial" panose="020B0604020202020204" pitchFamily="34" charset="0"/>
              </a:rPr>
              <a:t>unutrašnji presjek</a:t>
            </a:r>
            <a:r>
              <a:rPr lang="en-US" altLang="sr-Latn-RS" sz="19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hr-HR" altLang="sr-Latn-RS" sz="1900" dirty="0">
                <a:latin typeface="Arial" panose="020B0604020202020204" pitchFamily="34" charset="0"/>
                <a:cs typeface="Arial" panose="020B0604020202020204" pitchFamily="34" charset="0"/>
              </a:rPr>
              <a:t>ako</a:t>
            </a:r>
            <a:r>
              <a:rPr lang="en-US" altLang="sr-Latn-RS" sz="1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sr-Latn-RS" sz="1900" i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hr-HR" altLang="sr-Latn-RS" sz="1900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rub</a:t>
            </a:r>
            <a:r>
              <a:rPr lang="en-US" altLang="sr-Latn-RS" sz="1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altLang="sr-Latn-RS" sz="19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sr-Latn-RS" sz="1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sr-Latn-RS" sz="1900" i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hr-HR" altLang="sr-Latn-RS" sz="1900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crta</a:t>
            </a:r>
            <a:r>
              <a:rPr lang="en-US" altLang="sr-Latn-RS" sz="1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altLang="sr-Latn-RS" sz="1900" dirty="0">
                <a:latin typeface="Arial" panose="020B0604020202020204" pitchFamily="34" charset="0"/>
                <a:cs typeface="Arial" panose="020B0604020202020204" pitchFamily="34" charset="0"/>
              </a:rPr>
              <a:t>iz</a:t>
            </a:r>
            <a:r>
              <a:rPr lang="en-US" altLang="sr-Latn-RS" sz="1900" dirty="0">
                <a:latin typeface="Arial" panose="020B0604020202020204" pitchFamily="34" charset="0"/>
                <a:cs typeface="Arial" panose="020B0604020202020204" pitchFamily="34" charset="0"/>
              </a:rPr>
              <a:t> [0,1]</a:t>
            </a:r>
          </a:p>
          <a:p>
            <a:pPr marL="609600" indent="-609600" eaLnBrk="1" fontAlgn="auto" hangingPunct="1">
              <a:spcBef>
                <a:spcPts val="580"/>
              </a:spcBef>
              <a:spcAft>
                <a:spcPts val="0"/>
              </a:spcAft>
              <a:buFontTx/>
              <a:buNone/>
              <a:defRPr/>
            </a:pPr>
            <a:endParaRPr lang="en-US" altLang="sr-Latn-RS" sz="2000" i="1" dirty="0"/>
          </a:p>
          <a:p>
            <a:pPr marL="609600" indent="-609600" algn="just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endParaRPr lang="en-US" altLang="sr-Latn-RS" sz="2000" dirty="0"/>
          </a:p>
        </p:txBody>
      </p:sp>
      <p:sp>
        <p:nvSpPr>
          <p:cNvPr id="36866" name="Date Placeholder 3">
            <a:extLst>
              <a:ext uri="{FF2B5EF4-FFF2-40B4-BE49-F238E27FC236}">
                <a16:creationId xmlns:a16="http://schemas.microsoft.com/office/drawing/2014/main" id="{2E44F6F7-4B4A-4672-A6AB-4D3DBB8CD983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fld id="{D8A25245-B6B1-4B9C-8D80-F635B067BF8F}" type="datetime1">
              <a:rPr lang="hr-HR" altLang="sr-Latn-RS" sz="1400" smtClean="0">
                <a:latin typeface="Times New Roman" panose="02020603050405020304" pitchFamily="18" charset="0"/>
              </a:rPr>
              <a:t>31.10.2025.</a:t>
            </a:fld>
            <a:endParaRPr lang="en-GB" altLang="sr-Latn-RS" sz="1400">
              <a:latin typeface="Times New Roman" panose="02020603050405020304" pitchFamily="18" charset="0"/>
            </a:endParaRPr>
          </a:p>
        </p:txBody>
      </p:sp>
      <p:sp>
        <p:nvSpPr>
          <p:cNvPr id="2" name="Rezervirano mjesto broja slajda 1">
            <a:extLst>
              <a:ext uri="{FF2B5EF4-FFF2-40B4-BE49-F238E27FC236}">
                <a16:creationId xmlns:a16="http://schemas.microsoft.com/office/drawing/2014/main" id="{ACD713F8-E40B-3258-789E-C52D0A121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EB520-78E3-4812-B23B-E76211F014E6}" type="slidenum">
              <a:rPr lang="en-GB" altLang="sr-Latn-RS" smtClean="0"/>
              <a:pPr/>
              <a:t>45</a:t>
            </a:fld>
            <a:endParaRPr lang="en-GB" altLang="sr-Latn-RS"/>
          </a:p>
        </p:txBody>
      </p:sp>
      <p:sp>
        <p:nvSpPr>
          <p:cNvPr id="36868" name="Rectangle 4">
            <a:extLst>
              <a:ext uri="{FF2B5EF4-FFF2-40B4-BE49-F238E27FC236}">
                <a16:creationId xmlns:a16="http://schemas.microsoft.com/office/drawing/2014/main" id="{A167094B-D65C-4095-8BA4-740F796D7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538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869" name="Rectangle 6">
            <a:extLst>
              <a:ext uri="{FF2B5EF4-FFF2-40B4-BE49-F238E27FC236}">
                <a16:creationId xmlns:a16="http://schemas.microsoft.com/office/drawing/2014/main" id="{9FC0C976-F6E1-49E9-ACE8-DB9A5AECEB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7163" y="31908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36870" name="Picture 7" descr="003">
            <a:extLst>
              <a:ext uri="{FF2B5EF4-FFF2-40B4-BE49-F238E27FC236}">
                <a16:creationId xmlns:a16="http://schemas.microsoft.com/office/drawing/2014/main" id="{FD2871F9-1F2A-42CD-A2C3-77ACCD98CF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575" y="2362200"/>
            <a:ext cx="2333625" cy="157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71" name="Picture 8" descr="004">
            <a:extLst>
              <a:ext uri="{FF2B5EF4-FFF2-40B4-BE49-F238E27FC236}">
                <a16:creationId xmlns:a16="http://schemas.microsoft.com/office/drawing/2014/main" id="{1AED2EE7-361C-4306-998E-AE5588EBE5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3276600"/>
            <a:ext cx="3152775" cy="2105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99CDD344-6D21-400B-84FF-A5D96FAC4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404813"/>
            <a:ext cx="7770812" cy="990600"/>
          </a:xfrm>
        </p:spPr>
        <p:txBody>
          <a:bodyPr/>
          <a:lstStyle/>
          <a:p>
            <a:pPr eaLnBrk="1" hangingPunct="1"/>
            <a:r>
              <a:rPr lang="hr-HR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Cohen – Sutherland algoritam odrezivanja</a:t>
            </a:r>
            <a:r>
              <a:rPr lang="en-GB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sr-Latn-RS" sz="28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B33E9279-DAC6-42B0-B3AE-4D6C272D94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828800"/>
            <a:ext cx="7772400" cy="4191000"/>
          </a:xfrm>
        </p:spPr>
        <p:txBody>
          <a:bodyPr/>
          <a:lstStyle/>
          <a:p>
            <a:pPr marL="609600" indent="-609600" algn="just" eaLnBrk="1" hangingPunct="1"/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Vjerojatno najčešće korišteni algoritam za odrezivanje ravnih crta</a:t>
            </a:r>
          </a:p>
          <a:p>
            <a:pPr marL="609600" indent="-609600" algn="just" eaLnBrk="1" hangingPunct="1"/>
            <a:endParaRPr lang="hr-HR" altLang="sr-Latn-R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600" indent="-609600" algn="just" eaLnBrk="1" hangingPunct="1"/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Nije najučinkovitiji</a:t>
            </a:r>
          </a:p>
          <a:p>
            <a:pPr marL="609600" indent="-609600" algn="just" eaLnBrk="1" hangingPunct="1"/>
            <a:endParaRPr lang="hr-HR" altLang="sr-Latn-R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600" indent="-609600" algn="just" eaLnBrk="1" hangingPunct="1"/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Postoje brži algoritmi (npr. Nichollov algoritam ili Cyrus – Beck algoritam). </a:t>
            </a:r>
          </a:p>
          <a:p>
            <a:pPr marL="609600" indent="-609600" algn="just" eaLnBrk="1" hangingPunct="1"/>
            <a:endParaRPr lang="hr-HR" altLang="sr-Latn-R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600" indent="-609600" algn="just" eaLnBrk="1" hangingPunct="1"/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Cohen – Sutherland algoritam provodi početna ispitivanja linije kako bi utvrdio da li je moguće izbjeći proračune presjeka.</a:t>
            </a:r>
            <a:r>
              <a:rPr lang="en-GB" altLang="sr-Latn-R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sr-Latn-RS" sz="2000" i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600" indent="-609600" algn="just" eaLnBrk="1" hangingPunct="1"/>
            <a:endParaRPr lang="en-US" altLang="sr-Latn-RS" sz="2400"/>
          </a:p>
        </p:txBody>
      </p:sp>
      <p:sp>
        <p:nvSpPr>
          <p:cNvPr id="37891" name="Date Placeholder 3">
            <a:extLst>
              <a:ext uri="{FF2B5EF4-FFF2-40B4-BE49-F238E27FC236}">
                <a16:creationId xmlns:a16="http://schemas.microsoft.com/office/drawing/2014/main" id="{5F4F77C0-E375-47F4-8FB3-7B924B5BB3DC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fld id="{83CE6BE2-3306-4D43-8493-43706582C4AC}" type="datetime1">
              <a:rPr lang="hr-HR" altLang="sr-Latn-RS" sz="1400" smtClean="0">
                <a:latin typeface="Times New Roman" panose="02020603050405020304" pitchFamily="18" charset="0"/>
              </a:rPr>
              <a:t>31.10.2025.</a:t>
            </a:fld>
            <a:endParaRPr lang="en-GB" altLang="sr-Latn-RS" sz="1400">
              <a:latin typeface="Times New Roman" panose="02020603050405020304" pitchFamily="18" charset="0"/>
            </a:endParaRPr>
          </a:p>
        </p:txBody>
      </p:sp>
      <p:sp>
        <p:nvSpPr>
          <p:cNvPr id="2" name="Rezervirano mjesto broja slajda 1">
            <a:extLst>
              <a:ext uri="{FF2B5EF4-FFF2-40B4-BE49-F238E27FC236}">
                <a16:creationId xmlns:a16="http://schemas.microsoft.com/office/drawing/2014/main" id="{94670EA6-6685-0658-CDAE-DE5998B9A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EB520-78E3-4812-B23B-E76211F014E6}" type="slidenum">
              <a:rPr lang="en-GB" altLang="sr-Latn-RS" smtClean="0"/>
              <a:pPr/>
              <a:t>46</a:t>
            </a:fld>
            <a:endParaRPr lang="en-GB" altLang="sr-Latn-RS"/>
          </a:p>
        </p:txBody>
      </p:sp>
      <p:sp>
        <p:nvSpPr>
          <p:cNvPr id="37893" name="Rectangle 4">
            <a:extLst>
              <a:ext uri="{FF2B5EF4-FFF2-40B4-BE49-F238E27FC236}">
                <a16:creationId xmlns:a16="http://schemas.microsoft.com/office/drawing/2014/main" id="{6104488D-5BB2-41E3-AFBA-92941C0339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538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894" name="Rectangle 5">
            <a:extLst>
              <a:ext uri="{FF2B5EF4-FFF2-40B4-BE49-F238E27FC236}">
                <a16:creationId xmlns:a16="http://schemas.microsoft.com/office/drawing/2014/main" id="{DF992ABE-9E59-4F9F-A84D-D36B671E21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7163" y="31908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D6C7584B-4B4B-42CA-97F9-15C7F3CC1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404813"/>
            <a:ext cx="7770812" cy="990600"/>
          </a:xfrm>
        </p:spPr>
        <p:txBody>
          <a:bodyPr/>
          <a:lstStyle/>
          <a:p>
            <a:pPr eaLnBrk="1" hangingPunct="1"/>
            <a:r>
              <a:rPr lang="hr-HR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Cohen – Sutherland algoritam odrezivanja</a:t>
            </a:r>
            <a:r>
              <a:rPr lang="en-GB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sr-Latn-RS" sz="28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0FCCFE96-AFF1-4103-86B9-5D5507EB46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4400" y="1600200"/>
            <a:ext cx="3733800" cy="4114800"/>
          </a:xfrm>
        </p:spPr>
        <p:txBody>
          <a:bodyPr/>
          <a:lstStyle/>
          <a:p>
            <a:pPr marL="609600" indent="-609600" algn="just" eaLnBrk="1" hangingPunct="1"/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Prvi bit:	</a:t>
            </a:r>
            <a:r>
              <a:rPr lang="hr-HR" altLang="sr-Latn-RS" sz="2000" i="1">
                <a:latin typeface="Arial" panose="020B0604020202020204" pitchFamily="34" charset="0"/>
                <a:cs typeface="Arial" panose="020B0604020202020204" pitchFamily="34" charset="0"/>
              </a:rPr>
              <a:t>y </a:t>
            </a: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hr-HR" altLang="sr-Latn-RS" sz="2000" i="1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hr-HR" altLang="sr-Latn-RS" sz="2000" i="1" baseline="-30000">
                <a:latin typeface="Arial" panose="020B0604020202020204" pitchFamily="34" charset="0"/>
                <a:cs typeface="Arial" panose="020B0604020202020204" pitchFamily="34" charset="0"/>
              </a:rPr>
              <a:t>max</a:t>
            </a:r>
            <a:endParaRPr lang="hr-HR" altLang="sr-Latn-R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600" indent="-609600" algn="just" eaLnBrk="1" hangingPunct="1"/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Drugi bit	</a:t>
            </a:r>
            <a:r>
              <a:rPr lang="hr-HR" altLang="sr-Latn-RS" sz="2000" i="1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 &lt; </a:t>
            </a:r>
            <a:r>
              <a:rPr lang="hr-HR" altLang="sr-Latn-RS" sz="2000" i="1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r>
              <a:rPr lang="hr-HR" altLang="sr-Latn-RS" sz="2000" i="1" baseline="-30000">
                <a:latin typeface="Arial" panose="020B0604020202020204" pitchFamily="34" charset="0"/>
                <a:cs typeface="Arial" panose="020B0604020202020204" pitchFamily="34" charset="0"/>
              </a:rPr>
              <a:t>min</a:t>
            </a:r>
            <a:endParaRPr lang="hr-HR" altLang="sr-Latn-R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600" indent="-609600" algn="just" eaLnBrk="1" hangingPunct="1"/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Treći bit:	</a:t>
            </a:r>
            <a:r>
              <a:rPr lang="hr-HR" altLang="sr-Latn-RS" sz="2000" i="1">
                <a:latin typeface="Arial" panose="020B0604020202020204" pitchFamily="34" charset="0"/>
                <a:cs typeface="Arial" panose="020B0604020202020204" pitchFamily="34" charset="0"/>
              </a:rPr>
              <a:t>x </a:t>
            </a: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&gt; </a:t>
            </a:r>
            <a:r>
              <a:rPr lang="hr-HR" altLang="sr-Latn-RS" sz="2000" i="1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hr-HR" altLang="sr-Latn-RS" sz="2000" i="1" baseline="-30000">
                <a:latin typeface="Arial" panose="020B0604020202020204" pitchFamily="34" charset="0"/>
                <a:cs typeface="Arial" panose="020B0604020202020204" pitchFamily="34" charset="0"/>
              </a:rPr>
              <a:t>max</a:t>
            </a:r>
            <a:endParaRPr lang="hr-HR" altLang="sr-Latn-R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600" indent="-609600" algn="just" eaLnBrk="1" hangingPunct="1"/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Četvrti bit:</a:t>
            </a:r>
            <a:r>
              <a:rPr lang="hr-HR" altLang="sr-Latn-RS" sz="2000" i="1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 &lt; </a:t>
            </a:r>
            <a:r>
              <a:rPr lang="hr-HR" altLang="sr-Latn-RS" sz="2000" i="1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hr-HR" altLang="sr-Latn-RS" sz="2000" i="1" baseline="-30000">
                <a:latin typeface="Arial" panose="020B0604020202020204" pitchFamily="34" charset="0"/>
                <a:cs typeface="Arial" panose="020B0604020202020204" pitchFamily="34" charset="0"/>
              </a:rPr>
              <a:t>min</a:t>
            </a:r>
            <a:endParaRPr lang="hr-HR" altLang="sr-Latn-R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600" indent="-609600" algn="just" eaLnBrk="1" hangingPunct="1"/>
            <a:endParaRPr lang="en-US" altLang="sr-Latn-RS" sz="2400"/>
          </a:p>
        </p:txBody>
      </p:sp>
      <p:sp>
        <p:nvSpPr>
          <p:cNvPr id="38915" name="Date Placeholder 3">
            <a:extLst>
              <a:ext uri="{FF2B5EF4-FFF2-40B4-BE49-F238E27FC236}">
                <a16:creationId xmlns:a16="http://schemas.microsoft.com/office/drawing/2014/main" id="{F090D2C8-7F16-4240-A7B7-05CA932C0256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fld id="{387BEC4E-2CDF-4494-9756-0226FFBAFB0A}" type="datetime1">
              <a:rPr lang="hr-HR" altLang="sr-Latn-RS" sz="1400" smtClean="0">
                <a:latin typeface="Times New Roman" panose="02020603050405020304" pitchFamily="18" charset="0"/>
              </a:rPr>
              <a:t>31.10.2025.</a:t>
            </a:fld>
            <a:endParaRPr lang="en-GB" altLang="sr-Latn-RS" sz="1400">
              <a:latin typeface="Times New Roman" panose="02020603050405020304" pitchFamily="18" charset="0"/>
            </a:endParaRPr>
          </a:p>
        </p:txBody>
      </p:sp>
      <p:sp>
        <p:nvSpPr>
          <p:cNvPr id="2" name="Rezervirano mjesto broja slajda 1">
            <a:extLst>
              <a:ext uri="{FF2B5EF4-FFF2-40B4-BE49-F238E27FC236}">
                <a16:creationId xmlns:a16="http://schemas.microsoft.com/office/drawing/2014/main" id="{291C954B-4B71-B376-FD69-78F5ABA10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EB520-78E3-4812-B23B-E76211F014E6}" type="slidenum">
              <a:rPr lang="en-GB" altLang="sr-Latn-RS" smtClean="0"/>
              <a:pPr/>
              <a:t>47</a:t>
            </a:fld>
            <a:endParaRPr lang="en-GB" altLang="sr-Latn-RS"/>
          </a:p>
        </p:txBody>
      </p:sp>
      <p:sp>
        <p:nvSpPr>
          <p:cNvPr id="38917" name="Rectangle 4">
            <a:extLst>
              <a:ext uri="{FF2B5EF4-FFF2-40B4-BE49-F238E27FC236}">
                <a16:creationId xmlns:a16="http://schemas.microsoft.com/office/drawing/2014/main" id="{20C1BA2B-F545-4B88-AC7C-C31E58B610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538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18" name="Rectangle 7">
            <a:extLst>
              <a:ext uri="{FF2B5EF4-FFF2-40B4-BE49-F238E27FC236}">
                <a16:creationId xmlns:a16="http://schemas.microsoft.com/office/drawing/2014/main" id="{1FBCDB2F-93ED-4D38-94F4-A657C01DC4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4700" y="18907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38919" name="Picture 6" descr="Slika213">
            <a:extLst>
              <a:ext uri="{FF2B5EF4-FFF2-40B4-BE49-F238E27FC236}">
                <a16:creationId xmlns:a16="http://schemas.microsoft.com/office/drawing/2014/main" id="{6C0C7555-5052-4670-A6F9-87336E4231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00200"/>
            <a:ext cx="3673475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1" name="Rectangle 2">
            <a:extLst>
              <a:ext uri="{FF2B5EF4-FFF2-40B4-BE49-F238E27FC236}">
                <a16:creationId xmlns:a16="http://schemas.microsoft.com/office/drawing/2014/main" id="{2B85F16C-D1AC-4465-982F-781ACC246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404813"/>
            <a:ext cx="7770812" cy="990600"/>
          </a:xfrm>
        </p:spPr>
        <p:txBody>
          <a:bodyPr/>
          <a:lstStyle/>
          <a:p>
            <a:pPr eaLnBrk="1" hangingPunct="1"/>
            <a:r>
              <a:rPr lang="hr-HR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Cohen – Sutherland algoritam odrezivanja</a:t>
            </a:r>
            <a:r>
              <a:rPr lang="en-GB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sr-Latn-RS" sz="28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38ADCD39-5BBD-48F1-AC4F-9AC82713F3F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600200"/>
            <a:ext cx="8001000" cy="4114800"/>
          </a:xfrm>
        </p:spPr>
        <p:txBody>
          <a:bodyPr>
            <a:normAutofit/>
          </a:bodyPr>
          <a:lstStyle/>
          <a:p>
            <a:pPr marL="609600" indent="-609600" algn="just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endParaRPr lang="hr-HR" altLang="sr-Latn-R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600" indent="-609600" algn="just" eaLnBrk="1" fontAlgn="auto" hangingPunct="1">
              <a:spcBef>
                <a:spcPts val="580"/>
              </a:spcBef>
              <a:spcAft>
                <a:spcPts val="0"/>
              </a:spcAft>
              <a:buFontTx/>
              <a:buAutoNum type="arabicPeriod"/>
              <a:defRPr/>
            </a:pP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Zadana je linija s krajnjim točkama P0 = (x0, y0) i P1 = (x1, y1)</a:t>
            </a:r>
          </a:p>
          <a:p>
            <a:pPr marL="609600" indent="-609600" algn="just" eaLnBrk="1" fontAlgn="auto" hangingPunct="1">
              <a:spcBef>
                <a:spcPts val="580"/>
              </a:spcBef>
              <a:spcAft>
                <a:spcPts val="0"/>
              </a:spcAft>
              <a:buFontTx/>
              <a:buAutoNum type="arabicPeriod"/>
              <a:defRPr/>
            </a:pPr>
            <a:endParaRPr lang="en-GB" altLang="sr-Latn-R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600" indent="-609600" algn="just" eaLnBrk="1" fontAlgn="auto" hangingPunct="1">
              <a:spcBef>
                <a:spcPts val="580"/>
              </a:spcBef>
              <a:spcAft>
                <a:spcPts val="0"/>
              </a:spcAft>
              <a:buFontTx/>
              <a:buAutoNum type="arabicPeriod" startAt="2"/>
              <a:defRPr/>
            </a:pP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Izračunaj odgovarajuće 4-bitne kodove za krajnje točke. </a:t>
            </a:r>
          </a:p>
          <a:p>
            <a:pPr marL="609600" indent="-609600" algn="just" eaLnBrk="1" fontAlgn="auto" hangingPunct="1">
              <a:spcBef>
                <a:spcPts val="580"/>
              </a:spcBef>
              <a:spcAft>
                <a:spcPts val="0"/>
              </a:spcAft>
              <a:buFontTx/>
              <a:buAutoNum type="arabicPeriod" startAt="2"/>
              <a:defRPr/>
            </a:pPr>
            <a:endParaRPr lang="hr-HR" altLang="sr-Latn-R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None/>
              <a:defRPr/>
            </a:pP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	Ako su oba koda 0000, (logička ILI funkcija po bitovima 	kodova daje rezultat 0000 ) linija je u potpunosti unutar 	prozora: proslijedi krajnje točke rutini crtanja. </a:t>
            </a:r>
          </a:p>
          <a:p>
            <a:pPr marL="0" indent="0" algn="just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None/>
              <a:defRPr/>
            </a:pP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	Ako oba koda imaju 1 na istoj poziciji bita (logička I funkcija 	po bitovima kodova nije 0000), linija se nalazi izvan prozora 	=&gt; Može se trivijalno odbaciti.</a:t>
            </a:r>
            <a:endParaRPr lang="en-GB" altLang="sr-Latn-R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600" indent="-609600" algn="just"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Char char=""/>
              <a:defRPr/>
            </a:pPr>
            <a:endParaRPr lang="hr-HR" altLang="sr-Latn-RS" sz="2400" dirty="0">
              <a:cs typeface="Times New Roman" pitchFamily="18" charset="0"/>
            </a:endParaRPr>
          </a:p>
        </p:txBody>
      </p:sp>
      <p:sp>
        <p:nvSpPr>
          <p:cNvPr id="39938" name="Date Placeholder 3">
            <a:extLst>
              <a:ext uri="{FF2B5EF4-FFF2-40B4-BE49-F238E27FC236}">
                <a16:creationId xmlns:a16="http://schemas.microsoft.com/office/drawing/2014/main" id="{157C1B2C-6054-4EF1-BA46-C86F4170C616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fld id="{7794CDD8-A818-4597-A5F5-A0034BD61A51}" type="datetime1">
              <a:rPr lang="hr-HR" altLang="sr-Latn-RS" sz="1400" smtClean="0">
                <a:latin typeface="Times New Roman" panose="02020603050405020304" pitchFamily="18" charset="0"/>
              </a:rPr>
              <a:t>31.10.2025.</a:t>
            </a:fld>
            <a:endParaRPr lang="en-GB" altLang="sr-Latn-RS" sz="1400">
              <a:latin typeface="Times New Roman" panose="02020603050405020304" pitchFamily="18" charset="0"/>
            </a:endParaRPr>
          </a:p>
        </p:txBody>
      </p:sp>
      <p:sp>
        <p:nvSpPr>
          <p:cNvPr id="2" name="Rezervirano mjesto broja slajda 1">
            <a:extLst>
              <a:ext uri="{FF2B5EF4-FFF2-40B4-BE49-F238E27FC236}">
                <a16:creationId xmlns:a16="http://schemas.microsoft.com/office/drawing/2014/main" id="{F59CAC88-C54F-1A94-598C-2C7A32421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EB520-78E3-4812-B23B-E76211F014E6}" type="slidenum">
              <a:rPr lang="en-GB" altLang="sr-Latn-RS" smtClean="0"/>
              <a:pPr/>
              <a:t>48</a:t>
            </a:fld>
            <a:endParaRPr lang="en-GB" altLang="sr-Latn-RS"/>
          </a:p>
        </p:txBody>
      </p:sp>
      <p:sp>
        <p:nvSpPr>
          <p:cNvPr id="39940" name="Rectangle 5">
            <a:extLst>
              <a:ext uri="{FF2B5EF4-FFF2-40B4-BE49-F238E27FC236}">
                <a16:creationId xmlns:a16="http://schemas.microsoft.com/office/drawing/2014/main" id="{967BCE38-C084-4B00-B0A2-A3B3D12B2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4700" y="18907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6" name="Rectangle 2">
            <a:extLst>
              <a:ext uri="{FF2B5EF4-FFF2-40B4-BE49-F238E27FC236}">
                <a16:creationId xmlns:a16="http://schemas.microsoft.com/office/drawing/2014/main" id="{C1255A2C-F6D5-4C28-A7D8-5BA4491A4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404813"/>
            <a:ext cx="7770812" cy="990600"/>
          </a:xfrm>
        </p:spPr>
        <p:txBody>
          <a:bodyPr/>
          <a:lstStyle/>
          <a:p>
            <a:pPr eaLnBrk="1" hangingPunct="1"/>
            <a:r>
              <a:rPr lang="hr-HR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Cohen – Sutherland algoritam odrezivanja</a:t>
            </a:r>
            <a:r>
              <a:rPr lang="en-GB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sr-Latn-RS" sz="28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3F270AA4-E8C9-4146-A3F3-485465FD43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371600"/>
            <a:ext cx="7772400" cy="4114800"/>
          </a:xfrm>
        </p:spPr>
        <p:txBody>
          <a:bodyPr>
            <a:normAutofit lnSpcReduction="10000"/>
          </a:bodyPr>
          <a:lstStyle/>
          <a:p>
            <a:pPr marL="609600" indent="-609600" algn="just" eaLnBrk="1" hangingPunct="1">
              <a:lnSpc>
                <a:spcPct val="90000"/>
              </a:lnSpc>
              <a:buFontTx/>
              <a:buNone/>
            </a:pPr>
            <a:endParaRPr lang="hr-HR" altLang="sr-Latn-R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600" indent="-609600" algn="just" eaLnBrk="1" hangingPunct="1">
              <a:lnSpc>
                <a:spcPct val="90000"/>
              </a:lnSpc>
              <a:buFontTx/>
              <a:buAutoNum type="arabicPeriod" startAt="3"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Ako liniju ne možemo trivijalno odbaciti niti prihvatiti =&gt; bar jedna krajnja točka leži izvan prozora i segment linije siječe rub prozora. </a:t>
            </a:r>
          </a:p>
          <a:p>
            <a:pPr marL="609600" indent="-609600" algn="just" eaLnBrk="1" hangingPunct="1">
              <a:lnSpc>
                <a:spcPct val="90000"/>
              </a:lnSpc>
              <a:buFontTx/>
              <a:buNone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	Ova linija mora biti odsječena na rubu prozora prije nego što se proslijedi rutini za crtanje.</a:t>
            </a:r>
            <a:endParaRPr lang="en-GB" altLang="sr-Latn-R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600" indent="-609600" algn="just" eaLnBrk="1" hangingPunct="1">
              <a:lnSpc>
                <a:spcPct val="90000"/>
              </a:lnSpc>
              <a:buFontTx/>
              <a:buNone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</a:p>
          <a:p>
            <a:pPr marL="609600" indent="-609600" algn="just" eaLnBrk="1" hangingPunct="1">
              <a:lnSpc>
                <a:spcPct val="90000"/>
              </a:lnSpc>
              <a:buFontTx/>
              <a:buAutoNum type="arabicPeriod" startAt="4"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Ispitaj jednu krajnju točku, na primjer P0 = (x0, y0). Očitaj 4-bitni kod točke P0 sljedećim redom: Lijevo-Desno, Dole-Gore.</a:t>
            </a:r>
            <a:endParaRPr lang="en-GB" altLang="sr-Latn-R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600" indent="-609600" algn="just" eaLnBrk="1" hangingPunct="1">
              <a:lnSpc>
                <a:spcPct val="90000"/>
              </a:lnSpc>
              <a:buFontTx/>
              <a:buNone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</a:p>
          <a:p>
            <a:pPr marL="609600" indent="-609600" algn="just" eaLnBrk="1" hangingPunct="1">
              <a:lnSpc>
                <a:spcPct val="90000"/>
              </a:lnSpc>
              <a:buFontTx/>
              <a:buAutoNum type="arabicPeriod" startAt="5"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Kada se pojavi bit postavljanja (1), izračunaj presjek I odgovarajućeg ruba prozora sa linijom od P0 do P1. Zamijeni P0 sa I i ponovi algoritam.</a:t>
            </a:r>
            <a:endParaRPr lang="en-GB" altLang="sr-Latn-R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962" name="Date Placeholder 3">
            <a:extLst>
              <a:ext uri="{FF2B5EF4-FFF2-40B4-BE49-F238E27FC236}">
                <a16:creationId xmlns:a16="http://schemas.microsoft.com/office/drawing/2014/main" id="{746D3491-92EA-4EDB-AFA7-66943BEB72EA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fld id="{AE3E441E-C646-4083-8270-C503CB4DC35F}" type="datetime1">
              <a:rPr lang="hr-HR" altLang="sr-Latn-RS" sz="1400" smtClean="0">
                <a:solidFill>
                  <a:srgbClr val="FFFFFF"/>
                </a:solidFill>
                <a:latin typeface="Times New Roman" panose="02020603050405020304" pitchFamily="18" charset="0"/>
              </a:rPr>
              <a:t>31.10.2025.</a:t>
            </a:fld>
            <a:endParaRPr lang="en-GB" altLang="sr-Latn-RS" sz="1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Rezervirano mjesto broja slajda 1">
            <a:extLst>
              <a:ext uri="{FF2B5EF4-FFF2-40B4-BE49-F238E27FC236}">
                <a16:creationId xmlns:a16="http://schemas.microsoft.com/office/drawing/2014/main" id="{24FCE3FA-AF0F-FDCA-D44E-E74A2B85E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EB520-78E3-4812-B23B-E76211F014E6}" type="slidenum">
              <a:rPr lang="en-GB" altLang="sr-Latn-RS" smtClean="0"/>
              <a:pPr/>
              <a:t>49</a:t>
            </a:fld>
            <a:endParaRPr lang="en-GB" altLang="sr-Latn-RS"/>
          </a:p>
        </p:txBody>
      </p:sp>
      <p:sp>
        <p:nvSpPr>
          <p:cNvPr id="40964" name="Rectangle 4">
            <a:extLst>
              <a:ext uri="{FF2B5EF4-FFF2-40B4-BE49-F238E27FC236}">
                <a16:creationId xmlns:a16="http://schemas.microsoft.com/office/drawing/2014/main" id="{0F156B15-D7A2-4F54-9B2E-A98568AA3D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538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965" name="Rectangle 5">
            <a:extLst>
              <a:ext uri="{FF2B5EF4-FFF2-40B4-BE49-F238E27FC236}">
                <a16:creationId xmlns:a16="http://schemas.microsoft.com/office/drawing/2014/main" id="{832C50AC-EFD2-4861-A8F6-E70409B92F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4700" y="18907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92" name="Rectangle 2">
            <a:extLst>
              <a:ext uri="{FF2B5EF4-FFF2-40B4-BE49-F238E27FC236}">
                <a16:creationId xmlns:a16="http://schemas.microsoft.com/office/drawing/2014/main" id="{4D482318-FC7E-408E-BD51-3078D835C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404813"/>
            <a:ext cx="7770812" cy="990600"/>
          </a:xfrm>
        </p:spPr>
        <p:txBody>
          <a:bodyPr/>
          <a:lstStyle/>
          <a:p>
            <a:pPr eaLnBrk="1" hangingPunct="1"/>
            <a:r>
              <a:rPr lang="hr-HR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Cohen – Sutherland algoritam odrezivanja</a:t>
            </a:r>
            <a:r>
              <a:rPr lang="en-GB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sr-Latn-RS" sz="28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ED99F253-6608-4B1A-930E-346B4523784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87450" y="5434013"/>
            <a:ext cx="7772400" cy="533400"/>
          </a:xfrm>
        </p:spPr>
        <p:txBody>
          <a:bodyPr>
            <a:normAutofit fontScale="77500" lnSpcReduction="20000"/>
          </a:bodyPr>
          <a:lstStyle/>
          <a:p>
            <a:pPr marL="609600" indent="-609600" algn="just" eaLnBrk="1" fontAlgn="auto" hangingPunct="1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buFontTx/>
              <a:buNone/>
              <a:defRPr/>
            </a:pPr>
            <a:endParaRPr lang="hr-HR" altLang="sr-Latn-RS" sz="2000" dirty="0">
              <a:cs typeface="Times New Roman" pitchFamily="18" charset="0"/>
            </a:endParaRPr>
          </a:p>
          <a:p>
            <a:pPr marL="609600" indent="-609600" algn="just" eaLnBrk="1" fontAlgn="auto" hangingPunct="1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buFontTx/>
              <a:buNone/>
              <a:defRPr/>
            </a:pPr>
            <a:r>
              <a:rPr lang="hr-HR" altLang="sr-Latn-RS" dirty="0">
                <a:latin typeface="Arial" panose="020B0604020202020204" pitchFamily="34" charset="0"/>
                <a:cs typeface="Arial" panose="020B0604020202020204" pitchFamily="34" charset="0"/>
              </a:rPr>
              <a:t>Primjer odrezivanja Cohen – Sutherland algoritmom</a:t>
            </a:r>
            <a:r>
              <a:rPr lang="en-GB" altLang="sr-Latn-R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41986" name="Date Placeholder 3">
            <a:extLst>
              <a:ext uri="{FF2B5EF4-FFF2-40B4-BE49-F238E27FC236}">
                <a16:creationId xmlns:a16="http://schemas.microsoft.com/office/drawing/2014/main" id="{3CA851BC-B2C7-4117-84A7-CE8F315A6C59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fld id="{6F7C7B51-6128-46D6-B061-C15638AE79C8}" type="datetime1">
              <a:rPr lang="hr-HR" altLang="sr-Latn-RS" sz="1400" smtClean="0">
                <a:latin typeface="Times New Roman" panose="02020603050405020304" pitchFamily="18" charset="0"/>
              </a:rPr>
              <a:t>31.10.2025.</a:t>
            </a:fld>
            <a:endParaRPr lang="en-GB" altLang="sr-Latn-RS" sz="1400">
              <a:latin typeface="Times New Roman" panose="02020603050405020304" pitchFamily="18" charset="0"/>
            </a:endParaRPr>
          </a:p>
        </p:txBody>
      </p:sp>
      <p:sp>
        <p:nvSpPr>
          <p:cNvPr id="2" name="Rezervirano mjesto broja slajda 1">
            <a:extLst>
              <a:ext uri="{FF2B5EF4-FFF2-40B4-BE49-F238E27FC236}">
                <a16:creationId xmlns:a16="http://schemas.microsoft.com/office/drawing/2014/main" id="{3245700B-B8C7-5EC5-3A28-5902D08F4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EB520-78E3-4812-B23B-E76211F014E6}" type="slidenum">
              <a:rPr lang="en-GB" altLang="sr-Latn-RS" smtClean="0"/>
              <a:pPr/>
              <a:t>50</a:t>
            </a:fld>
            <a:endParaRPr lang="en-GB" altLang="sr-Latn-RS"/>
          </a:p>
        </p:txBody>
      </p:sp>
      <p:sp>
        <p:nvSpPr>
          <p:cNvPr id="41988" name="Rectangle 4">
            <a:extLst>
              <a:ext uri="{FF2B5EF4-FFF2-40B4-BE49-F238E27FC236}">
                <a16:creationId xmlns:a16="http://schemas.microsoft.com/office/drawing/2014/main" id="{0B41D75E-D8B3-4AE8-9EEB-6F7A404567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538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989" name="Rectangle 5">
            <a:extLst>
              <a:ext uri="{FF2B5EF4-FFF2-40B4-BE49-F238E27FC236}">
                <a16:creationId xmlns:a16="http://schemas.microsoft.com/office/drawing/2014/main" id="{8593ED47-7230-4F4A-86E5-C1C3D197CF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4700" y="18907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990" name="Rectangle 7">
            <a:extLst>
              <a:ext uri="{FF2B5EF4-FFF2-40B4-BE49-F238E27FC236}">
                <a16:creationId xmlns:a16="http://schemas.microsoft.com/office/drawing/2014/main" id="{6A988D38-1B67-49A8-B406-C7D2346933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4138" y="20335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41991" name="Picture 6" descr="Slika214">
            <a:extLst>
              <a:ext uri="{FF2B5EF4-FFF2-40B4-BE49-F238E27FC236}">
                <a16:creationId xmlns:a16="http://schemas.microsoft.com/office/drawing/2014/main" id="{41BEA332-3A1F-4DE8-88E7-6116AE845D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981200"/>
            <a:ext cx="4843463" cy="347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6" name="Rectangle 2">
            <a:extLst>
              <a:ext uri="{FF2B5EF4-FFF2-40B4-BE49-F238E27FC236}">
                <a16:creationId xmlns:a16="http://schemas.microsoft.com/office/drawing/2014/main" id="{9DCDFBB8-6377-49B3-973D-BE3E30CFC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404813"/>
            <a:ext cx="7770812" cy="990600"/>
          </a:xfrm>
        </p:spPr>
        <p:txBody>
          <a:bodyPr/>
          <a:lstStyle/>
          <a:p>
            <a:pPr eaLnBrk="1" hangingPunct="1"/>
            <a:r>
              <a:rPr lang="hr-HR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Cohen – Sutherland algoritam odrezivanja</a:t>
            </a:r>
            <a:r>
              <a:rPr lang="en-GB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sr-Latn-RS" sz="28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56AFBCE7-7F61-40C4-AAD5-73AE894FE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1628775"/>
            <a:ext cx="4968875" cy="4495800"/>
          </a:xfrm>
        </p:spPr>
        <p:txBody>
          <a:bodyPr/>
          <a:lstStyle/>
          <a:p>
            <a:pPr marL="609600" indent="-609600" algn="just" eaLnBrk="1" hangingPunct="1">
              <a:lnSpc>
                <a:spcPct val="80000"/>
              </a:lnSpc>
              <a:buFontTx/>
              <a:buNone/>
            </a:pPr>
            <a:r>
              <a:rPr lang="hr-HR" altLang="sr-Latn-RS" sz="2400"/>
              <a:t>	</a:t>
            </a:r>
          </a:p>
          <a:p>
            <a:pPr marL="609600" indent="-609600" algn="just" eaLnBrk="1" hangingPunct="1">
              <a:lnSpc>
                <a:spcPct val="80000"/>
              </a:lnSpc>
              <a:buFontTx/>
              <a:buNone/>
            </a:pPr>
            <a:r>
              <a:rPr lang="hr-HR" altLang="sr-Latn-RS" sz="2400"/>
              <a:t>	</a:t>
            </a: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Dužina AD:</a:t>
            </a:r>
          </a:p>
          <a:p>
            <a:pPr marL="609600" indent="-609600" algn="just" eaLnBrk="1" hangingPunct="1">
              <a:lnSpc>
                <a:spcPct val="80000"/>
              </a:lnSpc>
              <a:buFontTx/>
              <a:buNone/>
            </a:pPr>
            <a:endParaRPr lang="hr-HR" altLang="sr-Latn-R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600" indent="-609600" algn="just" eaLnBrk="1" hangingPunct="1">
              <a:lnSpc>
                <a:spcPct val="80000"/>
              </a:lnSpc>
              <a:buFontTx/>
              <a:buNone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	Točka A ima kod 0000, a točka D ima kod 1001.</a:t>
            </a:r>
          </a:p>
          <a:p>
            <a:pPr marL="609600" indent="-609600" algn="just" eaLnBrk="1" hangingPunct="1">
              <a:lnSpc>
                <a:spcPct val="80000"/>
              </a:lnSpc>
              <a:buFontTx/>
              <a:buNone/>
            </a:pPr>
            <a:endParaRPr lang="hr-HR" altLang="sr-Latn-R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600" indent="-609600" algn="just" eaLnBrk="1" hangingPunct="1">
              <a:lnSpc>
                <a:spcPct val="80000"/>
              </a:lnSpc>
              <a:buFontTx/>
              <a:buNone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	Logička I funkcija ova dva koda je nula; stoga se linija ne može trivijalno odbaciti. </a:t>
            </a:r>
          </a:p>
          <a:p>
            <a:pPr marL="609600" indent="-609600" algn="just" eaLnBrk="1" hangingPunct="1">
              <a:lnSpc>
                <a:spcPct val="80000"/>
              </a:lnSpc>
              <a:buFontTx/>
              <a:buNone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marL="609600" indent="-609600" algn="just" eaLnBrk="1" hangingPunct="1">
              <a:lnSpc>
                <a:spcPct val="80000"/>
              </a:lnSpc>
              <a:buFontTx/>
              <a:buNone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	Također, logička ILI funkcija kodova nije jednaka nuli pa liniju ne možemo trivijalno prihvatiti. </a:t>
            </a:r>
            <a:endParaRPr lang="en-GB" altLang="sr-Latn-R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010" name="Date Placeholder 3">
            <a:extLst>
              <a:ext uri="{FF2B5EF4-FFF2-40B4-BE49-F238E27FC236}">
                <a16:creationId xmlns:a16="http://schemas.microsoft.com/office/drawing/2014/main" id="{E8A1FC98-8421-4981-A0D4-D8AFA5D2233A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fld id="{E3B412A0-129A-4BF5-928E-7D7C4FFDF503}" type="datetime1">
              <a:rPr lang="hr-HR" altLang="sr-Latn-RS" sz="1400" smtClean="0">
                <a:latin typeface="Times New Roman" panose="02020603050405020304" pitchFamily="18" charset="0"/>
              </a:rPr>
              <a:t>31.10.2025.</a:t>
            </a:fld>
            <a:endParaRPr lang="en-GB" altLang="sr-Latn-RS" sz="1400">
              <a:latin typeface="Times New Roman" panose="02020603050405020304" pitchFamily="18" charset="0"/>
            </a:endParaRPr>
          </a:p>
        </p:txBody>
      </p:sp>
      <p:sp>
        <p:nvSpPr>
          <p:cNvPr id="2" name="Rezervirano mjesto broja slajda 1">
            <a:extLst>
              <a:ext uri="{FF2B5EF4-FFF2-40B4-BE49-F238E27FC236}">
                <a16:creationId xmlns:a16="http://schemas.microsoft.com/office/drawing/2014/main" id="{880B9B46-C041-D59E-5703-5175841DB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EB520-78E3-4812-B23B-E76211F014E6}" type="slidenum">
              <a:rPr lang="en-GB" altLang="sr-Latn-RS" smtClean="0"/>
              <a:pPr/>
              <a:t>51</a:t>
            </a:fld>
            <a:endParaRPr lang="en-GB" altLang="sr-Latn-RS"/>
          </a:p>
        </p:txBody>
      </p:sp>
      <p:sp>
        <p:nvSpPr>
          <p:cNvPr id="43012" name="Rectangle 4">
            <a:extLst>
              <a:ext uri="{FF2B5EF4-FFF2-40B4-BE49-F238E27FC236}">
                <a16:creationId xmlns:a16="http://schemas.microsoft.com/office/drawing/2014/main" id="{21F43807-CDDB-40B0-A220-6174D6395E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538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013" name="Rectangle 5">
            <a:extLst>
              <a:ext uri="{FF2B5EF4-FFF2-40B4-BE49-F238E27FC236}">
                <a16:creationId xmlns:a16="http://schemas.microsoft.com/office/drawing/2014/main" id="{BF8E01F0-975A-42C8-BFC7-D69192CF11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4700" y="18907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014" name="Rectangle 6">
            <a:extLst>
              <a:ext uri="{FF2B5EF4-FFF2-40B4-BE49-F238E27FC236}">
                <a16:creationId xmlns:a16="http://schemas.microsoft.com/office/drawing/2014/main" id="{EFDF053E-F219-441F-9E6E-8BC48662DE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4138" y="20335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43015" name="Picture 7" descr="Slika214">
            <a:extLst>
              <a:ext uri="{FF2B5EF4-FFF2-40B4-BE49-F238E27FC236}">
                <a16:creationId xmlns:a16="http://schemas.microsoft.com/office/drawing/2014/main" id="{422E3A3E-1B7C-4E17-BB15-4C08775082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8450" y="2033588"/>
            <a:ext cx="3503613" cy="251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9" name="Rectangle 2">
            <a:extLst>
              <a:ext uri="{FF2B5EF4-FFF2-40B4-BE49-F238E27FC236}">
                <a16:creationId xmlns:a16="http://schemas.microsoft.com/office/drawing/2014/main" id="{AF118103-8ADC-4150-BA3F-284ED7E1E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404813"/>
            <a:ext cx="7770812" cy="990600"/>
          </a:xfrm>
        </p:spPr>
        <p:txBody>
          <a:bodyPr/>
          <a:lstStyle/>
          <a:p>
            <a:pPr eaLnBrk="1" hangingPunct="1"/>
            <a:r>
              <a:rPr lang="hr-HR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Cohen – Sutherland algoritam odrezivanja</a:t>
            </a:r>
            <a:r>
              <a:rPr lang="en-GB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sr-Latn-RS" sz="28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D7F768A2-3697-4191-B60C-4A9BBD104E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85925"/>
            <a:ext cx="5076825" cy="4495800"/>
          </a:xfrm>
        </p:spPr>
        <p:txBody>
          <a:bodyPr/>
          <a:lstStyle/>
          <a:p>
            <a:pPr marL="609600" indent="-609600" algn="just" eaLnBrk="1" hangingPunct="1">
              <a:lnSpc>
                <a:spcPct val="80000"/>
              </a:lnSpc>
              <a:buFontTx/>
              <a:buNone/>
            </a:pPr>
            <a:r>
              <a:rPr lang="hr-HR" altLang="sr-Latn-RS" sz="2400"/>
              <a:t>	</a:t>
            </a:r>
          </a:p>
          <a:p>
            <a:pPr marL="609600" indent="-609600" algn="just" eaLnBrk="1" hangingPunct="1">
              <a:lnSpc>
                <a:spcPct val="80000"/>
              </a:lnSpc>
              <a:buFontTx/>
              <a:buNone/>
            </a:pPr>
            <a:r>
              <a:rPr lang="hr-HR" altLang="sr-Latn-RS" sz="2400"/>
              <a:t>	</a:t>
            </a: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Dužina AD (nast.):</a:t>
            </a:r>
          </a:p>
          <a:p>
            <a:pPr marL="609600" indent="-609600" algn="just" eaLnBrk="1" hangingPunct="1">
              <a:lnSpc>
                <a:spcPct val="80000"/>
              </a:lnSpc>
              <a:buFontTx/>
              <a:buNone/>
            </a:pPr>
            <a:endParaRPr lang="hr-HR" altLang="sr-Latn-R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600" indent="-609600" algn="just" eaLnBrk="1" hangingPunct="1">
              <a:lnSpc>
                <a:spcPct val="80000"/>
              </a:lnSpc>
              <a:buFontTx/>
              <a:buNone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	Po redu ispitivanja, prvo koristimo gornji rub za odrezivanje AD na B. </a:t>
            </a:r>
          </a:p>
          <a:p>
            <a:pPr marL="609600" indent="-609600" algn="just" eaLnBrk="1" hangingPunct="1">
              <a:lnSpc>
                <a:spcPct val="80000"/>
              </a:lnSpc>
              <a:buFontTx/>
              <a:buNone/>
            </a:pPr>
            <a:endParaRPr lang="hr-HR" altLang="sr-Latn-R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600" indent="-609600" algn="just" eaLnBrk="1" hangingPunct="1">
              <a:lnSpc>
                <a:spcPct val="80000"/>
              </a:lnSpc>
              <a:buFontTx/>
              <a:buNone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	Algoritam potom ponovo izračunava kod točke B kao 0000. </a:t>
            </a:r>
          </a:p>
          <a:p>
            <a:pPr marL="609600" indent="-609600" algn="just" eaLnBrk="1" hangingPunct="1">
              <a:lnSpc>
                <a:spcPct val="80000"/>
              </a:lnSpc>
              <a:buFontTx/>
              <a:buNone/>
            </a:pPr>
            <a:endParaRPr lang="hr-HR" altLang="sr-Latn-R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600" indent="-609600" algn="just" eaLnBrk="1" hangingPunct="1">
              <a:lnSpc>
                <a:spcPct val="80000"/>
              </a:lnSpc>
              <a:buFontTx/>
              <a:buNone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	U sljedećoj iteraciji algoritma, AB se ispituje i trivijalno prihvaća i prikazuje.</a:t>
            </a:r>
            <a:r>
              <a:rPr lang="en-GB" altLang="sr-Latn-R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44034" name="Date Placeholder 3">
            <a:extLst>
              <a:ext uri="{FF2B5EF4-FFF2-40B4-BE49-F238E27FC236}">
                <a16:creationId xmlns:a16="http://schemas.microsoft.com/office/drawing/2014/main" id="{D1A1A4EB-F268-43B2-97E2-CFB1ACC708CA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fld id="{D6F34C2B-DF59-4AC0-BFD1-56E9A170BC5B}" type="datetime1">
              <a:rPr lang="hr-HR" altLang="sr-Latn-RS" sz="1400" smtClean="0">
                <a:latin typeface="Times New Roman" panose="02020603050405020304" pitchFamily="18" charset="0"/>
              </a:rPr>
              <a:t>31.10.2025.</a:t>
            </a:fld>
            <a:endParaRPr lang="en-GB" altLang="sr-Latn-RS" sz="1400">
              <a:latin typeface="Times New Roman" panose="02020603050405020304" pitchFamily="18" charset="0"/>
            </a:endParaRPr>
          </a:p>
        </p:txBody>
      </p:sp>
      <p:sp>
        <p:nvSpPr>
          <p:cNvPr id="2" name="Rezervirano mjesto broja slajda 1">
            <a:extLst>
              <a:ext uri="{FF2B5EF4-FFF2-40B4-BE49-F238E27FC236}">
                <a16:creationId xmlns:a16="http://schemas.microsoft.com/office/drawing/2014/main" id="{2375170A-8979-6F38-0C2B-DC967D285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EB520-78E3-4812-B23B-E76211F014E6}" type="slidenum">
              <a:rPr lang="en-GB" altLang="sr-Latn-RS" smtClean="0"/>
              <a:pPr/>
              <a:t>52</a:t>
            </a:fld>
            <a:endParaRPr lang="en-GB" altLang="sr-Latn-RS"/>
          </a:p>
        </p:txBody>
      </p:sp>
      <p:sp>
        <p:nvSpPr>
          <p:cNvPr id="44036" name="Rectangle 4">
            <a:extLst>
              <a:ext uri="{FF2B5EF4-FFF2-40B4-BE49-F238E27FC236}">
                <a16:creationId xmlns:a16="http://schemas.microsoft.com/office/drawing/2014/main" id="{1F751A20-1224-4353-A79B-DFF15BA5CB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538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37" name="Rectangle 5">
            <a:extLst>
              <a:ext uri="{FF2B5EF4-FFF2-40B4-BE49-F238E27FC236}">
                <a16:creationId xmlns:a16="http://schemas.microsoft.com/office/drawing/2014/main" id="{0C841B78-4BB5-41F7-8EFD-EADF42B37A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4700" y="18907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38" name="Rectangle 6">
            <a:extLst>
              <a:ext uri="{FF2B5EF4-FFF2-40B4-BE49-F238E27FC236}">
                <a16:creationId xmlns:a16="http://schemas.microsoft.com/office/drawing/2014/main" id="{93DBA1A4-659B-4719-AA26-CEBE59064C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4138" y="20335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44040" name="Picture 7" descr="Slika214">
            <a:extLst>
              <a:ext uri="{FF2B5EF4-FFF2-40B4-BE49-F238E27FC236}">
                <a16:creationId xmlns:a16="http://schemas.microsoft.com/office/drawing/2014/main" id="{06236676-8ED8-4656-96B1-50F6B09AE1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8450" y="2033588"/>
            <a:ext cx="3503613" cy="251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4" name="Rectangle 2">
            <a:extLst>
              <a:ext uri="{FF2B5EF4-FFF2-40B4-BE49-F238E27FC236}">
                <a16:creationId xmlns:a16="http://schemas.microsoft.com/office/drawing/2014/main" id="{3F05682B-30B0-41D8-A17B-6FB8E2762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404813"/>
            <a:ext cx="7770812" cy="990600"/>
          </a:xfrm>
        </p:spPr>
        <p:txBody>
          <a:bodyPr/>
          <a:lstStyle/>
          <a:p>
            <a:pPr eaLnBrk="1" hangingPunct="1"/>
            <a:r>
              <a:rPr lang="hr-HR" altLang="sr-Latn-R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Cohen – </a:t>
            </a:r>
            <a:r>
              <a:rPr lang="hr-HR" altLang="sr-Latn-RS" sz="2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Sutherland</a:t>
            </a:r>
            <a:r>
              <a:rPr lang="hr-HR" altLang="sr-Latn-R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algoritam odrezivanja</a:t>
            </a:r>
            <a:r>
              <a:rPr lang="en-GB" altLang="sr-Latn-R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sr-Latn-RS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3DAD377D-DD65-430F-82DA-E018C5A47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52600"/>
            <a:ext cx="5378450" cy="4495800"/>
          </a:xfrm>
        </p:spPr>
        <p:txBody>
          <a:bodyPr/>
          <a:lstStyle/>
          <a:p>
            <a:pPr marL="609600" indent="-609600" algn="just" eaLnBrk="1" hangingPunct="1">
              <a:lnSpc>
                <a:spcPct val="90000"/>
              </a:lnSpc>
              <a:buFontTx/>
              <a:buNone/>
            </a:pPr>
            <a:r>
              <a:rPr lang="hr-HR" altLang="sr-Latn-RS" sz="2800"/>
              <a:t>	</a:t>
            </a: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Dužina </a:t>
            </a:r>
            <a:r>
              <a:rPr lang="hr-HR" altLang="sr-Latn-RS" sz="2000" i="1">
                <a:latin typeface="Arial" panose="020B0604020202020204" pitchFamily="34" charset="0"/>
                <a:cs typeface="Arial" panose="020B0604020202020204" pitchFamily="34" charset="0"/>
              </a:rPr>
              <a:t>EI:</a:t>
            </a:r>
            <a:endParaRPr lang="hr-HR" altLang="sr-Latn-R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600" indent="-609600" algn="just" eaLnBrk="1" hangingPunct="1">
              <a:lnSpc>
                <a:spcPct val="90000"/>
              </a:lnSpc>
              <a:buFontTx/>
              <a:buNone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marL="609600" indent="-609600" algn="just" eaLnBrk="1" hangingPunct="1">
              <a:lnSpc>
                <a:spcPct val="90000"/>
              </a:lnSpc>
              <a:buFontTx/>
              <a:buNone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	Točka E ima kod 0100, a točka I kod 1010. </a:t>
            </a:r>
          </a:p>
          <a:p>
            <a:pPr marL="609600" indent="-609600" algn="just" eaLnBrk="1" hangingPunct="1">
              <a:lnSpc>
                <a:spcPct val="90000"/>
              </a:lnSpc>
              <a:buFontTx/>
              <a:buNone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	Linija se ne može trivijalno prihvatiti niti odbaciti. </a:t>
            </a:r>
          </a:p>
          <a:p>
            <a:pPr marL="609600" indent="-609600" algn="just" eaLnBrk="1" hangingPunct="1">
              <a:lnSpc>
                <a:spcPct val="90000"/>
              </a:lnSpc>
              <a:buFontTx/>
              <a:buNone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marL="609600" indent="-609600" algn="just" eaLnBrk="1" hangingPunct="1">
              <a:lnSpc>
                <a:spcPct val="90000"/>
              </a:lnSpc>
              <a:buFontTx/>
              <a:buNone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	E - vanjska točka </a:t>
            </a:r>
            <a:r>
              <a:rPr lang="en-US" altLang="sr-Latn-RS" sz="2000">
                <a:latin typeface="Arial" panose="020B0604020202020204" pitchFamily="34" charset="0"/>
                <a:cs typeface="Arial" panose="020B0604020202020204" pitchFamily="34" charset="0"/>
              </a:rPr>
              <a:t>=&gt;</a:t>
            </a: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 algoritam odrezuje liniju na donjem rubu prozora. </a:t>
            </a:r>
          </a:p>
          <a:p>
            <a:pPr marL="609600" indent="-609600" algn="just" eaLnBrk="1" hangingPunct="1">
              <a:lnSpc>
                <a:spcPct val="90000"/>
              </a:lnSpc>
              <a:buFontTx/>
              <a:buNone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marL="609600" indent="-609600" algn="just" eaLnBrk="1" hangingPunct="1">
              <a:lnSpc>
                <a:spcPct val="90000"/>
              </a:lnSpc>
              <a:buFontTx/>
              <a:buNone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	Sada je linija EI odsječena na dužinu FI. </a:t>
            </a:r>
          </a:p>
          <a:p>
            <a:pPr marL="609600" indent="-609600" algn="just" eaLnBrk="1" hangingPunct="1">
              <a:lnSpc>
                <a:spcPct val="90000"/>
              </a:lnSpc>
              <a:buFontTx/>
              <a:buNone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endParaRPr lang="en-GB" altLang="sr-Latn-R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058" name="Date Placeholder 3">
            <a:extLst>
              <a:ext uri="{FF2B5EF4-FFF2-40B4-BE49-F238E27FC236}">
                <a16:creationId xmlns:a16="http://schemas.microsoft.com/office/drawing/2014/main" id="{F0F0BA35-E91D-403F-A9C4-317A67F69E88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fld id="{7860293B-502F-48DB-9E84-389AC3937921}" type="datetime1">
              <a:rPr lang="hr-HR" altLang="sr-Latn-RS" sz="1400" smtClean="0">
                <a:latin typeface="Times New Roman" panose="02020603050405020304" pitchFamily="18" charset="0"/>
              </a:rPr>
              <a:t>31.10.2025.</a:t>
            </a:fld>
            <a:endParaRPr lang="en-GB" altLang="sr-Latn-RS" sz="1400">
              <a:latin typeface="Times New Roman" panose="02020603050405020304" pitchFamily="18" charset="0"/>
            </a:endParaRPr>
          </a:p>
        </p:txBody>
      </p:sp>
      <p:sp>
        <p:nvSpPr>
          <p:cNvPr id="2" name="Rezervirano mjesto broja slajda 1">
            <a:extLst>
              <a:ext uri="{FF2B5EF4-FFF2-40B4-BE49-F238E27FC236}">
                <a16:creationId xmlns:a16="http://schemas.microsoft.com/office/drawing/2014/main" id="{A226582C-D71A-8563-3F54-E7EFC8FA1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EB520-78E3-4812-B23B-E76211F014E6}" type="slidenum">
              <a:rPr lang="en-GB" altLang="sr-Latn-RS" smtClean="0"/>
              <a:pPr/>
              <a:t>53</a:t>
            </a:fld>
            <a:endParaRPr lang="en-GB" altLang="sr-Latn-RS"/>
          </a:p>
        </p:txBody>
      </p:sp>
      <p:sp>
        <p:nvSpPr>
          <p:cNvPr id="45060" name="Rectangle 4">
            <a:extLst>
              <a:ext uri="{FF2B5EF4-FFF2-40B4-BE49-F238E27FC236}">
                <a16:creationId xmlns:a16="http://schemas.microsoft.com/office/drawing/2014/main" id="{AFC8CD67-A667-4735-947A-19D46F3A20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538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061" name="Rectangle 5">
            <a:extLst>
              <a:ext uri="{FF2B5EF4-FFF2-40B4-BE49-F238E27FC236}">
                <a16:creationId xmlns:a16="http://schemas.microsoft.com/office/drawing/2014/main" id="{596A4D65-863E-490F-B914-085C8DD7BA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4700" y="18907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5062" name="Rectangle 6">
            <a:extLst>
              <a:ext uri="{FF2B5EF4-FFF2-40B4-BE49-F238E27FC236}">
                <a16:creationId xmlns:a16="http://schemas.microsoft.com/office/drawing/2014/main" id="{BCF5A661-FABC-4236-9454-89DFBDF61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4138" y="20335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45063" name="Picture 7" descr="Slika214">
            <a:extLst>
              <a:ext uri="{FF2B5EF4-FFF2-40B4-BE49-F238E27FC236}">
                <a16:creationId xmlns:a16="http://schemas.microsoft.com/office/drawing/2014/main" id="{6FB27EE3-8005-4B41-BC0C-FD388802FA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8450" y="2033588"/>
            <a:ext cx="3503613" cy="251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3">
            <a:extLst>
              <a:ext uri="{FF2B5EF4-FFF2-40B4-BE49-F238E27FC236}">
                <a16:creationId xmlns:a16="http://schemas.microsoft.com/office/drawing/2014/main" id="{23114648-165E-451F-85B2-796D8243C3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52600"/>
            <a:ext cx="5219700" cy="4495800"/>
          </a:xfrm>
        </p:spPr>
        <p:txBody>
          <a:bodyPr/>
          <a:lstStyle/>
          <a:p>
            <a:pPr marL="609600" indent="-609600" algn="just" eaLnBrk="1" hangingPunct="1">
              <a:lnSpc>
                <a:spcPct val="90000"/>
              </a:lnSpc>
              <a:buFontTx/>
              <a:buNone/>
            </a:pPr>
            <a:r>
              <a:rPr lang="hr-HR" altLang="sr-Latn-RS" sz="2400"/>
              <a:t>	</a:t>
            </a: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Dužina </a:t>
            </a:r>
            <a:r>
              <a:rPr lang="hr-HR" altLang="sr-Latn-RS" sz="2000" i="1">
                <a:latin typeface="Arial" panose="020B0604020202020204" pitchFamily="34" charset="0"/>
                <a:cs typeface="Arial" panose="020B0604020202020204" pitchFamily="34" charset="0"/>
              </a:rPr>
              <a:t>EI </a:t>
            </a: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(nast. 1):</a:t>
            </a:r>
          </a:p>
          <a:p>
            <a:pPr marL="609600" indent="-609600" algn="just" eaLnBrk="1" hangingPunct="1">
              <a:lnSpc>
                <a:spcPct val="90000"/>
              </a:lnSpc>
              <a:buFontTx/>
              <a:buNone/>
            </a:pPr>
            <a:endParaRPr lang="hr-HR" altLang="sr-Latn-R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600" indent="-609600" algn="just" eaLnBrk="1" hangingPunct="1">
              <a:lnSpc>
                <a:spcPct val="90000"/>
              </a:lnSpc>
              <a:buFontTx/>
              <a:buNone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	Dužina FI se ispituje i ne može se trivijalno prihvatiti niti odbaciti. </a:t>
            </a:r>
          </a:p>
          <a:p>
            <a:pPr marL="609600" indent="-609600" algn="just" eaLnBrk="1" hangingPunct="1">
              <a:lnSpc>
                <a:spcPct val="90000"/>
              </a:lnSpc>
              <a:buFontTx/>
              <a:buNone/>
            </a:pPr>
            <a:endParaRPr lang="hr-HR" altLang="sr-Latn-R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600" indent="-609600" algn="just" eaLnBrk="1" hangingPunct="1">
              <a:lnSpc>
                <a:spcPct val="90000"/>
              </a:lnSpc>
              <a:buFontTx/>
              <a:buNone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	Točka F ima kod 0000 =&gt; algoritam izabire točku I kao vanjsku točku s obzirom da je njen kod 1010. </a:t>
            </a:r>
          </a:p>
          <a:p>
            <a:pPr marL="609600" indent="-609600" algn="just" eaLnBrk="1" hangingPunct="1">
              <a:lnSpc>
                <a:spcPct val="90000"/>
              </a:lnSpc>
              <a:buFontTx/>
              <a:buNone/>
            </a:pPr>
            <a:endParaRPr lang="hr-HR" altLang="sr-Latn-R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09600" indent="-609600" algn="just" eaLnBrk="1" hangingPunct="1">
              <a:lnSpc>
                <a:spcPct val="90000"/>
              </a:lnSpc>
              <a:buFontTx/>
              <a:buNone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	Dužina FI se odsijeca do gornjeg ruba prozora, što rezultira novom dužinom FH. </a:t>
            </a:r>
          </a:p>
          <a:p>
            <a:pPr marL="609600" indent="-609600" algn="just" eaLnBrk="1" hangingPunct="1">
              <a:lnSpc>
                <a:spcPct val="90000"/>
              </a:lnSpc>
              <a:buFontTx/>
              <a:buNone/>
            </a:pPr>
            <a:endParaRPr lang="en-GB" altLang="sr-Latn-R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082" name="Date Placeholder 3">
            <a:extLst>
              <a:ext uri="{FF2B5EF4-FFF2-40B4-BE49-F238E27FC236}">
                <a16:creationId xmlns:a16="http://schemas.microsoft.com/office/drawing/2014/main" id="{7475978E-F790-4EF4-BF30-7D362E9F28AA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fld id="{3F3B340F-07FD-43AC-BEBE-8C00039F8A34}" type="datetime1">
              <a:rPr lang="hr-HR" altLang="sr-Latn-RS" sz="1400" smtClean="0">
                <a:solidFill>
                  <a:srgbClr val="FFFFFF"/>
                </a:solidFill>
                <a:latin typeface="Times New Roman" panose="02020603050405020304" pitchFamily="18" charset="0"/>
              </a:rPr>
              <a:t>31.10.2025.</a:t>
            </a:fld>
            <a:endParaRPr lang="en-GB" altLang="sr-Latn-RS" sz="1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Rezervirano mjesto broja slajda 1">
            <a:extLst>
              <a:ext uri="{FF2B5EF4-FFF2-40B4-BE49-F238E27FC236}">
                <a16:creationId xmlns:a16="http://schemas.microsoft.com/office/drawing/2014/main" id="{FC8AA7B1-BA31-16C9-8C77-0947103C9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EB520-78E3-4812-B23B-E76211F014E6}" type="slidenum">
              <a:rPr lang="en-GB" altLang="sr-Latn-RS" smtClean="0"/>
              <a:pPr/>
              <a:t>54</a:t>
            </a:fld>
            <a:endParaRPr lang="en-GB" altLang="sr-Latn-R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722A5038-898B-47D6-BE81-20FC296218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538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F159EE5B-01EF-4353-8D86-03272E5661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4700" y="18907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6086" name="Rectangle 6">
            <a:extLst>
              <a:ext uri="{FF2B5EF4-FFF2-40B4-BE49-F238E27FC236}">
                <a16:creationId xmlns:a16="http://schemas.microsoft.com/office/drawing/2014/main" id="{8DCD189E-3BDE-42D1-BA6E-0D654233C0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4138" y="20335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46088" name="Picture 7" descr="Slika214">
            <a:extLst>
              <a:ext uri="{FF2B5EF4-FFF2-40B4-BE49-F238E27FC236}">
                <a16:creationId xmlns:a16="http://schemas.microsoft.com/office/drawing/2014/main" id="{4881FA8F-797A-4F40-B0B0-35312BF1DF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8450" y="2033588"/>
            <a:ext cx="3503613" cy="251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8DB27A4-16F8-A2CB-FBE2-FBADFA35C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404813"/>
            <a:ext cx="7770812" cy="990600"/>
          </a:xfrm>
        </p:spPr>
        <p:txBody>
          <a:bodyPr/>
          <a:lstStyle/>
          <a:p>
            <a:pPr eaLnBrk="1" hangingPunct="1"/>
            <a:r>
              <a:rPr lang="hr-HR" altLang="sr-Latn-R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Cohen – </a:t>
            </a:r>
            <a:r>
              <a:rPr lang="hr-HR" altLang="sr-Latn-RS" sz="2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Sutherland</a:t>
            </a:r>
            <a:r>
              <a:rPr lang="hr-HR" altLang="sr-Latn-R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algoritam odrezivanja</a:t>
            </a:r>
            <a:r>
              <a:rPr lang="en-GB" altLang="sr-Latn-R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sr-Latn-RS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Rectangle 3">
            <a:extLst>
              <a:ext uri="{FF2B5EF4-FFF2-40B4-BE49-F238E27FC236}">
                <a16:creationId xmlns:a16="http://schemas.microsoft.com/office/drawing/2014/main" id="{7956A1F0-7A63-4E62-B52A-8DFC083163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52600"/>
            <a:ext cx="5219700" cy="4495800"/>
          </a:xfrm>
        </p:spPr>
        <p:txBody>
          <a:bodyPr/>
          <a:lstStyle/>
          <a:p>
            <a:pPr marL="609600" indent="-609600" algn="just" eaLnBrk="1" hangingPunct="1">
              <a:lnSpc>
                <a:spcPct val="80000"/>
              </a:lnSpc>
              <a:buFontTx/>
              <a:buNone/>
            </a:pPr>
            <a:r>
              <a:rPr lang="hr-HR" altLang="sr-Latn-RS" sz="2400"/>
              <a:t>	</a:t>
            </a: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Dužina </a:t>
            </a:r>
            <a:r>
              <a:rPr lang="hr-HR" altLang="sr-Latn-RS" sz="2000" i="1">
                <a:latin typeface="Arial" panose="020B0604020202020204" pitchFamily="34" charset="0"/>
                <a:cs typeface="Arial" panose="020B0604020202020204" pitchFamily="34" charset="0"/>
              </a:rPr>
              <a:t>EI </a:t>
            </a: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(nast. 2):</a:t>
            </a:r>
          </a:p>
          <a:p>
            <a:pPr marL="609600" indent="-609600" algn="just" eaLnBrk="1" hangingPunct="1">
              <a:lnSpc>
                <a:spcPct val="80000"/>
              </a:lnSpc>
              <a:buFontTx/>
              <a:buNone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marL="609600" indent="-609600" algn="just" eaLnBrk="1" hangingPunct="1">
              <a:lnSpc>
                <a:spcPct val="80000"/>
              </a:lnSpc>
              <a:buFontTx/>
              <a:buNone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	Dužina FH se ne može trivijalno prihvatiti niti odbaciti. </a:t>
            </a:r>
          </a:p>
          <a:p>
            <a:pPr marL="609600" indent="-609600" algn="just" eaLnBrk="1" hangingPunct="1">
              <a:lnSpc>
                <a:spcPct val="80000"/>
              </a:lnSpc>
              <a:buFontTx/>
              <a:buNone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marL="609600" indent="-609600" algn="just" eaLnBrk="1" hangingPunct="1">
              <a:lnSpc>
                <a:spcPct val="80000"/>
              </a:lnSpc>
              <a:buFontTx/>
              <a:buNone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	Kod točke H = 0010 =&gt; sljedeća iteracija algoritma odsijeca do desnog ruba prozora, i dobijemo dužinu FG. </a:t>
            </a:r>
          </a:p>
          <a:p>
            <a:pPr marL="609600" indent="-609600" algn="just" eaLnBrk="1" hangingPunct="1">
              <a:lnSpc>
                <a:spcPct val="80000"/>
              </a:lnSpc>
              <a:buFontTx/>
              <a:buNone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pPr marL="609600" indent="-609600" algn="just" eaLnBrk="1" hangingPunct="1">
              <a:lnSpc>
                <a:spcPct val="80000"/>
              </a:lnSpc>
              <a:buFontTx/>
              <a:buNone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	Sljedeća iteracija algoritma ispituje FG, i ona se trivijalno prihvaća i prikazuje.</a:t>
            </a:r>
            <a:r>
              <a:rPr lang="en-GB" altLang="sr-Latn-R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47106" name="Date Placeholder 3">
            <a:extLst>
              <a:ext uri="{FF2B5EF4-FFF2-40B4-BE49-F238E27FC236}">
                <a16:creationId xmlns:a16="http://schemas.microsoft.com/office/drawing/2014/main" id="{5A7D2DC8-DBE6-4D6A-BC73-1ED0D2542B4D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fld id="{42098681-7A63-4C4A-AB1B-BACAE1D1936D}" type="datetime1">
              <a:rPr lang="hr-HR" altLang="sr-Latn-RS" sz="1400" smtClean="0">
                <a:solidFill>
                  <a:srgbClr val="FFFFFF"/>
                </a:solidFill>
                <a:latin typeface="Times New Roman" panose="02020603050405020304" pitchFamily="18" charset="0"/>
              </a:rPr>
              <a:t>31.10.2025.</a:t>
            </a:fld>
            <a:endParaRPr lang="en-GB" altLang="sr-Latn-RS" sz="1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" name="Rezervirano mjesto broja slajda 1">
            <a:extLst>
              <a:ext uri="{FF2B5EF4-FFF2-40B4-BE49-F238E27FC236}">
                <a16:creationId xmlns:a16="http://schemas.microsoft.com/office/drawing/2014/main" id="{9C394539-1340-66C0-F960-0D6DA7833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EB520-78E3-4812-B23B-E76211F014E6}" type="slidenum">
              <a:rPr lang="en-GB" altLang="sr-Latn-RS" smtClean="0"/>
              <a:pPr/>
              <a:t>55</a:t>
            </a:fld>
            <a:endParaRPr lang="en-GB" altLang="sr-Latn-RS"/>
          </a:p>
        </p:txBody>
      </p:sp>
      <p:sp>
        <p:nvSpPr>
          <p:cNvPr id="47108" name="Rectangle 4">
            <a:extLst>
              <a:ext uri="{FF2B5EF4-FFF2-40B4-BE49-F238E27FC236}">
                <a16:creationId xmlns:a16="http://schemas.microsoft.com/office/drawing/2014/main" id="{91C05FF2-4922-43E7-B8B6-28228F7BC1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538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7109" name="Rectangle 5">
            <a:extLst>
              <a:ext uri="{FF2B5EF4-FFF2-40B4-BE49-F238E27FC236}">
                <a16:creationId xmlns:a16="http://schemas.microsoft.com/office/drawing/2014/main" id="{678B8CA0-F795-4A36-B77D-B174EFFD5A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4700" y="18907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7110" name="Rectangle 6">
            <a:extLst>
              <a:ext uri="{FF2B5EF4-FFF2-40B4-BE49-F238E27FC236}">
                <a16:creationId xmlns:a16="http://schemas.microsoft.com/office/drawing/2014/main" id="{B0BA5FB2-1DAE-4A07-955B-51428CAC0E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4138" y="20335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47111" name="Picture 7" descr="Slika214">
            <a:extLst>
              <a:ext uri="{FF2B5EF4-FFF2-40B4-BE49-F238E27FC236}">
                <a16:creationId xmlns:a16="http://schemas.microsoft.com/office/drawing/2014/main" id="{CF591522-3794-48E3-A974-DF1DBD2A00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78450" y="2033588"/>
            <a:ext cx="3503613" cy="251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B3137A1-9409-3B70-26CF-2B95FDEDF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404813"/>
            <a:ext cx="7770812" cy="990600"/>
          </a:xfrm>
        </p:spPr>
        <p:txBody>
          <a:bodyPr/>
          <a:lstStyle/>
          <a:p>
            <a:pPr eaLnBrk="1" hangingPunct="1"/>
            <a:r>
              <a:rPr lang="hr-HR" altLang="sr-Latn-R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Cohen – </a:t>
            </a:r>
            <a:r>
              <a:rPr lang="hr-HR" altLang="sr-Latn-RS" sz="2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Sutherland</a:t>
            </a:r>
            <a:r>
              <a:rPr lang="hr-HR" altLang="sr-Latn-R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algoritam odrezivanja</a:t>
            </a:r>
            <a:r>
              <a:rPr lang="en-GB" altLang="sr-Latn-R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sr-Latn-RS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71" name="Rectangle 9">
            <a:extLst>
              <a:ext uri="{FF2B5EF4-FFF2-40B4-BE49-F238E27FC236}">
                <a16:creationId xmlns:a16="http://schemas.microsoft.com/office/drawing/2014/main" id="{994E1620-FA22-41D2-A184-1B5F2342BC9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4213" y="1700213"/>
            <a:ext cx="7772400" cy="4114800"/>
          </a:xfrm>
        </p:spPr>
        <p:txBody>
          <a:bodyPr>
            <a:normAutofit fontScale="85000" lnSpcReduction="20000"/>
          </a:bodyPr>
          <a:lstStyle/>
          <a:p>
            <a:pPr marL="274320" indent="-274320" eaLnBrk="1" fontAlgn="auto" hangingPunct="1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sr-Latn-RS" sz="1400" dirty="0" err="1"/>
              <a:t>ComputeOutCode</a:t>
            </a:r>
            <a:r>
              <a:rPr lang="en-US" altLang="sr-Latn-RS" sz="1400" dirty="0"/>
              <a:t>(x0, y0, outcode0)</a:t>
            </a:r>
          </a:p>
          <a:p>
            <a:pPr marL="274320" indent="-274320" eaLnBrk="1" fontAlgn="auto" hangingPunct="1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sr-Latn-RS" sz="1400" dirty="0" err="1"/>
              <a:t>ComputeOutCode</a:t>
            </a:r>
            <a:r>
              <a:rPr lang="en-US" altLang="sr-Latn-RS" sz="1400" dirty="0"/>
              <a:t>(x1, y1, outcode1)</a:t>
            </a:r>
          </a:p>
          <a:p>
            <a:pPr marL="274320" indent="-274320" eaLnBrk="1" fontAlgn="auto" hangingPunct="1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sr-Latn-RS" sz="1400" b="1" dirty="0"/>
              <a:t>repeat</a:t>
            </a:r>
            <a:endParaRPr lang="en-US" altLang="sr-Latn-RS" sz="1400" dirty="0"/>
          </a:p>
          <a:p>
            <a:pPr marL="274320" indent="-274320" eaLnBrk="1" fontAlgn="auto" hangingPunct="1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sr-Latn-RS" sz="1400" dirty="0"/>
              <a:t>	check for trivial reject or trivial accept</a:t>
            </a:r>
          </a:p>
          <a:p>
            <a:pPr marL="274320" indent="-274320" eaLnBrk="1" fontAlgn="auto" hangingPunct="1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sr-Latn-RS" sz="1400" dirty="0"/>
              <a:t>	pick the point that is outside the clip rectangle</a:t>
            </a:r>
          </a:p>
          <a:p>
            <a:pPr marL="274320" indent="-274320" eaLnBrk="1" fontAlgn="auto" hangingPunct="1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sr-Latn-RS" sz="1400" dirty="0"/>
              <a:t>	</a:t>
            </a:r>
            <a:r>
              <a:rPr lang="en-US" altLang="sr-Latn-RS" sz="1400" b="1" dirty="0"/>
              <a:t>if</a:t>
            </a:r>
            <a:r>
              <a:rPr lang="en-US" altLang="sr-Latn-RS" sz="1400" dirty="0"/>
              <a:t> TOP </a:t>
            </a:r>
            <a:r>
              <a:rPr lang="en-US" altLang="sr-Latn-RS" sz="1400" b="1" dirty="0"/>
              <a:t>then</a:t>
            </a:r>
          </a:p>
          <a:p>
            <a:pPr marL="274320" indent="-274320" eaLnBrk="1" fontAlgn="auto" hangingPunct="1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sr-Latn-RS" sz="1400" b="1" dirty="0"/>
              <a:t>	    </a:t>
            </a:r>
            <a:r>
              <a:rPr lang="en-US" altLang="sr-Latn-RS" sz="1400" dirty="0"/>
              <a:t>x = x0 + (x1 – x0) * (</a:t>
            </a:r>
            <a:r>
              <a:rPr lang="en-US" altLang="sr-Latn-RS" sz="1400" dirty="0" err="1"/>
              <a:t>ymax</a:t>
            </a:r>
            <a:r>
              <a:rPr lang="en-US" altLang="sr-Latn-RS" sz="1400" dirty="0"/>
              <a:t> – y0)/(y1 – y0); y = </a:t>
            </a:r>
            <a:r>
              <a:rPr lang="en-US" altLang="sr-Latn-RS" sz="1400" dirty="0" err="1"/>
              <a:t>ymax</a:t>
            </a:r>
            <a:r>
              <a:rPr lang="en-US" altLang="sr-Latn-RS" sz="1400" dirty="0"/>
              <a:t>;</a:t>
            </a:r>
          </a:p>
          <a:p>
            <a:pPr marL="274320" indent="-274320" eaLnBrk="1" fontAlgn="auto" hangingPunct="1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sr-Latn-RS" sz="1400" dirty="0"/>
              <a:t>	</a:t>
            </a:r>
            <a:r>
              <a:rPr lang="en-US" altLang="sr-Latn-RS" sz="1400" b="1" dirty="0"/>
              <a:t>else if</a:t>
            </a:r>
            <a:r>
              <a:rPr lang="en-US" altLang="sr-Latn-RS" sz="1400" dirty="0"/>
              <a:t> BOTTOM</a:t>
            </a:r>
            <a:r>
              <a:rPr lang="en-US" altLang="sr-Latn-RS" sz="1400" b="1" dirty="0"/>
              <a:t> then</a:t>
            </a:r>
          </a:p>
          <a:p>
            <a:pPr marL="274320" indent="-274320" eaLnBrk="1" fontAlgn="auto" hangingPunct="1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sr-Latn-RS" sz="1400" dirty="0"/>
              <a:t>	    x = x0 + (x1 – x0) * (</a:t>
            </a:r>
            <a:r>
              <a:rPr lang="en-US" altLang="sr-Latn-RS" sz="1400" dirty="0" err="1"/>
              <a:t>ymin</a:t>
            </a:r>
            <a:r>
              <a:rPr lang="en-US" altLang="sr-Latn-RS" sz="1400" dirty="0"/>
              <a:t> – y0)/(y1 – y0); y = </a:t>
            </a:r>
            <a:r>
              <a:rPr lang="en-US" altLang="sr-Latn-RS" sz="1400" dirty="0" err="1"/>
              <a:t>ymin</a:t>
            </a:r>
            <a:r>
              <a:rPr lang="en-US" altLang="sr-Latn-RS" sz="1400" dirty="0"/>
              <a:t>;</a:t>
            </a:r>
          </a:p>
          <a:p>
            <a:pPr marL="274320" indent="-274320" eaLnBrk="1" fontAlgn="auto" hangingPunct="1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sr-Latn-RS" sz="1400" dirty="0"/>
              <a:t>	</a:t>
            </a:r>
            <a:r>
              <a:rPr lang="en-US" altLang="sr-Latn-RS" sz="1400" b="1" dirty="0"/>
              <a:t>else if</a:t>
            </a:r>
            <a:r>
              <a:rPr lang="en-US" altLang="sr-Latn-RS" sz="1400" dirty="0"/>
              <a:t> RIGHT</a:t>
            </a:r>
            <a:r>
              <a:rPr lang="en-US" altLang="sr-Latn-RS" sz="1400" b="1" dirty="0"/>
              <a:t> then</a:t>
            </a:r>
          </a:p>
          <a:p>
            <a:pPr marL="274320" indent="-274320" eaLnBrk="1" fontAlgn="auto" hangingPunct="1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sr-Latn-RS" sz="1400" dirty="0"/>
              <a:t>	    y = y0 + (y1 – y0) * (</a:t>
            </a:r>
            <a:r>
              <a:rPr lang="en-US" altLang="sr-Latn-RS" sz="1400" dirty="0" err="1"/>
              <a:t>xmax</a:t>
            </a:r>
            <a:r>
              <a:rPr lang="en-US" altLang="sr-Latn-RS" sz="1400" dirty="0"/>
              <a:t> – x0)/(x1 – x0); x = </a:t>
            </a:r>
            <a:r>
              <a:rPr lang="en-US" altLang="sr-Latn-RS" sz="1400" dirty="0" err="1"/>
              <a:t>xmax</a:t>
            </a:r>
            <a:r>
              <a:rPr lang="en-US" altLang="sr-Latn-RS" sz="1400" dirty="0"/>
              <a:t>;</a:t>
            </a:r>
          </a:p>
          <a:p>
            <a:pPr marL="274320" indent="-274320" eaLnBrk="1" fontAlgn="auto" hangingPunct="1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sr-Latn-RS" sz="1400" dirty="0"/>
              <a:t>	</a:t>
            </a:r>
            <a:r>
              <a:rPr lang="en-US" altLang="sr-Latn-RS" sz="1400" b="1" dirty="0"/>
              <a:t>else if</a:t>
            </a:r>
            <a:r>
              <a:rPr lang="en-US" altLang="sr-Latn-RS" sz="1400" dirty="0"/>
              <a:t> LEFT</a:t>
            </a:r>
            <a:r>
              <a:rPr lang="en-US" altLang="sr-Latn-RS" sz="1400" b="1" dirty="0"/>
              <a:t> then</a:t>
            </a:r>
          </a:p>
          <a:p>
            <a:pPr marL="274320" indent="-274320" eaLnBrk="1" fontAlgn="auto" hangingPunct="1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sr-Latn-RS" sz="1400" dirty="0"/>
              <a:t>	    y = y0 + (y1 – y0) * (</a:t>
            </a:r>
            <a:r>
              <a:rPr lang="en-US" altLang="sr-Latn-RS" sz="1400" dirty="0" err="1"/>
              <a:t>xmin</a:t>
            </a:r>
            <a:r>
              <a:rPr lang="en-US" altLang="sr-Latn-RS" sz="1400" dirty="0"/>
              <a:t> – x0)/(x1 – x0); x = </a:t>
            </a:r>
            <a:r>
              <a:rPr lang="en-US" altLang="sr-Latn-RS" sz="1400" dirty="0" err="1"/>
              <a:t>xmin</a:t>
            </a:r>
            <a:r>
              <a:rPr lang="en-US" altLang="sr-Latn-RS" sz="1400" dirty="0"/>
              <a:t>;</a:t>
            </a:r>
            <a:endParaRPr lang="en-US" altLang="sr-Latn-RS" sz="1400" b="1" dirty="0"/>
          </a:p>
          <a:p>
            <a:pPr marL="274320" indent="-274320" eaLnBrk="1" fontAlgn="auto" hangingPunct="1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sr-Latn-RS" sz="1400" b="1" dirty="0"/>
              <a:t>	end</a:t>
            </a:r>
            <a:r>
              <a:rPr lang="en-US" altLang="sr-Latn-RS" sz="1400" dirty="0"/>
              <a:t> {calculate the line segment}</a:t>
            </a:r>
            <a:endParaRPr lang="en-US" altLang="sr-Latn-RS" sz="1400" b="1" dirty="0"/>
          </a:p>
          <a:p>
            <a:pPr marL="274320" indent="-274320" eaLnBrk="1" fontAlgn="auto" hangingPunct="1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sr-Latn-RS" sz="1400" b="1" dirty="0"/>
              <a:t>	if </a:t>
            </a:r>
            <a:r>
              <a:rPr lang="en-US" altLang="sr-Latn-RS" sz="1400" dirty="0"/>
              <a:t>(</a:t>
            </a:r>
            <a:r>
              <a:rPr lang="en-US" altLang="sr-Latn-RS" sz="1400" dirty="0" err="1"/>
              <a:t>outcode</a:t>
            </a:r>
            <a:r>
              <a:rPr lang="en-US" altLang="sr-Latn-RS" sz="1400" dirty="0"/>
              <a:t> = outcode0) </a:t>
            </a:r>
            <a:r>
              <a:rPr lang="en-US" altLang="sr-Latn-RS" sz="1400" b="1" dirty="0"/>
              <a:t>then</a:t>
            </a:r>
            <a:endParaRPr lang="en-US" altLang="sr-Latn-RS" sz="1400" dirty="0"/>
          </a:p>
          <a:p>
            <a:pPr marL="274320" indent="-274320" eaLnBrk="1" fontAlgn="auto" hangingPunct="1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sr-Latn-RS" sz="1400" dirty="0"/>
              <a:t>	  x0 = x; y0 = y; </a:t>
            </a:r>
            <a:r>
              <a:rPr lang="en-US" altLang="sr-Latn-RS" sz="1400" dirty="0" err="1"/>
              <a:t>ComputeOutCode</a:t>
            </a:r>
            <a:r>
              <a:rPr lang="en-US" altLang="sr-Latn-RS" sz="1400" dirty="0"/>
              <a:t>(x0, y0, outcode0)</a:t>
            </a:r>
          </a:p>
          <a:p>
            <a:pPr marL="274320" indent="-274320" eaLnBrk="1" fontAlgn="auto" hangingPunct="1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sr-Latn-RS" sz="1400" dirty="0"/>
              <a:t>	</a:t>
            </a:r>
            <a:r>
              <a:rPr lang="en-US" altLang="sr-Latn-RS" sz="1400" b="1" dirty="0"/>
              <a:t>else</a:t>
            </a:r>
            <a:endParaRPr lang="en-US" altLang="sr-Latn-RS" sz="1400" dirty="0"/>
          </a:p>
          <a:p>
            <a:pPr marL="274320" indent="-274320" eaLnBrk="1" fontAlgn="auto" hangingPunct="1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sr-Latn-RS" sz="1400" dirty="0"/>
              <a:t>	  x1 = x; y1 = y; </a:t>
            </a:r>
            <a:r>
              <a:rPr lang="en-US" altLang="sr-Latn-RS" sz="1400" dirty="0" err="1"/>
              <a:t>ComputeOutCode</a:t>
            </a:r>
            <a:r>
              <a:rPr lang="en-US" altLang="sr-Latn-RS" sz="1400" dirty="0"/>
              <a:t>(x1, y1, outcode1)</a:t>
            </a:r>
          </a:p>
          <a:p>
            <a:pPr marL="274320" indent="-274320" eaLnBrk="1" fontAlgn="auto" hangingPunct="1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sr-Latn-RS" sz="1400" dirty="0"/>
              <a:t>	</a:t>
            </a:r>
            <a:r>
              <a:rPr lang="en-US" altLang="sr-Latn-RS" sz="1400" b="1" dirty="0"/>
              <a:t>end</a:t>
            </a:r>
            <a:r>
              <a:rPr lang="en-US" altLang="sr-Latn-RS" sz="1400" dirty="0"/>
              <a:t> {Subdivide}</a:t>
            </a:r>
          </a:p>
          <a:p>
            <a:pPr marL="274320" indent="-274320" eaLnBrk="1" fontAlgn="auto" hangingPunct="1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buFontTx/>
              <a:buNone/>
              <a:defRPr/>
            </a:pPr>
            <a:r>
              <a:rPr lang="en-US" altLang="sr-Latn-RS" sz="1400" b="1" dirty="0"/>
              <a:t>until </a:t>
            </a:r>
            <a:r>
              <a:rPr lang="en-US" altLang="sr-Latn-RS" sz="1400" dirty="0"/>
              <a:t>done</a:t>
            </a:r>
            <a:endParaRPr lang="en-US" altLang="sr-Latn-RS" sz="1400" b="1" dirty="0"/>
          </a:p>
          <a:p>
            <a:pPr marL="274320" indent="-274320" eaLnBrk="1" fontAlgn="auto" hangingPunct="1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buFontTx/>
              <a:buNone/>
              <a:defRPr/>
            </a:pPr>
            <a:endParaRPr lang="en-US" altLang="sr-Latn-RS" sz="1400" b="1" dirty="0"/>
          </a:p>
        </p:txBody>
      </p:sp>
      <p:sp>
        <p:nvSpPr>
          <p:cNvPr id="48130" name="Date Placeholder 3">
            <a:extLst>
              <a:ext uri="{FF2B5EF4-FFF2-40B4-BE49-F238E27FC236}">
                <a16:creationId xmlns:a16="http://schemas.microsoft.com/office/drawing/2014/main" id="{8BA267A7-1D5F-49DF-8232-89D06ACE3502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fld id="{2FF61D22-3A6E-46B3-BB37-D7389449A6DE}" type="datetime1">
              <a:rPr lang="hr-HR" altLang="sr-Latn-RS" sz="1400" smtClean="0">
                <a:latin typeface="Times New Roman" panose="02020603050405020304" pitchFamily="18" charset="0"/>
              </a:rPr>
              <a:t>31.10.2025.</a:t>
            </a:fld>
            <a:endParaRPr lang="en-GB" altLang="sr-Latn-RS" sz="1400">
              <a:latin typeface="Times New Roman" panose="02020603050405020304" pitchFamily="18" charset="0"/>
            </a:endParaRPr>
          </a:p>
        </p:txBody>
      </p:sp>
      <p:sp>
        <p:nvSpPr>
          <p:cNvPr id="2" name="Rezervirano mjesto broja slajda 1">
            <a:extLst>
              <a:ext uri="{FF2B5EF4-FFF2-40B4-BE49-F238E27FC236}">
                <a16:creationId xmlns:a16="http://schemas.microsoft.com/office/drawing/2014/main" id="{0106944C-1E81-4F8F-469E-0E8B25783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EB520-78E3-4812-B23B-E76211F014E6}" type="slidenum">
              <a:rPr lang="en-GB" altLang="sr-Latn-RS" smtClean="0"/>
              <a:pPr/>
              <a:t>56</a:t>
            </a:fld>
            <a:endParaRPr lang="en-GB" altLang="sr-Latn-RS"/>
          </a:p>
        </p:txBody>
      </p:sp>
      <p:sp>
        <p:nvSpPr>
          <p:cNvPr id="48132" name="Rectangle 4">
            <a:extLst>
              <a:ext uri="{FF2B5EF4-FFF2-40B4-BE49-F238E27FC236}">
                <a16:creationId xmlns:a16="http://schemas.microsoft.com/office/drawing/2014/main" id="{51185383-07E3-4F29-95C7-57B9550B31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538" y="33147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133" name="Rectangle 5">
            <a:extLst>
              <a:ext uri="{FF2B5EF4-FFF2-40B4-BE49-F238E27FC236}">
                <a16:creationId xmlns:a16="http://schemas.microsoft.com/office/drawing/2014/main" id="{1AECABCB-C232-4954-BAA9-5B18FE3014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4700" y="189071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EAF2CC6-17C9-2CFB-A4E2-82EB8562A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404813"/>
            <a:ext cx="7770812" cy="990600"/>
          </a:xfrm>
        </p:spPr>
        <p:txBody>
          <a:bodyPr/>
          <a:lstStyle/>
          <a:p>
            <a:pPr eaLnBrk="1" hangingPunct="1"/>
            <a:r>
              <a:rPr lang="hr-HR" altLang="sr-Latn-R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Cohen – </a:t>
            </a:r>
            <a:r>
              <a:rPr lang="hr-HR" altLang="sr-Latn-RS" sz="28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Sutherland</a:t>
            </a:r>
            <a:r>
              <a:rPr lang="hr-HR" altLang="sr-Latn-R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algoritam odrezivanja</a:t>
            </a:r>
            <a:r>
              <a:rPr lang="en-GB" altLang="sr-Latn-R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altLang="sr-Latn-RS" sz="2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7" name="Rectangle 7">
            <a:extLst>
              <a:ext uri="{FF2B5EF4-FFF2-40B4-BE49-F238E27FC236}">
                <a16:creationId xmlns:a16="http://schemas.microsoft.com/office/drawing/2014/main" id="{7B26861E-97BD-4A3D-8200-897FABDE28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71550" y="1341438"/>
            <a:ext cx="7772400" cy="17907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hr-HR" altLang="sr-Latn-R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Odrezivanje poligona je složenije nego odrezivanje pojedinačnih linija</a:t>
            </a:r>
            <a:br>
              <a:rPr lang="hr-HR" altLang="sr-Latn-R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altLang="sr-Latn-R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hr-HR" altLang="sr-Latn-R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Ulaz</a:t>
            </a:r>
            <a:r>
              <a:rPr lang="en-US" altLang="sr-Latn-R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pol</a:t>
            </a:r>
            <a:r>
              <a:rPr lang="hr-HR" altLang="sr-Latn-R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sr-Latn-RS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gon</a:t>
            </a:r>
            <a:br>
              <a:rPr lang="en-US" altLang="sr-Latn-R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hr-HR" altLang="sr-Latn-R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Izlaz</a:t>
            </a:r>
            <a:r>
              <a:rPr lang="en-US" altLang="sr-Latn-R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original</a:t>
            </a:r>
            <a:r>
              <a:rPr lang="hr-HR" altLang="sr-Latn-R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</a:t>
            </a:r>
            <a:r>
              <a:rPr lang="en-US" altLang="sr-Latn-R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pol</a:t>
            </a:r>
            <a:r>
              <a:rPr lang="hr-HR" altLang="sr-Latn-R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sr-Latn-RS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gon</a:t>
            </a:r>
            <a:r>
              <a:rPr lang="en-US" altLang="sr-Latn-R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n</a:t>
            </a:r>
            <a:r>
              <a:rPr lang="hr-HR" altLang="sr-Latn-R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ovi </a:t>
            </a:r>
            <a:r>
              <a:rPr lang="en-US" altLang="sr-Latn-R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</a:t>
            </a:r>
            <a:r>
              <a:rPr lang="hr-HR" altLang="sr-Latn-R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sr-Latn-RS" sz="20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gon</a:t>
            </a:r>
            <a:r>
              <a:rPr lang="en-US" altLang="sr-Latn-R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hr-HR" altLang="sr-Latn-R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ili</a:t>
            </a:r>
            <a:r>
              <a:rPr lang="en-US" altLang="sr-Latn-R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</a:t>
            </a:r>
            <a:r>
              <a:rPr lang="hr-HR" altLang="sr-Latn-R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išta</a:t>
            </a:r>
            <a:br>
              <a:rPr lang="en-US" altLang="sr-Latn-R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hr-HR" altLang="sr-Latn-RS" sz="2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hr-HR" altLang="sr-Latn-RS" sz="2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Zašto je odrezivanje teško?</a:t>
            </a:r>
            <a:endParaRPr lang="en-US" altLang="sr-Latn-RS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4850" name="Rectangle 2">
            <a:extLst>
              <a:ext uri="{FF2B5EF4-FFF2-40B4-BE49-F238E27FC236}">
                <a16:creationId xmlns:a16="http://schemas.microsoft.com/office/drawing/2014/main" id="{20F285EF-6B21-46BA-8E32-FAB0DEF6E3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" y="5589588"/>
            <a:ext cx="7772400" cy="592137"/>
          </a:xfrm>
        </p:spPr>
        <p:txBody>
          <a:bodyPr/>
          <a:lstStyle/>
          <a:p>
            <a:pPr marL="0" indent="0" algn="ctr" eaLnBrk="1" hangingPunct="1">
              <a:buFont typeface="Wingdings 2" panose="05020102010507070707" pitchFamily="18" charset="2"/>
              <a:buNone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Mogući rezultati</a:t>
            </a:r>
            <a:endParaRPr lang="en-US" altLang="sr-Latn-RS" sz="2000" i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155" name="Date Placeholder 3">
            <a:extLst>
              <a:ext uri="{FF2B5EF4-FFF2-40B4-BE49-F238E27FC236}">
                <a16:creationId xmlns:a16="http://schemas.microsoft.com/office/drawing/2014/main" id="{16A55667-D4E1-4F61-B87F-8FA377C31955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fld id="{4756FBD6-A498-4BDE-BA59-D8546378C396}" type="datetime1">
              <a:rPr lang="hr-HR" altLang="sr-Latn-RS" sz="1400" smtClean="0">
                <a:latin typeface="Times New Roman" panose="02020603050405020304" pitchFamily="18" charset="0"/>
              </a:rPr>
              <a:t>31.10.2025.</a:t>
            </a:fld>
            <a:endParaRPr lang="en-GB" altLang="sr-Latn-RS" sz="1400">
              <a:latin typeface="Times New Roman" panose="02020603050405020304" pitchFamily="18" charset="0"/>
            </a:endParaRPr>
          </a:p>
        </p:txBody>
      </p:sp>
      <p:sp>
        <p:nvSpPr>
          <p:cNvPr id="5" name="Rezervirano mjesto broja slajda 4">
            <a:extLst>
              <a:ext uri="{FF2B5EF4-FFF2-40B4-BE49-F238E27FC236}">
                <a16:creationId xmlns:a16="http://schemas.microsoft.com/office/drawing/2014/main" id="{5F9A656C-59EE-6F1D-D0E3-D9769737B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EB520-78E3-4812-B23B-E76211F014E6}" type="slidenum">
              <a:rPr lang="en-GB" altLang="sr-Latn-RS" smtClean="0"/>
              <a:pPr/>
              <a:t>57</a:t>
            </a:fld>
            <a:endParaRPr lang="en-GB" altLang="sr-Latn-RS"/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62C09E35-72C0-4DC0-8290-FB547FC111DD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3733800"/>
            <a:ext cx="2438400" cy="1524000"/>
            <a:chOff x="192" y="1728"/>
            <a:chExt cx="1536" cy="960"/>
          </a:xfrm>
        </p:grpSpPr>
        <p:sp>
          <p:nvSpPr>
            <p:cNvPr id="49168" name="Rectangle 4">
              <a:extLst>
                <a:ext uri="{FF2B5EF4-FFF2-40B4-BE49-F238E27FC236}">
                  <a16:creationId xmlns:a16="http://schemas.microsoft.com/office/drawing/2014/main" id="{4264E5F0-6EAD-4C35-AC0A-F4056C68C2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1728"/>
              <a:ext cx="1200" cy="960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just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hr-HR" altLang="sr-Latn-RS" sz="2400">
                <a:latin typeface="Times New Roman" panose="02020603050405020304" pitchFamily="18" charset="0"/>
              </a:endParaRPr>
            </a:p>
          </p:txBody>
        </p:sp>
        <p:sp>
          <p:nvSpPr>
            <p:cNvPr id="49169" name="Freeform 5">
              <a:extLst>
                <a:ext uri="{FF2B5EF4-FFF2-40B4-BE49-F238E27FC236}">
                  <a16:creationId xmlns:a16="http://schemas.microsoft.com/office/drawing/2014/main" id="{12EDAB64-14BB-4F3D-8627-90D2E48BF64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" y="1872"/>
              <a:ext cx="1248" cy="672"/>
            </a:xfrm>
            <a:custGeom>
              <a:avLst/>
              <a:gdLst>
                <a:gd name="T0" fmla="*/ 144 w 1248"/>
                <a:gd name="T1" fmla="*/ 0 h 672"/>
                <a:gd name="T2" fmla="*/ 1248 w 1248"/>
                <a:gd name="T3" fmla="*/ 336 h 672"/>
                <a:gd name="T4" fmla="*/ 0 w 1248"/>
                <a:gd name="T5" fmla="*/ 672 h 672"/>
                <a:gd name="T6" fmla="*/ 144 w 1248"/>
                <a:gd name="T7" fmla="*/ 0 h 67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248"/>
                <a:gd name="T13" fmla="*/ 0 h 672"/>
                <a:gd name="T14" fmla="*/ 1248 w 1248"/>
                <a:gd name="T15" fmla="*/ 672 h 67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248" h="672">
                  <a:moveTo>
                    <a:pt x="144" y="0"/>
                  </a:moveTo>
                  <a:lnTo>
                    <a:pt x="1248" y="336"/>
                  </a:lnTo>
                  <a:lnTo>
                    <a:pt x="0" y="672"/>
                  </a:lnTo>
                  <a:lnTo>
                    <a:pt x="144" y="0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hr-HR"/>
            </a:p>
          </p:txBody>
        </p:sp>
      </p:grpSp>
      <p:sp>
        <p:nvSpPr>
          <p:cNvPr id="334856" name="Freeform 8">
            <a:extLst>
              <a:ext uri="{FF2B5EF4-FFF2-40B4-BE49-F238E27FC236}">
                <a16:creationId xmlns:a16="http://schemas.microsoft.com/office/drawing/2014/main" id="{15F04DE0-1295-4C0A-A043-CF55C81EA9B8}"/>
              </a:ext>
            </a:extLst>
          </p:cNvPr>
          <p:cNvSpPr>
            <a:spLocks/>
          </p:cNvSpPr>
          <p:nvPr/>
        </p:nvSpPr>
        <p:spPr bwMode="auto">
          <a:xfrm>
            <a:off x="841375" y="4059238"/>
            <a:ext cx="1444625" cy="828675"/>
          </a:xfrm>
          <a:custGeom>
            <a:avLst/>
            <a:gdLst>
              <a:gd name="T0" fmla="*/ 0 w 910"/>
              <a:gd name="T1" fmla="*/ 0 h 522"/>
              <a:gd name="T2" fmla="*/ 2147483646 w 910"/>
              <a:gd name="T3" fmla="*/ 2147483646 h 522"/>
              <a:gd name="T4" fmla="*/ 0 w 910"/>
              <a:gd name="T5" fmla="*/ 2147483646 h 522"/>
              <a:gd name="T6" fmla="*/ 0 w 910"/>
              <a:gd name="T7" fmla="*/ 0 h 522"/>
              <a:gd name="T8" fmla="*/ 0 60000 65536"/>
              <a:gd name="T9" fmla="*/ 0 60000 65536"/>
              <a:gd name="T10" fmla="*/ 0 60000 65536"/>
              <a:gd name="T11" fmla="*/ 0 60000 65536"/>
              <a:gd name="T12" fmla="*/ 0 w 910"/>
              <a:gd name="T13" fmla="*/ 0 h 522"/>
              <a:gd name="T14" fmla="*/ 910 w 910"/>
              <a:gd name="T15" fmla="*/ 522 h 52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10" h="522">
                <a:moveTo>
                  <a:pt x="0" y="0"/>
                </a:moveTo>
                <a:lnTo>
                  <a:pt x="910" y="275"/>
                </a:lnTo>
                <a:lnTo>
                  <a:pt x="0" y="522"/>
                </a:lnTo>
                <a:lnTo>
                  <a:pt x="0" y="0"/>
                </a:lnTo>
                <a:close/>
              </a:path>
            </a:pathLst>
          </a:custGeom>
          <a:noFill/>
          <a:ln w="571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hr-HR"/>
          </a:p>
        </p:txBody>
      </p:sp>
      <p:grpSp>
        <p:nvGrpSpPr>
          <p:cNvPr id="3" name="Group 9">
            <a:extLst>
              <a:ext uri="{FF2B5EF4-FFF2-40B4-BE49-F238E27FC236}">
                <a16:creationId xmlns:a16="http://schemas.microsoft.com/office/drawing/2014/main" id="{F47B9D51-43F0-4AD1-ABE8-3421F0ADE35A}"/>
              </a:ext>
            </a:extLst>
          </p:cNvPr>
          <p:cNvGrpSpPr>
            <a:grpSpLocks/>
          </p:cNvGrpSpPr>
          <p:nvPr/>
        </p:nvGrpSpPr>
        <p:grpSpPr bwMode="auto">
          <a:xfrm>
            <a:off x="3200400" y="3505200"/>
            <a:ext cx="2286000" cy="1752600"/>
            <a:chOff x="2064" y="1584"/>
            <a:chExt cx="1440" cy="1104"/>
          </a:xfrm>
        </p:grpSpPr>
        <p:sp>
          <p:nvSpPr>
            <p:cNvPr id="49166" name="Rectangle 10">
              <a:extLst>
                <a:ext uri="{FF2B5EF4-FFF2-40B4-BE49-F238E27FC236}">
                  <a16:creationId xmlns:a16="http://schemas.microsoft.com/office/drawing/2014/main" id="{3CE255E8-903A-4A20-B8C3-AD51E0D0E7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1728"/>
              <a:ext cx="1200" cy="960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just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hr-HR" altLang="sr-Latn-RS" sz="2400">
                <a:latin typeface="Times New Roman" panose="02020603050405020304" pitchFamily="18" charset="0"/>
              </a:endParaRPr>
            </a:p>
          </p:txBody>
        </p:sp>
        <p:sp>
          <p:nvSpPr>
            <p:cNvPr id="49167" name="Freeform 11">
              <a:extLst>
                <a:ext uri="{FF2B5EF4-FFF2-40B4-BE49-F238E27FC236}">
                  <a16:creationId xmlns:a16="http://schemas.microsoft.com/office/drawing/2014/main" id="{6F6E5D12-D8B2-452F-8490-2BB09FD5EF8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4" y="1584"/>
              <a:ext cx="1248" cy="672"/>
            </a:xfrm>
            <a:custGeom>
              <a:avLst/>
              <a:gdLst>
                <a:gd name="T0" fmla="*/ 144 w 1248"/>
                <a:gd name="T1" fmla="*/ 0 h 672"/>
                <a:gd name="T2" fmla="*/ 1248 w 1248"/>
                <a:gd name="T3" fmla="*/ 336 h 672"/>
                <a:gd name="T4" fmla="*/ 0 w 1248"/>
                <a:gd name="T5" fmla="*/ 672 h 672"/>
                <a:gd name="T6" fmla="*/ 144 w 1248"/>
                <a:gd name="T7" fmla="*/ 0 h 67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248"/>
                <a:gd name="T13" fmla="*/ 0 h 672"/>
                <a:gd name="T14" fmla="*/ 1248 w 1248"/>
                <a:gd name="T15" fmla="*/ 672 h 67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248" h="672">
                  <a:moveTo>
                    <a:pt x="144" y="0"/>
                  </a:moveTo>
                  <a:lnTo>
                    <a:pt x="1248" y="336"/>
                  </a:lnTo>
                  <a:lnTo>
                    <a:pt x="0" y="672"/>
                  </a:lnTo>
                  <a:lnTo>
                    <a:pt x="144" y="0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hr-HR"/>
            </a:p>
          </p:txBody>
        </p:sp>
      </p:grpSp>
      <p:grpSp>
        <p:nvGrpSpPr>
          <p:cNvPr id="4" name="Group 13">
            <a:extLst>
              <a:ext uri="{FF2B5EF4-FFF2-40B4-BE49-F238E27FC236}">
                <a16:creationId xmlns:a16="http://schemas.microsoft.com/office/drawing/2014/main" id="{CF46F606-9D4E-4ED0-8BA0-0DFB0E555043}"/>
              </a:ext>
            </a:extLst>
          </p:cNvPr>
          <p:cNvGrpSpPr>
            <a:grpSpLocks/>
          </p:cNvGrpSpPr>
          <p:nvPr/>
        </p:nvGrpSpPr>
        <p:grpSpPr bwMode="auto">
          <a:xfrm>
            <a:off x="6248400" y="3505200"/>
            <a:ext cx="2438400" cy="1752600"/>
            <a:chOff x="4128" y="1584"/>
            <a:chExt cx="1536" cy="1104"/>
          </a:xfrm>
        </p:grpSpPr>
        <p:sp>
          <p:nvSpPr>
            <p:cNvPr id="49164" name="Rectangle 14">
              <a:extLst>
                <a:ext uri="{FF2B5EF4-FFF2-40B4-BE49-F238E27FC236}">
                  <a16:creationId xmlns:a16="http://schemas.microsoft.com/office/drawing/2014/main" id="{582C9413-C57F-4F64-A58E-AC1692603E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8" y="1728"/>
              <a:ext cx="1200" cy="960"/>
            </a:xfrm>
            <a:prstGeom prst="rect">
              <a:avLst/>
            </a:prstGeom>
            <a:solidFill>
              <a:srgbClr val="FFFFFF"/>
            </a:solidFill>
            <a:ln w="38100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ts val="575"/>
                </a:spcBef>
                <a:buClr>
                  <a:schemeClr val="accent1"/>
                </a:buClr>
                <a:buSzPct val="85000"/>
                <a:buFont typeface="Wingdings 2" panose="05020102010507070707" pitchFamily="18" charset="2"/>
                <a:buChar char=""/>
                <a:defRPr sz="2600">
                  <a:solidFill>
                    <a:schemeClr val="tx1"/>
                  </a:solidFill>
                  <a:latin typeface="Perpetua" panose="02020502060401020303" pitchFamily="18" charset="0"/>
                </a:defRPr>
              </a:lvl1pPr>
              <a:lvl2pPr marL="742950" indent="-285750">
                <a:spcBef>
                  <a:spcPts val="375"/>
                </a:spcBef>
                <a:buClr>
                  <a:schemeClr val="accent2"/>
                </a:buClr>
                <a:buSzPct val="85000"/>
                <a:buFont typeface="Wingdings 2" panose="05020102010507070707" pitchFamily="18" charset="2"/>
                <a:buChar char=""/>
                <a:defRPr sz="2400">
                  <a:solidFill>
                    <a:schemeClr val="tx1"/>
                  </a:solidFill>
                  <a:latin typeface="Perpetua" panose="02020502060401020303" pitchFamily="18" charset="0"/>
                </a:defRPr>
              </a:lvl2pPr>
              <a:lvl3pPr marL="1143000" indent="-228600">
                <a:spcBef>
                  <a:spcPts val="375"/>
                </a:spcBef>
                <a:buClr>
                  <a:srgbClr val="E6B1AB"/>
                </a:buClr>
                <a:buSzPct val="85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3pPr>
              <a:lvl4pPr marL="1600200" indent="-228600">
                <a:spcBef>
                  <a:spcPts val="375"/>
                </a:spcBef>
                <a:buClr>
                  <a:srgbClr val="A28E6A"/>
                </a:buClr>
                <a:buSzPct val="80000"/>
                <a:buFont typeface="Wingdings 2" panose="05020102010507070707" pitchFamily="18" charset="2"/>
                <a:buChar char="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4pPr>
              <a:lvl5pPr marL="2057400" indent="-228600">
                <a:spcBef>
                  <a:spcPts val="375"/>
                </a:spcBef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5pPr>
              <a:lvl6pPr marL="25146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6pPr>
              <a:lvl7pPr marL="29718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7pPr>
              <a:lvl8pPr marL="34290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8pPr>
              <a:lvl9pPr marL="3886200" indent="-228600" eaLnBrk="0" fontAlgn="base" hangingPunct="0">
                <a:spcBef>
                  <a:spcPts val="375"/>
                </a:spcBef>
                <a:spcAft>
                  <a:spcPct val="0"/>
                </a:spcAft>
                <a:buClr>
                  <a:srgbClr val="A28E6A"/>
                </a:buClr>
                <a:buChar char="o"/>
                <a:defRPr sz="2000">
                  <a:solidFill>
                    <a:schemeClr val="tx1"/>
                  </a:solidFill>
                  <a:latin typeface="Perpetua" panose="02020502060401020303" pitchFamily="18" charset="0"/>
                </a:defRPr>
              </a:lvl9pPr>
            </a:lstStyle>
            <a:p>
              <a:pPr algn="just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endParaRPr lang="hr-HR" altLang="sr-Latn-RS" sz="2400">
                <a:latin typeface="Times New Roman" panose="02020603050405020304" pitchFamily="18" charset="0"/>
              </a:endParaRPr>
            </a:p>
          </p:txBody>
        </p:sp>
        <p:sp>
          <p:nvSpPr>
            <p:cNvPr id="49165" name="Freeform 15">
              <a:extLst>
                <a:ext uri="{FF2B5EF4-FFF2-40B4-BE49-F238E27FC236}">
                  <a16:creationId xmlns:a16="http://schemas.microsoft.com/office/drawing/2014/main" id="{E9FC8025-26BB-4CDA-941A-F6547CF2817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6" y="1584"/>
              <a:ext cx="1248" cy="672"/>
            </a:xfrm>
            <a:custGeom>
              <a:avLst/>
              <a:gdLst>
                <a:gd name="T0" fmla="*/ 144 w 1248"/>
                <a:gd name="T1" fmla="*/ 0 h 672"/>
                <a:gd name="T2" fmla="*/ 1248 w 1248"/>
                <a:gd name="T3" fmla="*/ 336 h 672"/>
                <a:gd name="T4" fmla="*/ 0 w 1248"/>
                <a:gd name="T5" fmla="*/ 672 h 672"/>
                <a:gd name="T6" fmla="*/ 144 w 1248"/>
                <a:gd name="T7" fmla="*/ 0 h 67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248"/>
                <a:gd name="T13" fmla="*/ 0 h 672"/>
                <a:gd name="T14" fmla="*/ 1248 w 1248"/>
                <a:gd name="T15" fmla="*/ 672 h 67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248" h="672">
                  <a:moveTo>
                    <a:pt x="144" y="0"/>
                  </a:moveTo>
                  <a:lnTo>
                    <a:pt x="1248" y="336"/>
                  </a:lnTo>
                  <a:lnTo>
                    <a:pt x="0" y="672"/>
                  </a:lnTo>
                  <a:lnTo>
                    <a:pt x="144" y="0"/>
                  </a:lnTo>
                  <a:close/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hr-HR"/>
            </a:p>
          </p:txBody>
        </p:sp>
      </p:grpSp>
      <p:sp>
        <p:nvSpPr>
          <p:cNvPr id="334865" name="Freeform 17">
            <a:extLst>
              <a:ext uri="{FF2B5EF4-FFF2-40B4-BE49-F238E27FC236}">
                <a16:creationId xmlns:a16="http://schemas.microsoft.com/office/drawing/2014/main" id="{49639988-AD8F-4979-BBD8-525B7C70697E}"/>
              </a:ext>
            </a:extLst>
          </p:cNvPr>
          <p:cNvSpPr>
            <a:spLocks/>
          </p:cNvSpPr>
          <p:nvPr/>
        </p:nvSpPr>
        <p:spPr bwMode="auto">
          <a:xfrm>
            <a:off x="3581400" y="3724275"/>
            <a:ext cx="1600200" cy="739775"/>
          </a:xfrm>
          <a:custGeom>
            <a:avLst/>
            <a:gdLst>
              <a:gd name="T0" fmla="*/ 2147483646 w 1008"/>
              <a:gd name="T1" fmla="*/ 0 h 466"/>
              <a:gd name="T2" fmla="*/ 2147483646 w 1008"/>
              <a:gd name="T3" fmla="*/ 2147483646 h 466"/>
              <a:gd name="T4" fmla="*/ 0 w 1008"/>
              <a:gd name="T5" fmla="*/ 2147483646 h 466"/>
              <a:gd name="T6" fmla="*/ 0 w 1008"/>
              <a:gd name="T7" fmla="*/ 2147483646 h 466"/>
              <a:gd name="T8" fmla="*/ 2147483646 w 1008"/>
              <a:gd name="T9" fmla="*/ 0 h 46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08"/>
              <a:gd name="T16" fmla="*/ 0 h 466"/>
              <a:gd name="T17" fmla="*/ 1008 w 1008"/>
              <a:gd name="T18" fmla="*/ 466 h 46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08" h="466">
                <a:moveTo>
                  <a:pt x="361" y="0"/>
                </a:moveTo>
                <a:lnTo>
                  <a:pt x="1008" y="198"/>
                </a:lnTo>
                <a:lnTo>
                  <a:pt x="0" y="466"/>
                </a:lnTo>
                <a:lnTo>
                  <a:pt x="0" y="2"/>
                </a:lnTo>
                <a:lnTo>
                  <a:pt x="361" y="0"/>
                </a:lnTo>
                <a:close/>
              </a:path>
            </a:pathLst>
          </a:custGeom>
          <a:noFill/>
          <a:ln w="571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hr-HR"/>
          </a:p>
        </p:txBody>
      </p:sp>
      <p:sp>
        <p:nvSpPr>
          <p:cNvPr id="334866" name="Freeform 18">
            <a:extLst>
              <a:ext uri="{FF2B5EF4-FFF2-40B4-BE49-F238E27FC236}">
                <a16:creationId xmlns:a16="http://schemas.microsoft.com/office/drawing/2014/main" id="{0B7D5287-36F1-475C-9CA0-1F883FD2E76E}"/>
              </a:ext>
            </a:extLst>
          </p:cNvPr>
          <p:cNvSpPr>
            <a:spLocks/>
          </p:cNvSpPr>
          <p:nvPr/>
        </p:nvSpPr>
        <p:spPr bwMode="auto">
          <a:xfrm>
            <a:off x="6705600" y="3721100"/>
            <a:ext cx="1447800" cy="850900"/>
          </a:xfrm>
          <a:custGeom>
            <a:avLst/>
            <a:gdLst>
              <a:gd name="T0" fmla="*/ 2147483646 w 912"/>
              <a:gd name="T1" fmla="*/ 2147483646 h 536"/>
              <a:gd name="T2" fmla="*/ 2147483646 w 912"/>
              <a:gd name="T3" fmla="*/ 0 h 536"/>
              <a:gd name="T4" fmla="*/ 2147483646 w 912"/>
              <a:gd name="T5" fmla="*/ 2147483646 h 536"/>
              <a:gd name="T6" fmla="*/ 2147483646 w 912"/>
              <a:gd name="T7" fmla="*/ 2147483646 h 536"/>
              <a:gd name="T8" fmla="*/ 0 w 912"/>
              <a:gd name="T9" fmla="*/ 2147483646 h 536"/>
              <a:gd name="T10" fmla="*/ 2147483646 w 912"/>
              <a:gd name="T11" fmla="*/ 2147483646 h 53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912"/>
              <a:gd name="T19" fmla="*/ 0 h 536"/>
              <a:gd name="T20" fmla="*/ 912 w 912"/>
              <a:gd name="T21" fmla="*/ 536 h 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912" h="536">
                <a:moveTo>
                  <a:pt x="112" y="4"/>
                </a:moveTo>
                <a:lnTo>
                  <a:pt x="588" y="0"/>
                </a:lnTo>
                <a:lnTo>
                  <a:pt x="912" y="100"/>
                </a:lnTo>
                <a:lnTo>
                  <a:pt x="912" y="292"/>
                </a:lnTo>
                <a:lnTo>
                  <a:pt x="0" y="536"/>
                </a:lnTo>
                <a:lnTo>
                  <a:pt x="112" y="4"/>
                </a:lnTo>
                <a:close/>
              </a:path>
            </a:pathLst>
          </a:custGeom>
          <a:noFill/>
          <a:ln w="57150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hr-HR"/>
          </a:p>
        </p:txBody>
      </p:sp>
      <p:sp>
        <p:nvSpPr>
          <p:cNvPr id="49163" name="Rectangle 2">
            <a:extLst>
              <a:ext uri="{FF2B5EF4-FFF2-40B4-BE49-F238E27FC236}">
                <a16:creationId xmlns:a16="http://schemas.microsoft.com/office/drawing/2014/main" id="{45DEE489-4613-4142-80C1-34BFC30790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115888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bIns="91440" anchor="b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hr-HR" altLang="sr-Latn-RS" sz="2800" b="1">
                <a:latin typeface="Arial" panose="020B0604020202020204" pitchFamily="34" charset="0"/>
                <a:cs typeface="Arial" panose="020B0604020202020204" pitchFamily="34" charset="0"/>
              </a:rPr>
              <a:t>Odrezivanje poligona</a:t>
            </a:r>
            <a:endParaRPr lang="en-US" altLang="sr-Latn-RS" sz="2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48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48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348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348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348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348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348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348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4850" grpId="0" build="p" autoUpdateAnimBg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6">
            <a:extLst>
              <a:ext uri="{FF2B5EF4-FFF2-40B4-BE49-F238E27FC236}">
                <a16:creationId xmlns:a16="http://schemas.microsoft.com/office/drawing/2014/main" id="{8732D64D-A590-4043-A4BA-92DC7C62A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sr-Latn-RS" sz="2000" b="1">
                <a:latin typeface="Arial" panose="020B0604020202020204" pitchFamily="34" charset="0"/>
                <a:cs typeface="Arial" panose="020B0604020202020204" pitchFamily="34" charset="0"/>
              </a:rPr>
              <a:t>Zašto je odrezivanje teško?</a:t>
            </a:r>
            <a:endParaRPr lang="en-US" altLang="sr-Latn-RS" sz="2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6898" name="Rectangle 2">
            <a:extLst>
              <a:ext uri="{FF2B5EF4-FFF2-40B4-BE49-F238E27FC236}">
                <a16:creationId xmlns:a16="http://schemas.microsoft.com/office/drawing/2014/main" id="{43D3860B-9985-4CD1-AAA2-9B0A021437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905000"/>
            <a:ext cx="7772400" cy="3810000"/>
          </a:xfrm>
        </p:spPr>
        <p:txBody>
          <a:bodyPr/>
          <a:lstStyle/>
          <a:p>
            <a:pPr eaLnBrk="1" hangingPunct="1"/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Slučaj težak za rješavanje:</a:t>
            </a:r>
            <a:endParaRPr lang="en-US" altLang="sr-Latn-RS" sz="2000" i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179" name="Date Placeholder 3">
            <a:extLst>
              <a:ext uri="{FF2B5EF4-FFF2-40B4-BE49-F238E27FC236}">
                <a16:creationId xmlns:a16="http://schemas.microsoft.com/office/drawing/2014/main" id="{CAFD4B7E-956B-4A43-8507-358E6D3C3A0B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fld id="{0ADEF36E-EDD7-4270-A938-C086764DB8E2}" type="datetime1">
              <a:rPr lang="hr-HR" altLang="sr-Latn-RS" sz="1400" smtClean="0">
                <a:latin typeface="Times New Roman" panose="02020603050405020304" pitchFamily="18" charset="0"/>
              </a:rPr>
              <a:t>31.10.2025.</a:t>
            </a:fld>
            <a:endParaRPr lang="en-GB" altLang="sr-Latn-RS" sz="1400">
              <a:latin typeface="Times New Roman" panose="02020603050405020304" pitchFamily="18" charset="0"/>
            </a:endParaRPr>
          </a:p>
        </p:txBody>
      </p:sp>
      <p:sp>
        <p:nvSpPr>
          <p:cNvPr id="2" name="Rezervirano mjesto broja slajda 1">
            <a:extLst>
              <a:ext uri="{FF2B5EF4-FFF2-40B4-BE49-F238E27FC236}">
                <a16:creationId xmlns:a16="http://schemas.microsoft.com/office/drawing/2014/main" id="{EABB0C98-7577-D738-ED91-7FCBEF5FD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EB520-78E3-4812-B23B-E76211F014E6}" type="slidenum">
              <a:rPr lang="en-GB" altLang="sr-Latn-RS" smtClean="0"/>
              <a:pPr/>
              <a:t>58</a:t>
            </a:fld>
            <a:endParaRPr lang="en-GB" altLang="sr-Latn-RS"/>
          </a:p>
        </p:txBody>
      </p:sp>
      <p:sp>
        <p:nvSpPr>
          <p:cNvPr id="50181" name="Freeform 16">
            <a:extLst>
              <a:ext uri="{FF2B5EF4-FFF2-40B4-BE49-F238E27FC236}">
                <a16:creationId xmlns:a16="http://schemas.microsoft.com/office/drawing/2014/main" id="{0BE1524F-FADD-41BA-929D-DEA4FEC28D64}"/>
              </a:ext>
            </a:extLst>
          </p:cNvPr>
          <p:cNvSpPr>
            <a:spLocks/>
          </p:cNvSpPr>
          <p:nvPr/>
        </p:nvSpPr>
        <p:spPr bwMode="auto">
          <a:xfrm>
            <a:off x="3352800" y="2971800"/>
            <a:ext cx="2590800" cy="2362200"/>
          </a:xfrm>
          <a:custGeom>
            <a:avLst/>
            <a:gdLst>
              <a:gd name="T0" fmla="*/ 2147483646 w 1632"/>
              <a:gd name="T1" fmla="*/ 2147483646 h 1488"/>
              <a:gd name="T2" fmla="*/ 2147483646 w 1632"/>
              <a:gd name="T3" fmla="*/ 2147483646 h 1488"/>
              <a:gd name="T4" fmla="*/ 2147483646 w 1632"/>
              <a:gd name="T5" fmla="*/ 2147483646 h 1488"/>
              <a:gd name="T6" fmla="*/ 2147483646 w 1632"/>
              <a:gd name="T7" fmla="*/ 2147483646 h 1488"/>
              <a:gd name="T8" fmla="*/ 2147483646 w 1632"/>
              <a:gd name="T9" fmla="*/ 2147483646 h 1488"/>
              <a:gd name="T10" fmla="*/ 2147483646 w 1632"/>
              <a:gd name="T11" fmla="*/ 2147483646 h 1488"/>
              <a:gd name="T12" fmla="*/ 2147483646 w 1632"/>
              <a:gd name="T13" fmla="*/ 2147483646 h 1488"/>
              <a:gd name="T14" fmla="*/ 2147483646 w 1632"/>
              <a:gd name="T15" fmla="*/ 2147483646 h 1488"/>
              <a:gd name="T16" fmla="*/ 2147483646 w 1632"/>
              <a:gd name="T17" fmla="*/ 0 h 1488"/>
              <a:gd name="T18" fmla="*/ 0 w 1632"/>
              <a:gd name="T19" fmla="*/ 0 h 1488"/>
              <a:gd name="T20" fmla="*/ 0 w 1632"/>
              <a:gd name="T21" fmla="*/ 2147483646 h 1488"/>
              <a:gd name="T22" fmla="*/ 2147483646 w 1632"/>
              <a:gd name="T23" fmla="*/ 2147483646 h 1488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632"/>
              <a:gd name="T37" fmla="*/ 0 h 1488"/>
              <a:gd name="T38" fmla="*/ 1632 w 1632"/>
              <a:gd name="T39" fmla="*/ 1488 h 1488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1632" h="1488">
                <a:moveTo>
                  <a:pt x="912" y="1392"/>
                </a:moveTo>
                <a:lnTo>
                  <a:pt x="912" y="1008"/>
                </a:lnTo>
                <a:lnTo>
                  <a:pt x="576" y="1056"/>
                </a:lnTo>
                <a:lnTo>
                  <a:pt x="576" y="1296"/>
                </a:lnTo>
                <a:lnTo>
                  <a:pt x="336" y="1200"/>
                </a:lnTo>
                <a:lnTo>
                  <a:pt x="336" y="240"/>
                </a:lnTo>
                <a:lnTo>
                  <a:pt x="1248" y="240"/>
                </a:lnTo>
                <a:lnTo>
                  <a:pt x="1632" y="576"/>
                </a:lnTo>
                <a:lnTo>
                  <a:pt x="1632" y="0"/>
                </a:lnTo>
                <a:lnTo>
                  <a:pt x="0" y="0"/>
                </a:lnTo>
                <a:lnTo>
                  <a:pt x="0" y="1488"/>
                </a:lnTo>
                <a:lnTo>
                  <a:pt x="912" y="1392"/>
                </a:lnTo>
                <a:close/>
              </a:path>
            </a:pathLst>
          </a:custGeom>
          <a:noFill/>
          <a:ln w="38100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hr-HR"/>
          </a:p>
        </p:txBody>
      </p:sp>
      <p:sp>
        <p:nvSpPr>
          <p:cNvPr id="50182" name="Rectangle 17">
            <a:extLst>
              <a:ext uri="{FF2B5EF4-FFF2-40B4-BE49-F238E27FC236}">
                <a16:creationId xmlns:a16="http://schemas.microsoft.com/office/drawing/2014/main" id="{36D142AA-E91B-4697-9CBB-195F96C5FC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3535363"/>
            <a:ext cx="1905000" cy="1524000"/>
          </a:xfrm>
          <a:prstGeom prst="rect">
            <a:avLst/>
          </a:prstGeom>
          <a:noFill/>
          <a:ln w="38100">
            <a:solidFill>
              <a:srgbClr val="FF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6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68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6898" grpId="0" build="p" autoUpdateAnimBg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4" name="Rectangle 3">
            <a:extLst>
              <a:ext uri="{FF2B5EF4-FFF2-40B4-BE49-F238E27FC236}">
                <a16:creationId xmlns:a16="http://schemas.microsoft.com/office/drawing/2014/main" id="{1CED85D1-74F5-4BD5-A3E4-22D1ECD8F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sr-Latn-RS" sz="2000" b="1">
                <a:latin typeface="Arial" panose="020B0604020202020204" pitchFamily="34" charset="0"/>
                <a:cs typeface="Arial" panose="020B0604020202020204" pitchFamily="34" charset="0"/>
              </a:rPr>
              <a:t>Zašto je odrezivanje teško?</a:t>
            </a:r>
            <a:endParaRPr lang="en-US" altLang="sr-Latn-RS" sz="2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7922" name="Rectangle 2">
            <a:extLst>
              <a:ext uri="{FF2B5EF4-FFF2-40B4-BE49-F238E27FC236}">
                <a16:creationId xmlns:a16="http://schemas.microsoft.com/office/drawing/2014/main" id="{9FD573E7-1FEB-46D1-8737-FBA6F05767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905000"/>
            <a:ext cx="7772400" cy="3810000"/>
          </a:xfrm>
        </p:spPr>
        <p:txBody>
          <a:bodyPr/>
          <a:lstStyle/>
          <a:p>
            <a:pPr eaLnBrk="1" hangingPunct="1"/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Slučaj težak za rješavanje:</a:t>
            </a:r>
            <a:endParaRPr lang="en-US" altLang="sr-Latn-RS" sz="2000" i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202" name="Date Placeholder 3">
            <a:extLst>
              <a:ext uri="{FF2B5EF4-FFF2-40B4-BE49-F238E27FC236}">
                <a16:creationId xmlns:a16="http://schemas.microsoft.com/office/drawing/2014/main" id="{1DDD5DC3-29ED-4355-A665-83F967FCE61B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fld id="{46F9A60B-B7A2-4465-9834-DE59A26A7040}" type="datetime1">
              <a:rPr lang="hr-HR" altLang="sr-Latn-RS" sz="1400" smtClean="0">
                <a:latin typeface="Times New Roman" panose="02020603050405020304" pitchFamily="18" charset="0"/>
              </a:rPr>
              <a:t>31.10.2025.</a:t>
            </a:fld>
            <a:endParaRPr lang="en-GB" altLang="sr-Latn-RS" sz="1400">
              <a:latin typeface="Times New Roman" panose="02020603050405020304" pitchFamily="18" charset="0"/>
            </a:endParaRPr>
          </a:p>
        </p:txBody>
      </p:sp>
      <p:sp>
        <p:nvSpPr>
          <p:cNvPr id="2" name="Rezervirano mjesto broja slajda 1">
            <a:extLst>
              <a:ext uri="{FF2B5EF4-FFF2-40B4-BE49-F238E27FC236}">
                <a16:creationId xmlns:a16="http://schemas.microsoft.com/office/drawing/2014/main" id="{1A253010-3403-0DED-E1D3-C5436A867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EB520-78E3-4812-B23B-E76211F014E6}" type="slidenum">
              <a:rPr lang="en-GB" altLang="sr-Latn-RS" smtClean="0"/>
              <a:pPr/>
              <a:t>59</a:t>
            </a:fld>
            <a:endParaRPr lang="en-GB" altLang="sr-Latn-RS"/>
          </a:p>
        </p:txBody>
      </p:sp>
      <p:sp>
        <p:nvSpPr>
          <p:cNvPr id="51205" name="Freeform 4">
            <a:extLst>
              <a:ext uri="{FF2B5EF4-FFF2-40B4-BE49-F238E27FC236}">
                <a16:creationId xmlns:a16="http://schemas.microsoft.com/office/drawing/2014/main" id="{B841BCA4-CAC0-4EFB-A7A3-E0FADB7F97C1}"/>
              </a:ext>
            </a:extLst>
          </p:cNvPr>
          <p:cNvSpPr>
            <a:spLocks/>
          </p:cNvSpPr>
          <p:nvPr/>
        </p:nvSpPr>
        <p:spPr bwMode="auto">
          <a:xfrm>
            <a:off x="3352800" y="2971800"/>
            <a:ext cx="2590800" cy="2362200"/>
          </a:xfrm>
          <a:custGeom>
            <a:avLst/>
            <a:gdLst>
              <a:gd name="T0" fmla="*/ 2147483646 w 1632"/>
              <a:gd name="T1" fmla="*/ 2147483646 h 1488"/>
              <a:gd name="T2" fmla="*/ 2147483646 w 1632"/>
              <a:gd name="T3" fmla="*/ 2147483646 h 1488"/>
              <a:gd name="T4" fmla="*/ 2147483646 w 1632"/>
              <a:gd name="T5" fmla="*/ 2147483646 h 1488"/>
              <a:gd name="T6" fmla="*/ 2147483646 w 1632"/>
              <a:gd name="T7" fmla="*/ 2147483646 h 1488"/>
              <a:gd name="T8" fmla="*/ 2147483646 w 1632"/>
              <a:gd name="T9" fmla="*/ 2147483646 h 1488"/>
              <a:gd name="T10" fmla="*/ 2147483646 w 1632"/>
              <a:gd name="T11" fmla="*/ 2147483646 h 1488"/>
              <a:gd name="T12" fmla="*/ 2147483646 w 1632"/>
              <a:gd name="T13" fmla="*/ 2147483646 h 1488"/>
              <a:gd name="T14" fmla="*/ 2147483646 w 1632"/>
              <a:gd name="T15" fmla="*/ 2147483646 h 1488"/>
              <a:gd name="T16" fmla="*/ 2147483646 w 1632"/>
              <a:gd name="T17" fmla="*/ 0 h 1488"/>
              <a:gd name="T18" fmla="*/ 0 w 1632"/>
              <a:gd name="T19" fmla="*/ 0 h 1488"/>
              <a:gd name="T20" fmla="*/ 0 w 1632"/>
              <a:gd name="T21" fmla="*/ 2147483646 h 1488"/>
              <a:gd name="T22" fmla="*/ 2147483646 w 1632"/>
              <a:gd name="T23" fmla="*/ 2147483646 h 1488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632"/>
              <a:gd name="T37" fmla="*/ 0 h 1488"/>
              <a:gd name="T38" fmla="*/ 1632 w 1632"/>
              <a:gd name="T39" fmla="*/ 1488 h 1488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1632" h="1488">
                <a:moveTo>
                  <a:pt x="912" y="1392"/>
                </a:moveTo>
                <a:lnTo>
                  <a:pt x="912" y="1008"/>
                </a:lnTo>
                <a:lnTo>
                  <a:pt x="576" y="1056"/>
                </a:lnTo>
                <a:lnTo>
                  <a:pt x="576" y="1296"/>
                </a:lnTo>
                <a:lnTo>
                  <a:pt x="336" y="1200"/>
                </a:lnTo>
                <a:lnTo>
                  <a:pt x="336" y="240"/>
                </a:lnTo>
                <a:lnTo>
                  <a:pt x="1248" y="240"/>
                </a:lnTo>
                <a:lnTo>
                  <a:pt x="1632" y="576"/>
                </a:lnTo>
                <a:lnTo>
                  <a:pt x="1632" y="0"/>
                </a:lnTo>
                <a:lnTo>
                  <a:pt x="0" y="0"/>
                </a:lnTo>
                <a:lnTo>
                  <a:pt x="0" y="1488"/>
                </a:lnTo>
                <a:lnTo>
                  <a:pt x="912" y="1392"/>
                </a:lnTo>
                <a:close/>
              </a:path>
            </a:pathLst>
          </a:custGeom>
          <a:noFill/>
          <a:ln w="38100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hr-HR"/>
          </a:p>
        </p:txBody>
      </p:sp>
      <p:sp>
        <p:nvSpPr>
          <p:cNvPr id="51206" name="Rectangle 5">
            <a:extLst>
              <a:ext uri="{FF2B5EF4-FFF2-40B4-BE49-F238E27FC236}">
                <a16:creationId xmlns:a16="http://schemas.microsoft.com/office/drawing/2014/main" id="{B9509D1B-ED46-4284-99F4-65A53C3C6E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3535363"/>
            <a:ext cx="1905000" cy="1524000"/>
          </a:xfrm>
          <a:prstGeom prst="rect">
            <a:avLst/>
          </a:prstGeom>
          <a:noFill/>
          <a:ln w="38100">
            <a:solidFill>
              <a:srgbClr val="FF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latin typeface="Times New Roman" panose="02020603050405020304" pitchFamily="18" charset="0"/>
            </a:endParaRPr>
          </a:p>
        </p:txBody>
      </p:sp>
      <p:sp>
        <p:nvSpPr>
          <p:cNvPr id="51207" name="Freeform 6">
            <a:extLst>
              <a:ext uri="{FF2B5EF4-FFF2-40B4-BE49-F238E27FC236}">
                <a16:creationId xmlns:a16="http://schemas.microsoft.com/office/drawing/2014/main" id="{9BE5F68D-C481-4F99-8F2A-2404D07E893A}"/>
              </a:ext>
            </a:extLst>
          </p:cNvPr>
          <p:cNvSpPr>
            <a:spLocks/>
          </p:cNvSpPr>
          <p:nvPr/>
        </p:nvSpPr>
        <p:spPr bwMode="auto">
          <a:xfrm>
            <a:off x="4495800" y="4572000"/>
            <a:ext cx="304800" cy="495300"/>
          </a:xfrm>
          <a:custGeom>
            <a:avLst/>
            <a:gdLst>
              <a:gd name="T0" fmla="*/ 2147483646 w 192"/>
              <a:gd name="T1" fmla="*/ 2147483646 h 312"/>
              <a:gd name="T2" fmla="*/ 2147483646 w 192"/>
              <a:gd name="T3" fmla="*/ 0 h 312"/>
              <a:gd name="T4" fmla="*/ 0 w 192"/>
              <a:gd name="T5" fmla="*/ 2147483646 h 312"/>
              <a:gd name="T6" fmla="*/ 0 w 192"/>
              <a:gd name="T7" fmla="*/ 2147483646 h 312"/>
              <a:gd name="T8" fmla="*/ 2147483646 w 192"/>
              <a:gd name="T9" fmla="*/ 2147483646 h 3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92"/>
              <a:gd name="T16" fmla="*/ 0 h 312"/>
              <a:gd name="T17" fmla="*/ 192 w 192"/>
              <a:gd name="T18" fmla="*/ 312 h 31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92" h="312">
                <a:moveTo>
                  <a:pt x="192" y="312"/>
                </a:moveTo>
                <a:lnTo>
                  <a:pt x="192" y="0"/>
                </a:lnTo>
                <a:lnTo>
                  <a:pt x="0" y="24"/>
                </a:lnTo>
                <a:lnTo>
                  <a:pt x="0" y="304"/>
                </a:lnTo>
                <a:lnTo>
                  <a:pt x="192" y="312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hr-HR"/>
          </a:p>
        </p:txBody>
      </p:sp>
      <p:sp>
        <p:nvSpPr>
          <p:cNvPr id="51208" name="Freeform 7">
            <a:extLst>
              <a:ext uri="{FF2B5EF4-FFF2-40B4-BE49-F238E27FC236}">
                <a16:creationId xmlns:a16="http://schemas.microsoft.com/office/drawing/2014/main" id="{069186FD-1788-47BC-8BAF-B5CBB2AC6962}"/>
              </a:ext>
            </a:extLst>
          </p:cNvPr>
          <p:cNvSpPr>
            <a:spLocks/>
          </p:cNvSpPr>
          <p:nvPr/>
        </p:nvSpPr>
        <p:spPr bwMode="auto">
          <a:xfrm>
            <a:off x="5486400" y="3505200"/>
            <a:ext cx="431800" cy="381000"/>
          </a:xfrm>
          <a:custGeom>
            <a:avLst/>
            <a:gdLst>
              <a:gd name="T0" fmla="*/ 0 w 272"/>
              <a:gd name="T1" fmla="*/ 2147483646 h 240"/>
              <a:gd name="T2" fmla="*/ 2147483646 w 272"/>
              <a:gd name="T3" fmla="*/ 2147483646 h 240"/>
              <a:gd name="T4" fmla="*/ 2147483646 w 272"/>
              <a:gd name="T5" fmla="*/ 0 h 240"/>
              <a:gd name="T6" fmla="*/ 0 w 272"/>
              <a:gd name="T7" fmla="*/ 2147483646 h 240"/>
              <a:gd name="T8" fmla="*/ 0 60000 65536"/>
              <a:gd name="T9" fmla="*/ 0 60000 65536"/>
              <a:gd name="T10" fmla="*/ 0 60000 65536"/>
              <a:gd name="T11" fmla="*/ 0 60000 65536"/>
              <a:gd name="T12" fmla="*/ 0 w 272"/>
              <a:gd name="T13" fmla="*/ 0 h 240"/>
              <a:gd name="T14" fmla="*/ 272 w 272"/>
              <a:gd name="T15" fmla="*/ 240 h 24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72" h="240">
                <a:moveTo>
                  <a:pt x="0" y="8"/>
                </a:moveTo>
                <a:lnTo>
                  <a:pt x="272" y="240"/>
                </a:lnTo>
                <a:lnTo>
                  <a:pt x="272" y="0"/>
                </a:lnTo>
                <a:lnTo>
                  <a:pt x="0" y="8"/>
                </a:lnTo>
                <a:close/>
              </a:path>
            </a:pathLst>
          </a:custGeom>
          <a:solidFill>
            <a:srgbClr val="FFFFFF"/>
          </a:solidFill>
          <a:ln w="76200">
            <a:solidFill>
              <a:schemeClr val="tx2"/>
            </a:solidFill>
            <a:round/>
            <a:headEnd/>
            <a:tailEnd/>
          </a:ln>
        </p:spPr>
        <p:txBody>
          <a:bodyPr wrap="none" anchor="ctr"/>
          <a:lstStyle/>
          <a:p>
            <a:endParaRPr lang="hr-H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79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79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22" grpId="0" build="p" autoUpdateAnimBg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2A59640A-CDD2-4521-972E-AA909ED3F4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Algoritam </a:t>
            </a:r>
            <a:r>
              <a:rPr lang="en-US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Sutherland-Hodgeman</a:t>
            </a:r>
          </a:p>
        </p:txBody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49B1A5AE-11C2-4AAC-A5F8-A59D601CD2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5800" y="1905000"/>
            <a:ext cx="7772400" cy="3657600"/>
          </a:xfrm>
        </p:spPr>
        <p:txBody>
          <a:bodyPr>
            <a:normAutofit lnSpcReduction="10000"/>
          </a:bodyPr>
          <a:lstStyle/>
          <a:p>
            <a:pPr algn="just" eaLnBrk="1" hangingPunct="1">
              <a:defRPr/>
            </a:pP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Podijeli-pa-vladaj strategija.</a:t>
            </a:r>
          </a:p>
          <a:p>
            <a:pPr algn="just" eaLnBrk="1" hangingPunct="1">
              <a:defRPr/>
            </a:pPr>
            <a:endParaRPr lang="hr-HR" altLang="sr-Latn-R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defRPr/>
            </a:pP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Rješava niz jednostavnih i identičnih problema koji združeni rješavaju cijeli problem.</a:t>
            </a:r>
          </a:p>
          <a:p>
            <a:pPr algn="just" eaLnBrk="1" hangingPunct="1">
              <a:defRPr/>
            </a:pPr>
            <a:endParaRPr lang="hr-HR" altLang="sr-Latn-R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defRPr/>
            </a:pP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Jednostavni problem je odrezivanje poligona s jednim beskonačnim rubom odrezivanja. </a:t>
            </a:r>
          </a:p>
          <a:p>
            <a:pPr marL="0" indent="0" algn="just" eaLnBrk="1" hangingPunct="1">
              <a:buFont typeface="Wingdings 2" panose="05020102010507070707" pitchFamily="18" charset="2"/>
              <a:buNone/>
              <a:defRPr/>
            </a:pPr>
            <a:endParaRPr lang="hr-HR" altLang="sr-Latn-R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defRPr/>
            </a:pPr>
            <a:r>
              <a:rPr lang="hr-HR" altLang="sr-Latn-RS" sz="2000" dirty="0">
                <a:latin typeface="Arial" panose="020B0604020202020204" pitchFamily="34" charset="0"/>
                <a:cs typeface="Arial" panose="020B0604020202020204" pitchFamily="34" charset="0"/>
              </a:rPr>
              <a:t>Četiri ruba odrezivanja, od kojih svaki definira jednu granicu pravokutnika odrezivanja (uspješno odrezuju poligon s pravokutnikom odrezivanja.</a:t>
            </a:r>
          </a:p>
        </p:txBody>
      </p:sp>
      <p:sp>
        <p:nvSpPr>
          <p:cNvPr id="52227" name="Date Placeholder 3">
            <a:extLst>
              <a:ext uri="{FF2B5EF4-FFF2-40B4-BE49-F238E27FC236}">
                <a16:creationId xmlns:a16="http://schemas.microsoft.com/office/drawing/2014/main" id="{F9E09D7C-EDCA-412E-AB69-06945A917F51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fld id="{7AFAAE2A-2A25-4DED-A910-18EB05314EF0}" type="datetime1">
              <a:rPr lang="hr-HR" altLang="sr-Latn-RS" sz="1400" smtClean="0">
                <a:latin typeface="Times New Roman" panose="02020603050405020304" pitchFamily="18" charset="0"/>
              </a:rPr>
              <a:t>31.10.2025.</a:t>
            </a:fld>
            <a:endParaRPr lang="en-GB" altLang="sr-Latn-RS" sz="1400">
              <a:latin typeface="Times New Roman" panose="02020603050405020304" pitchFamily="18" charset="0"/>
            </a:endParaRPr>
          </a:p>
        </p:txBody>
      </p:sp>
      <p:sp>
        <p:nvSpPr>
          <p:cNvPr id="2" name="Rezervirano mjesto broja slajda 1">
            <a:extLst>
              <a:ext uri="{FF2B5EF4-FFF2-40B4-BE49-F238E27FC236}">
                <a16:creationId xmlns:a16="http://schemas.microsoft.com/office/drawing/2014/main" id="{74E913F9-D524-5068-414F-733662918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EB520-78E3-4812-B23B-E76211F014E6}" type="slidenum">
              <a:rPr lang="en-GB" altLang="sr-Latn-RS" smtClean="0"/>
              <a:pPr/>
              <a:t>60</a:t>
            </a:fld>
            <a:endParaRPr lang="en-GB" altLang="sr-Latn-R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C646D5BB-E63B-4BE5-BA4D-C0A0587D4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sr-Latn-RS" sz="2800" b="1">
                <a:latin typeface="Arial" panose="020B0604020202020204" pitchFamily="34" charset="0"/>
                <a:cs typeface="Arial" panose="020B0604020202020204" pitchFamily="34" charset="0"/>
              </a:rPr>
              <a:t>Algoritam </a:t>
            </a:r>
            <a:r>
              <a:rPr lang="en-US" altLang="sr-Latn-RS" sz="2800" b="1">
                <a:latin typeface="Arial" panose="020B0604020202020204" pitchFamily="34" charset="0"/>
                <a:cs typeface="Arial" panose="020B0604020202020204" pitchFamily="34" charset="0"/>
              </a:rPr>
              <a:t>Sutherland-Hodgeman</a:t>
            </a:r>
          </a:p>
        </p:txBody>
      </p:sp>
      <p:sp>
        <p:nvSpPr>
          <p:cNvPr id="53251" name="Date Placeholder 3">
            <a:extLst>
              <a:ext uri="{FF2B5EF4-FFF2-40B4-BE49-F238E27FC236}">
                <a16:creationId xmlns:a16="http://schemas.microsoft.com/office/drawing/2014/main" id="{2C805771-4746-454F-B246-4AB67E57C832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fld id="{BFC502E8-294C-4933-A60A-3575D717EA5C}" type="datetime1">
              <a:rPr lang="hr-HR" altLang="sr-Latn-RS" sz="1400" smtClean="0">
                <a:latin typeface="Times New Roman" panose="02020603050405020304" pitchFamily="18" charset="0"/>
              </a:rPr>
              <a:t>31.10.2025.</a:t>
            </a:fld>
            <a:endParaRPr lang="en-GB" altLang="sr-Latn-RS" sz="1400">
              <a:latin typeface="Times New Roman" panose="02020603050405020304" pitchFamily="18" charset="0"/>
            </a:endParaRPr>
          </a:p>
        </p:txBody>
      </p:sp>
      <p:sp>
        <p:nvSpPr>
          <p:cNvPr id="2" name="Rezervirano mjesto broja slajda 1">
            <a:extLst>
              <a:ext uri="{FF2B5EF4-FFF2-40B4-BE49-F238E27FC236}">
                <a16:creationId xmlns:a16="http://schemas.microsoft.com/office/drawing/2014/main" id="{3BBDD009-D430-9CD2-0D70-7269DD907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EB520-78E3-4812-B23B-E76211F014E6}" type="slidenum">
              <a:rPr lang="en-GB" altLang="sr-Latn-RS" smtClean="0"/>
              <a:pPr/>
              <a:t>61</a:t>
            </a:fld>
            <a:endParaRPr lang="en-GB" altLang="sr-Latn-RS"/>
          </a:p>
        </p:txBody>
      </p:sp>
      <p:sp>
        <p:nvSpPr>
          <p:cNvPr id="53252" name="Rectangle 4">
            <a:extLst>
              <a:ext uri="{FF2B5EF4-FFF2-40B4-BE49-F238E27FC236}">
                <a16:creationId xmlns:a16="http://schemas.microsoft.com/office/drawing/2014/main" id="{9950AA37-72AE-4DDD-BEF8-A430C4F636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3581400"/>
            <a:ext cx="2057400" cy="1676400"/>
          </a:xfrm>
          <a:prstGeom prst="rect">
            <a:avLst/>
          </a:prstGeom>
          <a:noFill/>
          <a:ln w="3810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latin typeface="Times New Roman" panose="02020603050405020304" pitchFamily="18" charset="0"/>
            </a:endParaRPr>
          </a:p>
        </p:txBody>
      </p:sp>
      <p:sp>
        <p:nvSpPr>
          <p:cNvPr id="53253" name="Freeform 5">
            <a:extLst>
              <a:ext uri="{FF2B5EF4-FFF2-40B4-BE49-F238E27FC236}">
                <a16:creationId xmlns:a16="http://schemas.microsoft.com/office/drawing/2014/main" id="{3C7DB14A-1209-4744-86B3-709E39719072}"/>
              </a:ext>
            </a:extLst>
          </p:cNvPr>
          <p:cNvSpPr>
            <a:spLocks/>
          </p:cNvSpPr>
          <p:nvPr/>
        </p:nvSpPr>
        <p:spPr bwMode="auto">
          <a:xfrm>
            <a:off x="3200400" y="3124200"/>
            <a:ext cx="2819400" cy="2514600"/>
          </a:xfrm>
          <a:custGeom>
            <a:avLst/>
            <a:gdLst>
              <a:gd name="T0" fmla="*/ 2147483646 w 1776"/>
              <a:gd name="T1" fmla="*/ 0 h 1584"/>
              <a:gd name="T2" fmla="*/ 0 w 1776"/>
              <a:gd name="T3" fmla="*/ 2147483646 h 1584"/>
              <a:gd name="T4" fmla="*/ 2147483646 w 1776"/>
              <a:gd name="T5" fmla="*/ 2147483646 h 1584"/>
              <a:gd name="T6" fmla="*/ 2147483646 w 1776"/>
              <a:gd name="T7" fmla="*/ 2147483646 h 1584"/>
              <a:gd name="T8" fmla="*/ 2147483646 w 1776"/>
              <a:gd name="T9" fmla="*/ 2147483646 h 1584"/>
              <a:gd name="T10" fmla="*/ 2147483646 w 1776"/>
              <a:gd name="T11" fmla="*/ 2147483646 h 1584"/>
              <a:gd name="T12" fmla="*/ 2147483646 w 1776"/>
              <a:gd name="T13" fmla="*/ 0 h 158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776"/>
              <a:gd name="T22" fmla="*/ 0 h 1584"/>
              <a:gd name="T23" fmla="*/ 1776 w 1776"/>
              <a:gd name="T24" fmla="*/ 1584 h 158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776" h="1584">
                <a:moveTo>
                  <a:pt x="1776" y="0"/>
                </a:moveTo>
                <a:lnTo>
                  <a:pt x="0" y="816"/>
                </a:lnTo>
                <a:lnTo>
                  <a:pt x="1296" y="1584"/>
                </a:lnTo>
                <a:lnTo>
                  <a:pt x="1728" y="912"/>
                </a:lnTo>
                <a:lnTo>
                  <a:pt x="1200" y="768"/>
                </a:lnTo>
                <a:lnTo>
                  <a:pt x="1632" y="432"/>
                </a:lnTo>
                <a:lnTo>
                  <a:pt x="1776" y="0"/>
                </a:lnTo>
                <a:close/>
              </a:path>
            </a:pathLst>
          </a:cu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hr-HR"/>
          </a:p>
        </p:txBody>
      </p:sp>
      <p:sp>
        <p:nvSpPr>
          <p:cNvPr id="53254" name="Rectangle 7">
            <a:extLst>
              <a:ext uri="{FF2B5EF4-FFF2-40B4-BE49-F238E27FC236}">
                <a16:creationId xmlns:a16="http://schemas.microsoft.com/office/drawing/2014/main" id="{75E323F4-24F5-434E-BAC0-988068A355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676400"/>
            <a:ext cx="79248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20000"/>
              </a:spcBef>
              <a:buClrTx/>
              <a:buSzTx/>
              <a:buFontTx/>
              <a:buNone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Osnovna ideja: odrezivanje poligona s jednim beskonačnim rubom odrezivanja. 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2429FD64-F6E1-4411-B2EA-64A684EA7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Algoritam </a:t>
            </a:r>
            <a:r>
              <a:rPr lang="en-US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Sutherland-Hodgeman</a:t>
            </a:r>
          </a:p>
        </p:txBody>
      </p:sp>
      <p:sp>
        <p:nvSpPr>
          <p:cNvPr id="54275" name="Date Placeholder 3">
            <a:extLst>
              <a:ext uri="{FF2B5EF4-FFF2-40B4-BE49-F238E27FC236}">
                <a16:creationId xmlns:a16="http://schemas.microsoft.com/office/drawing/2014/main" id="{07673515-9443-49C7-BEF0-6AFC98CD02A7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fld id="{0DE3B19C-F234-417B-B629-CE7763B99215}" type="datetime1">
              <a:rPr lang="hr-HR" altLang="sr-Latn-RS" sz="1400" smtClean="0">
                <a:latin typeface="Times New Roman" panose="02020603050405020304" pitchFamily="18" charset="0"/>
              </a:rPr>
              <a:t>31.10.2025.</a:t>
            </a:fld>
            <a:endParaRPr lang="en-GB" altLang="sr-Latn-RS" sz="1400">
              <a:latin typeface="Times New Roman" panose="02020603050405020304" pitchFamily="18" charset="0"/>
            </a:endParaRPr>
          </a:p>
        </p:txBody>
      </p:sp>
      <p:sp>
        <p:nvSpPr>
          <p:cNvPr id="2" name="Rezervirano mjesto broja slajda 1">
            <a:extLst>
              <a:ext uri="{FF2B5EF4-FFF2-40B4-BE49-F238E27FC236}">
                <a16:creationId xmlns:a16="http://schemas.microsoft.com/office/drawing/2014/main" id="{60814D47-33CC-EDA8-24DC-CBA6169FF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EB520-78E3-4812-B23B-E76211F014E6}" type="slidenum">
              <a:rPr lang="en-GB" altLang="sr-Latn-RS" smtClean="0"/>
              <a:pPr/>
              <a:t>62</a:t>
            </a:fld>
            <a:endParaRPr lang="en-GB" altLang="sr-Latn-RS"/>
          </a:p>
        </p:txBody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C0D05F0F-D811-48E9-BA2A-0BCD63AEB7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3581400"/>
            <a:ext cx="2057400" cy="1676400"/>
          </a:xfrm>
          <a:prstGeom prst="rect">
            <a:avLst/>
          </a:prstGeom>
          <a:noFill/>
          <a:ln w="3810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latin typeface="Times New Roman" panose="02020603050405020304" pitchFamily="18" charset="0"/>
            </a:endParaRPr>
          </a:p>
        </p:txBody>
      </p:sp>
      <p:sp>
        <p:nvSpPr>
          <p:cNvPr id="54277" name="Freeform 4">
            <a:extLst>
              <a:ext uri="{FF2B5EF4-FFF2-40B4-BE49-F238E27FC236}">
                <a16:creationId xmlns:a16="http://schemas.microsoft.com/office/drawing/2014/main" id="{53083E74-E7AA-41AF-A3F4-C8EEF6A5760F}"/>
              </a:ext>
            </a:extLst>
          </p:cNvPr>
          <p:cNvSpPr>
            <a:spLocks/>
          </p:cNvSpPr>
          <p:nvPr/>
        </p:nvSpPr>
        <p:spPr bwMode="auto">
          <a:xfrm>
            <a:off x="3200400" y="3124200"/>
            <a:ext cx="2819400" cy="2514600"/>
          </a:xfrm>
          <a:custGeom>
            <a:avLst/>
            <a:gdLst>
              <a:gd name="T0" fmla="*/ 2147483646 w 1776"/>
              <a:gd name="T1" fmla="*/ 0 h 1584"/>
              <a:gd name="T2" fmla="*/ 0 w 1776"/>
              <a:gd name="T3" fmla="*/ 2147483646 h 1584"/>
              <a:gd name="T4" fmla="*/ 2147483646 w 1776"/>
              <a:gd name="T5" fmla="*/ 2147483646 h 1584"/>
              <a:gd name="T6" fmla="*/ 2147483646 w 1776"/>
              <a:gd name="T7" fmla="*/ 2147483646 h 1584"/>
              <a:gd name="T8" fmla="*/ 2147483646 w 1776"/>
              <a:gd name="T9" fmla="*/ 2147483646 h 1584"/>
              <a:gd name="T10" fmla="*/ 2147483646 w 1776"/>
              <a:gd name="T11" fmla="*/ 2147483646 h 1584"/>
              <a:gd name="T12" fmla="*/ 2147483646 w 1776"/>
              <a:gd name="T13" fmla="*/ 0 h 158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776"/>
              <a:gd name="T22" fmla="*/ 0 h 1584"/>
              <a:gd name="T23" fmla="*/ 1776 w 1776"/>
              <a:gd name="T24" fmla="*/ 1584 h 1584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776" h="1584">
                <a:moveTo>
                  <a:pt x="1776" y="0"/>
                </a:moveTo>
                <a:lnTo>
                  <a:pt x="0" y="816"/>
                </a:lnTo>
                <a:lnTo>
                  <a:pt x="1296" y="1584"/>
                </a:lnTo>
                <a:lnTo>
                  <a:pt x="1728" y="912"/>
                </a:lnTo>
                <a:lnTo>
                  <a:pt x="1200" y="768"/>
                </a:lnTo>
                <a:lnTo>
                  <a:pt x="1632" y="432"/>
                </a:lnTo>
                <a:lnTo>
                  <a:pt x="1776" y="0"/>
                </a:lnTo>
                <a:close/>
              </a:path>
            </a:pathLst>
          </a:cu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hr-HR"/>
          </a:p>
        </p:txBody>
      </p:sp>
      <p:sp>
        <p:nvSpPr>
          <p:cNvPr id="54278" name="Rectangle 5">
            <a:extLst>
              <a:ext uri="{FF2B5EF4-FFF2-40B4-BE49-F238E27FC236}">
                <a16:creationId xmlns:a16="http://schemas.microsoft.com/office/drawing/2014/main" id="{218BED45-DC01-42D3-B63E-40F843872B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676400"/>
            <a:ext cx="8153400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20000"/>
              </a:spcBef>
              <a:buClrTx/>
              <a:buSzTx/>
              <a:buFontTx/>
              <a:buNone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Osnovna ideja: odrezivanje poligona s jednom jednadžbom ruba</a:t>
            </a:r>
          </a:p>
          <a:p>
            <a:pPr algn="just" eaLnBrk="1" hangingPunct="1">
              <a:spcBef>
                <a:spcPct val="20000"/>
              </a:spcBef>
              <a:buClrTx/>
              <a:buSzTx/>
              <a:buFontTx/>
              <a:buNone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Nakon odrezivanja svih ravnina – poligon je potpuno obrađen</a:t>
            </a:r>
          </a:p>
        </p:txBody>
      </p:sp>
      <p:sp>
        <p:nvSpPr>
          <p:cNvPr id="54279" name="Line 6">
            <a:extLst>
              <a:ext uri="{FF2B5EF4-FFF2-40B4-BE49-F238E27FC236}">
                <a16:creationId xmlns:a16="http://schemas.microsoft.com/office/drawing/2014/main" id="{74BEEA1C-5EC1-4F2E-8F85-A0FC43A62D3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38800" y="2895600"/>
            <a:ext cx="0" cy="3200400"/>
          </a:xfrm>
          <a:prstGeom prst="line">
            <a:avLst/>
          </a:prstGeom>
          <a:noFill/>
          <a:ln w="762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r-HR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E495209F-E8B5-4968-91F1-177CDDF9D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Algoritam </a:t>
            </a:r>
            <a:r>
              <a:rPr lang="en-US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Sutherland-Hodgeman</a:t>
            </a:r>
          </a:p>
        </p:txBody>
      </p:sp>
      <p:sp>
        <p:nvSpPr>
          <p:cNvPr id="55299" name="Date Placeholder 3">
            <a:extLst>
              <a:ext uri="{FF2B5EF4-FFF2-40B4-BE49-F238E27FC236}">
                <a16:creationId xmlns:a16="http://schemas.microsoft.com/office/drawing/2014/main" id="{F54EF9DB-77BD-46BE-A2F4-0C3B435D18A3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fld id="{D055B9D2-C710-47F2-B41F-01B22E2A5E5B}" type="datetime1">
              <a:rPr lang="hr-HR" altLang="sr-Latn-RS" sz="1400" smtClean="0">
                <a:latin typeface="Times New Roman" panose="02020603050405020304" pitchFamily="18" charset="0"/>
              </a:rPr>
              <a:t>31.10.2025.</a:t>
            </a:fld>
            <a:endParaRPr lang="en-GB" altLang="sr-Latn-RS" sz="1400">
              <a:latin typeface="Times New Roman" panose="02020603050405020304" pitchFamily="18" charset="0"/>
            </a:endParaRPr>
          </a:p>
        </p:txBody>
      </p:sp>
      <p:sp>
        <p:nvSpPr>
          <p:cNvPr id="2" name="Rezervirano mjesto broja slajda 1">
            <a:extLst>
              <a:ext uri="{FF2B5EF4-FFF2-40B4-BE49-F238E27FC236}">
                <a16:creationId xmlns:a16="http://schemas.microsoft.com/office/drawing/2014/main" id="{1F24B68A-4229-73F4-8225-A866DA186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EB520-78E3-4812-B23B-E76211F014E6}" type="slidenum">
              <a:rPr lang="en-GB" altLang="sr-Latn-RS" smtClean="0"/>
              <a:pPr/>
              <a:t>63</a:t>
            </a:fld>
            <a:endParaRPr lang="en-GB" altLang="sr-Latn-RS"/>
          </a:p>
        </p:txBody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386A97EF-E01D-4A0F-A6F7-E6FB9A4AF7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3581400"/>
            <a:ext cx="2057400" cy="1676400"/>
          </a:xfrm>
          <a:prstGeom prst="rect">
            <a:avLst/>
          </a:prstGeom>
          <a:noFill/>
          <a:ln w="3810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latin typeface="Times New Roman" panose="02020603050405020304" pitchFamily="18" charset="0"/>
            </a:endParaRPr>
          </a:p>
        </p:txBody>
      </p:sp>
      <p:sp>
        <p:nvSpPr>
          <p:cNvPr id="55301" name="Rectangle 5">
            <a:extLst>
              <a:ext uri="{FF2B5EF4-FFF2-40B4-BE49-F238E27FC236}">
                <a16:creationId xmlns:a16="http://schemas.microsoft.com/office/drawing/2014/main" id="{9BC55B03-F739-459D-A093-8CC402FC4F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676400"/>
            <a:ext cx="8153400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20000"/>
              </a:spcBef>
              <a:buClrTx/>
              <a:buSzTx/>
              <a:buFontTx/>
              <a:buNone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Osnovna ideja: odrezivanje poligona s jednom jednadžbom ruba</a:t>
            </a:r>
          </a:p>
          <a:p>
            <a:pPr algn="just" eaLnBrk="1" hangingPunct="1">
              <a:spcBef>
                <a:spcPct val="20000"/>
              </a:spcBef>
              <a:buClrTx/>
              <a:buSzTx/>
              <a:buFontTx/>
              <a:buNone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Nakon odrezivanja svih ravnina – poligon je potpuno obrađen</a:t>
            </a:r>
          </a:p>
        </p:txBody>
      </p:sp>
      <p:sp>
        <p:nvSpPr>
          <p:cNvPr id="55302" name="Freeform 7">
            <a:extLst>
              <a:ext uri="{FF2B5EF4-FFF2-40B4-BE49-F238E27FC236}">
                <a16:creationId xmlns:a16="http://schemas.microsoft.com/office/drawing/2014/main" id="{ADD3C187-0B44-49F4-9EDF-2BBD090F5DF9}"/>
              </a:ext>
            </a:extLst>
          </p:cNvPr>
          <p:cNvSpPr>
            <a:spLocks/>
          </p:cNvSpPr>
          <p:nvPr/>
        </p:nvSpPr>
        <p:spPr bwMode="auto">
          <a:xfrm>
            <a:off x="3200400" y="3276600"/>
            <a:ext cx="2425700" cy="2336800"/>
          </a:xfrm>
          <a:custGeom>
            <a:avLst/>
            <a:gdLst>
              <a:gd name="T0" fmla="*/ 2147483646 w 1528"/>
              <a:gd name="T1" fmla="*/ 0 h 1472"/>
              <a:gd name="T2" fmla="*/ 0 w 1528"/>
              <a:gd name="T3" fmla="*/ 2147483646 h 1472"/>
              <a:gd name="T4" fmla="*/ 2147483646 w 1528"/>
              <a:gd name="T5" fmla="*/ 2147483646 h 1472"/>
              <a:gd name="T6" fmla="*/ 2147483646 w 1528"/>
              <a:gd name="T7" fmla="*/ 2147483646 h 1472"/>
              <a:gd name="T8" fmla="*/ 2147483646 w 1528"/>
              <a:gd name="T9" fmla="*/ 2147483646 h 1472"/>
              <a:gd name="T10" fmla="*/ 2147483646 w 1528"/>
              <a:gd name="T11" fmla="*/ 2147483646 h 1472"/>
              <a:gd name="T12" fmla="*/ 2147483646 w 1528"/>
              <a:gd name="T13" fmla="*/ 2147483646 h 1472"/>
              <a:gd name="T14" fmla="*/ 2147483646 w 1528"/>
              <a:gd name="T15" fmla="*/ 0 h 1472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528"/>
              <a:gd name="T25" fmla="*/ 0 h 1472"/>
              <a:gd name="T26" fmla="*/ 1528 w 1528"/>
              <a:gd name="T27" fmla="*/ 1472 h 1472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528" h="1472">
                <a:moveTo>
                  <a:pt x="1528" y="0"/>
                </a:moveTo>
                <a:lnTo>
                  <a:pt x="0" y="704"/>
                </a:lnTo>
                <a:lnTo>
                  <a:pt x="1296" y="1472"/>
                </a:lnTo>
                <a:lnTo>
                  <a:pt x="1528" y="1104"/>
                </a:lnTo>
                <a:lnTo>
                  <a:pt x="1528" y="752"/>
                </a:lnTo>
                <a:lnTo>
                  <a:pt x="1200" y="656"/>
                </a:lnTo>
                <a:lnTo>
                  <a:pt x="1528" y="416"/>
                </a:lnTo>
                <a:lnTo>
                  <a:pt x="1528" y="0"/>
                </a:lnTo>
                <a:close/>
              </a:path>
            </a:pathLst>
          </a:cu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hr-HR"/>
          </a:p>
        </p:txBody>
      </p:sp>
      <p:sp>
        <p:nvSpPr>
          <p:cNvPr id="55303" name="Line 8">
            <a:extLst>
              <a:ext uri="{FF2B5EF4-FFF2-40B4-BE49-F238E27FC236}">
                <a16:creationId xmlns:a16="http://schemas.microsoft.com/office/drawing/2014/main" id="{636AE4FB-7946-4050-BEA2-A13C4601F55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38800" y="2895600"/>
            <a:ext cx="0" cy="3200400"/>
          </a:xfrm>
          <a:prstGeom prst="line">
            <a:avLst/>
          </a:prstGeom>
          <a:noFill/>
          <a:ln w="762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r-HR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A8141E0F-710C-4AA1-B3D0-D0F769EC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Algoritam </a:t>
            </a:r>
            <a:r>
              <a:rPr lang="en-US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Sutherland-Hodgeman</a:t>
            </a:r>
          </a:p>
        </p:txBody>
      </p:sp>
      <p:sp>
        <p:nvSpPr>
          <p:cNvPr id="56323" name="Date Placeholder 3">
            <a:extLst>
              <a:ext uri="{FF2B5EF4-FFF2-40B4-BE49-F238E27FC236}">
                <a16:creationId xmlns:a16="http://schemas.microsoft.com/office/drawing/2014/main" id="{B525B08E-6357-42AE-88E1-B90D701379C1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fld id="{8E662F14-68EA-45F1-AEFC-1AFE58B72E58}" type="datetime1">
              <a:rPr lang="hr-HR" altLang="sr-Latn-RS" sz="1400" smtClean="0">
                <a:latin typeface="Times New Roman" panose="02020603050405020304" pitchFamily="18" charset="0"/>
              </a:rPr>
              <a:t>31.10.2025.</a:t>
            </a:fld>
            <a:endParaRPr lang="en-GB" altLang="sr-Latn-RS" sz="1400">
              <a:latin typeface="Times New Roman" panose="02020603050405020304" pitchFamily="18" charset="0"/>
            </a:endParaRPr>
          </a:p>
        </p:txBody>
      </p:sp>
      <p:sp>
        <p:nvSpPr>
          <p:cNvPr id="2" name="Rezervirano mjesto broja slajda 1">
            <a:extLst>
              <a:ext uri="{FF2B5EF4-FFF2-40B4-BE49-F238E27FC236}">
                <a16:creationId xmlns:a16="http://schemas.microsoft.com/office/drawing/2014/main" id="{DDD61043-B414-8CA3-34EF-B48253237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EB520-78E3-4812-B23B-E76211F014E6}" type="slidenum">
              <a:rPr lang="en-GB" altLang="sr-Latn-RS" smtClean="0"/>
              <a:pPr/>
              <a:t>64</a:t>
            </a:fld>
            <a:endParaRPr lang="en-GB" altLang="sr-Latn-RS"/>
          </a:p>
        </p:txBody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E6D50CE6-F293-463C-AC8B-2722D9D92B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3581400"/>
            <a:ext cx="2057400" cy="1676400"/>
          </a:xfrm>
          <a:prstGeom prst="rect">
            <a:avLst/>
          </a:prstGeom>
          <a:noFill/>
          <a:ln w="3810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latin typeface="Times New Roman" panose="02020603050405020304" pitchFamily="18" charset="0"/>
            </a:endParaRPr>
          </a:p>
        </p:txBody>
      </p:sp>
      <p:sp>
        <p:nvSpPr>
          <p:cNvPr id="56325" name="Rectangle 4">
            <a:extLst>
              <a:ext uri="{FF2B5EF4-FFF2-40B4-BE49-F238E27FC236}">
                <a16:creationId xmlns:a16="http://schemas.microsoft.com/office/drawing/2014/main" id="{DED4EC5A-DFF5-4B54-84D0-E062715003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676400"/>
            <a:ext cx="8153400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20000"/>
              </a:spcBef>
              <a:buClrTx/>
              <a:buSzTx/>
              <a:buFontTx/>
              <a:buNone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Osnovna ideja: odrezivanje poligona s jednom jednadžbom ruba</a:t>
            </a:r>
          </a:p>
          <a:p>
            <a:pPr algn="just" eaLnBrk="1" hangingPunct="1">
              <a:spcBef>
                <a:spcPct val="20000"/>
              </a:spcBef>
              <a:buClrTx/>
              <a:buSzTx/>
              <a:buFontTx/>
              <a:buNone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Nakon odrezivanja svih ravnina – poligon je potpuno obrađen</a:t>
            </a:r>
          </a:p>
        </p:txBody>
      </p:sp>
      <p:sp>
        <p:nvSpPr>
          <p:cNvPr id="56326" name="Freeform 6">
            <a:extLst>
              <a:ext uri="{FF2B5EF4-FFF2-40B4-BE49-F238E27FC236}">
                <a16:creationId xmlns:a16="http://schemas.microsoft.com/office/drawing/2014/main" id="{780FD821-94D2-4D88-9578-C105E0B01E4E}"/>
              </a:ext>
            </a:extLst>
          </p:cNvPr>
          <p:cNvSpPr>
            <a:spLocks/>
          </p:cNvSpPr>
          <p:nvPr/>
        </p:nvSpPr>
        <p:spPr bwMode="auto">
          <a:xfrm>
            <a:off x="3200400" y="3276600"/>
            <a:ext cx="2425700" cy="2336800"/>
          </a:xfrm>
          <a:custGeom>
            <a:avLst/>
            <a:gdLst>
              <a:gd name="T0" fmla="*/ 2147483646 w 1528"/>
              <a:gd name="T1" fmla="*/ 0 h 1472"/>
              <a:gd name="T2" fmla="*/ 0 w 1528"/>
              <a:gd name="T3" fmla="*/ 2147483646 h 1472"/>
              <a:gd name="T4" fmla="*/ 2147483646 w 1528"/>
              <a:gd name="T5" fmla="*/ 2147483646 h 1472"/>
              <a:gd name="T6" fmla="*/ 2147483646 w 1528"/>
              <a:gd name="T7" fmla="*/ 2147483646 h 1472"/>
              <a:gd name="T8" fmla="*/ 2147483646 w 1528"/>
              <a:gd name="T9" fmla="*/ 2147483646 h 1472"/>
              <a:gd name="T10" fmla="*/ 2147483646 w 1528"/>
              <a:gd name="T11" fmla="*/ 2147483646 h 1472"/>
              <a:gd name="T12" fmla="*/ 2147483646 w 1528"/>
              <a:gd name="T13" fmla="*/ 2147483646 h 1472"/>
              <a:gd name="T14" fmla="*/ 2147483646 w 1528"/>
              <a:gd name="T15" fmla="*/ 0 h 1472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1528"/>
              <a:gd name="T25" fmla="*/ 0 h 1472"/>
              <a:gd name="T26" fmla="*/ 1528 w 1528"/>
              <a:gd name="T27" fmla="*/ 1472 h 1472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1528" h="1472">
                <a:moveTo>
                  <a:pt x="1528" y="0"/>
                </a:moveTo>
                <a:lnTo>
                  <a:pt x="0" y="704"/>
                </a:lnTo>
                <a:lnTo>
                  <a:pt x="1296" y="1472"/>
                </a:lnTo>
                <a:lnTo>
                  <a:pt x="1528" y="1104"/>
                </a:lnTo>
                <a:lnTo>
                  <a:pt x="1528" y="752"/>
                </a:lnTo>
                <a:lnTo>
                  <a:pt x="1200" y="656"/>
                </a:lnTo>
                <a:lnTo>
                  <a:pt x="1528" y="416"/>
                </a:lnTo>
                <a:lnTo>
                  <a:pt x="1528" y="0"/>
                </a:lnTo>
                <a:close/>
              </a:path>
            </a:pathLst>
          </a:cu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hr-HR"/>
          </a:p>
        </p:txBody>
      </p:sp>
      <p:sp>
        <p:nvSpPr>
          <p:cNvPr id="56327" name="Line 7">
            <a:extLst>
              <a:ext uri="{FF2B5EF4-FFF2-40B4-BE49-F238E27FC236}">
                <a16:creationId xmlns:a16="http://schemas.microsoft.com/office/drawing/2014/main" id="{31833EC5-0980-4B16-93B2-B5C92983FD7A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5257800"/>
            <a:ext cx="3505200" cy="0"/>
          </a:xfrm>
          <a:prstGeom prst="line">
            <a:avLst/>
          </a:prstGeom>
          <a:noFill/>
          <a:ln w="762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r-HR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F7242F2E-8A5A-405A-BCA0-ADCA25D76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Algoritam </a:t>
            </a:r>
            <a:r>
              <a:rPr lang="en-US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Sutherland-Hodgeman</a:t>
            </a:r>
          </a:p>
        </p:txBody>
      </p:sp>
      <p:sp>
        <p:nvSpPr>
          <p:cNvPr id="57347" name="Date Placeholder 3">
            <a:extLst>
              <a:ext uri="{FF2B5EF4-FFF2-40B4-BE49-F238E27FC236}">
                <a16:creationId xmlns:a16="http://schemas.microsoft.com/office/drawing/2014/main" id="{42AF1355-226A-4165-8BAD-D7B4E8CFD986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fld id="{FE27BE3D-E12C-4778-BA45-FD57CCAD734C}" type="datetime1">
              <a:rPr lang="hr-HR" altLang="sr-Latn-RS" sz="1400" smtClean="0">
                <a:latin typeface="Times New Roman" panose="02020603050405020304" pitchFamily="18" charset="0"/>
              </a:rPr>
              <a:t>31.10.2025.</a:t>
            </a:fld>
            <a:endParaRPr lang="en-GB" altLang="sr-Latn-RS" sz="1400">
              <a:latin typeface="Times New Roman" panose="02020603050405020304" pitchFamily="18" charset="0"/>
            </a:endParaRPr>
          </a:p>
        </p:txBody>
      </p:sp>
      <p:sp>
        <p:nvSpPr>
          <p:cNvPr id="2" name="Rezervirano mjesto broja slajda 1">
            <a:extLst>
              <a:ext uri="{FF2B5EF4-FFF2-40B4-BE49-F238E27FC236}">
                <a16:creationId xmlns:a16="http://schemas.microsoft.com/office/drawing/2014/main" id="{392647F5-2C7F-B1CB-6EA5-EAB65307B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EB520-78E3-4812-B23B-E76211F014E6}" type="slidenum">
              <a:rPr lang="en-GB" altLang="sr-Latn-RS" smtClean="0"/>
              <a:pPr/>
              <a:t>65</a:t>
            </a:fld>
            <a:endParaRPr lang="en-GB" altLang="sr-Latn-RS"/>
          </a:p>
        </p:txBody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E41144CF-4D9D-454F-B62E-8FC24A79AD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3581400"/>
            <a:ext cx="2057400" cy="1676400"/>
          </a:xfrm>
          <a:prstGeom prst="rect">
            <a:avLst/>
          </a:prstGeom>
          <a:noFill/>
          <a:ln w="3810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latin typeface="Times New Roman" panose="02020603050405020304" pitchFamily="18" charset="0"/>
            </a:endParaRPr>
          </a:p>
        </p:txBody>
      </p:sp>
      <p:sp>
        <p:nvSpPr>
          <p:cNvPr id="57349" name="Rectangle 4">
            <a:extLst>
              <a:ext uri="{FF2B5EF4-FFF2-40B4-BE49-F238E27FC236}">
                <a16:creationId xmlns:a16="http://schemas.microsoft.com/office/drawing/2014/main" id="{5E2EC4A7-024C-4BFD-8E35-13D1B9FFA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676400"/>
            <a:ext cx="8153400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20000"/>
              </a:spcBef>
              <a:buClrTx/>
              <a:buSzTx/>
              <a:buFontTx/>
              <a:buNone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Osnovna ideja: odrezivanje poligona s jednom jednadžbom ruba</a:t>
            </a:r>
          </a:p>
          <a:p>
            <a:pPr algn="just" eaLnBrk="1" hangingPunct="1">
              <a:spcBef>
                <a:spcPct val="20000"/>
              </a:spcBef>
              <a:buClrTx/>
              <a:buSzTx/>
              <a:buFontTx/>
              <a:buNone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Nakon odrezivanja svih ravnina – poligon je potpuno obrađen</a:t>
            </a:r>
          </a:p>
        </p:txBody>
      </p:sp>
      <p:sp>
        <p:nvSpPr>
          <p:cNvPr id="57350" name="Freeform 7">
            <a:extLst>
              <a:ext uri="{FF2B5EF4-FFF2-40B4-BE49-F238E27FC236}">
                <a16:creationId xmlns:a16="http://schemas.microsoft.com/office/drawing/2014/main" id="{34F2371A-1E21-45BA-A583-761B9EFD76F5}"/>
              </a:ext>
            </a:extLst>
          </p:cNvPr>
          <p:cNvSpPr>
            <a:spLocks/>
          </p:cNvSpPr>
          <p:nvPr/>
        </p:nvSpPr>
        <p:spPr bwMode="auto">
          <a:xfrm>
            <a:off x="3200400" y="3302000"/>
            <a:ext cx="2425700" cy="1955800"/>
          </a:xfrm>
          <a:custGeom>
            <a:avLst/>
            <a:gdLst>
              <a:gd name="T0" fmla="*/ 2147483646 w 1528"/>
              <a:gd name="T1" fmla="*/ 0 h 1232"/>
              <a:gd name="T2" fmla="*/ 0 w 1528"/>
              <a:gd name="T3" fmla="*/ 2147483646 h 1232"/>
              <a:gd name="T4" fmla="*/ 2147483646 w 1528"/>
              <a:gd name="T5" fmla="*/ 2147483646 h 1232"/>
              <a:gd name="T6" fmla="*/ 2147483646 w 1528"/>
              <a:gd name="T7" fmla="*/ 2147483646 h 1232"/>
              <a:gd name="T8" fmla="*/ 2147483646 w 1528"/>
              <a:gd name="T9" fmla="*/ 2147483646 h 1232"/>
              <a:gd name="T10" fmla="*/ 2147483646 w 1528"/>
              <a:gd name="T11" fmla="*/ 2147483646 h 1232"/>
              <a:gd name="T12" fmla="*/ 2147483646 w 1528"/>
              <a:gd name="T13" fmla="*/ 2147483646 h 1232"/>
              <a:gd name="T14" fmla="*/ 2147483646 w 1528"/>
              <a:gd name="T15" fmla="*/ 2147483646 h 1232"/>
              <a:gd name="T16" fmla="*/ 2147483646 w 1528"/>
              <a:gd name="T17" fmla="*/ 0 h 123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528"/>
              <a:gd name="T28" fmla="*/ 0 h 1232"/>
              <a:gd name="T29" fmla="*/ 1528 w 1528"/>
              <a:gd name="T30" fmla="*/ 1232 h 123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528" h="1232">
                <a:moveTo>
                  <a:pt x="1528" y="0"/>
                </a:moveTo>
                <a:lnTo>
                  <a:pt x="0" y="704"/>
                </a:lnTo>
                <a:lnTo>
                  <a:pt x="888" y="1232"/>
                </a:lnTo>
                <a:lnTo>
                  <a:pt x="1456" y="1232"/>
                </a:lnTo>
                <a:lnTo>
                  <a:pt x="1528" y="1104"/>
                </a:lnTo>
                <a:lnTo>
                  <a:pt x="1528" y="752"/>
                </a:lnTo>
                <a:lnTo>
                  <a:pt x="1200" y="656"/>
                </a:lnTo>
                <a:lnTo>
                  <a:pt x="1528" y="416"/>
                </a:lnTo>
                <a:lnTo>
                  <a:pt x="1528" y="0"/>
                </a:lnTo>
                <a:close/>
              </a:path>
            </a:pathLst>
          </a:cu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hr-HR"/>
          </a:p>
        </p:txBody>
      </p:sp>
      <p:sp>
        <p:nvSpPr>
          <p:cNvPr id="57351" name="Line 8">
            <a:extLst>
              <a:ext uri="{FF2B5EF4-FFF2-40B4-BE49-F238E27FC236}">
                <a16:creationId xmlns:a16="http://schemas.microsoft.com/office/drawing/2014/main" id="{E707C466-AF98-42CC-8E53-B5B6C28EF9E8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5257800"/>
            <a:ext cx="3505200" cy="0"/>
          </a:xfrm>
          <a:prstGeom prst="line">
            <a:avLst/>
          </a:prstGeom>
          <a:noFill/>
          <a:ln w="762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r-HR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87EB59C0-BF6F-405B-B4BA-01529D07B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Algoritam </a:t>
            </a:r>
            <a:r>
              <a:rPr lang="en-US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Sutherland-Hodgeman</a:t>
            </a:r>
          </a:p>
        </p:txBody>
      </p:sp>
      <p:sp>
        <p:nvSpPr>
          <p:cNvPr id="58371" name="Date Placeholder 3">
            <a:extLst>
              <a:ext uri="{FF2B5EF4-FFF2-40B4-BE49-F238E27FC236}">
                <a16:creationId xmlns:a16="http://schemas.microsoft.com/office/drawing/2014/main" id="{4E81C1CC-CEEA-45D9-986B-BD3675B02F62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fld id="{00BE4203-3C43-4677-9824-8BACCE250462}" type="datetime1">
              <a:rPr lang="hr-HR" altLang="sr-Latn-RS" sz="1400" smtClean="0">
                <a:latin typeface="Times New Roman" panose="02020603050405020304" pitchFamily="18" charset="0"/>
              </a:rPr>
              <a:t>31.10.2025.</a:t>
            </a:fld>
            <a:endParaRPr lang="en-GB" altLang="sr-Latn-RS" sz="1400">
              <a:latin typeface="Times New Roman" panose="02020603050405020304" pitchFamily="18" charset="0"/>
            </a:endParaRPr>
          </a:p>
        </p:txBody>
      </p:sp>
      <p:sp>
        <p:nvSpPr>
          <p:cNvPr id="2" name="Rezervirano mjesto broja slajda 1">
            <a:extLst>
              <a:ext uri="{FF2B5EF4-FFF2-40B4-BE49-F238E27FC236}">
                <a16:creationId xmlns:a16="http://schemas.microsoft.com/office/drawing/2014/main" id="{BB2D31CE-30DF-B348-26DE-FD43708D1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EB520-78E3-4812-B23B-E76211F014E6}" type="slidenum">
              <a:rPr lang="en-GB" altLang="sr-Latn-RS" smtClean="0"/>
              <a:pPr/>
              <a:t>66</a:t>
            </a:fld>
            <a:endParaRPr lang="en-GB" altLang="sr-Latn-RS"/>
          </a:p>
        </p:txBody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AC777B2D-9CCD-4A56-B5CE-EAE5CF618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3581400"/>
            <a:ext cx="2057400" cy="1676400"/>
          </a:xfrm>
          <a:prstGeom prst="rect">
            <a:avLst/>
          </a:prstGeom>
          <a:noFill/>
          <a:ln w="3810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latin typeface="Times New Roman" panose="02020603050405020304" pitchFamily="18" charset="0"/>
            </a:endParaRPr>
          </a:p>
        </p:txBody>
      </p:sp>
      <p:sp>
        <p:nvSpPr>
          <p:cNvPr id="58373" name="Rectangle 4">
            <a:extLst>
              <a:ext uri="{FF2B5EF4-FFF2-40B4-BE49-F238E27FC236}">
                <a16:creationId xmlns:a16="http://schemas.microsoft.com/office/drawing/2014/main" id="{74447D60-2B2E-491B-BE8F-F3ECDDA4CB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676400"/>
            <a:ext cx="8153400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20000"/>
              </a:spcBef>
              <a:buClrTx/>
              <a:buSzTx/>
              <a:buFontTx/>
              <a:buNone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Osnovna ideja: odrezivanje poligona s jednom jednadžbom ruba</a:t>
            </a:r>
          </a:p>
          <a:p>
            <a:pPr algn="just" eaLnBrk="1" hangingPunct="1">
              <a:spcBef>
                <a:spcPct val="20000"/>
              </a:spcBef>
              <a:buClrTx/>
              <a:buSzTx/>
              <a:buFontTx/>
              <a:buNone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Nakon odrezivanja svih ravnina – poligon je potpuno obrađen</a:t>
            </a:r>
          </a:p>
        </p:txBody>
      </p:sp>
      <p:sp>
        <p:nvSpPr>
          <p:cNvPr id="58374" name="Freeform 6">
            <a:extLst>
              <a:ext uri="{FF2B5EF4-FFF2-40B4-BE49-F238E27FC236}">
                <a16:creationId xmlns:a16="http://schemas.microsoft.com/office/drawing/2014/main" id="{7295D1EA-A8A6-4307-A2E0-BBD088B3DF76}"/>
              </a:ext>
            </a:extLst>
          </p:cNvPr>
          <p:cNvSpPr>
            <a:spLocks/>
          </p:cNvSpPr>
          <p:nvPr/>
        </p:nvSpPr>
        <p:spPr bwMode="auto">
          <a:xfrm>
            <a:off x="3200400" y="3302000"/>
            <a:ext cx="2425700" cy="1955800"/>
          </a:xfrm>
          <a:custGeom>
            <a:avLst/>
            <a:gdLst>
              <a:gd name="T0" fmla="*/ 2147483646 w 1528"/>
              <a:gd name="T1" fmla="*/ 0 h 1232"/>
              <a:gd name="T2" fmla="*/ 0 w 1528"/>
              <a:gd name="T3" fmla="*/ 2147483646 h 1232"/>
              <a:gd name="T4" fmla="*/ 2147483646 w 1528"/>
              <a:gd name="T5" fmla="*/ 2147483646 h 1232"/>
              <a:gd name="T6" fmla="*/ 2147483646 w 1528"/>
              <a:gd name="T7" fmla="*/ 2147483646 h 1232"/>
              <a:gd name="T8" fmla="*/ 2147483646 w 1528"/>
              <a:gd name="T9" fmla="*/ 2147483646 h 1232"/>
              <a:gd name="T10" fmla="*/ 2147483646 w 1528"/>
              <a:gd name="T11" fmla="*/ 2147483646 h 1232"/>
              <a:gd name="T12" fmla="*/ 2147483646 w 1528"/>
              <a:gd name="T13" fmla="*/ 2147483646 h 1232"/>
              <a:gd name="T14" fmla="*/ 2147483646 w 1528"/>
              <a:gd name="T15" fmla="*/ 2147483646 h 1232"/>
              <a:gd name="T16" fmla="*/ 2147483646 w 1528"/>
              <a:gd name="T17" fmla="*/ 0 h 123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528"/>
              <a:gd name="T28" fmla="*/ 0 h 1232"/>
              <a:gd name="T29" fmla="*/ 1528 w 1528"/>
              <a:gd name="T30" fmla="*/ 1232 h 1232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528" h="1232">
                <a:moveTo>
                  <a:pt x="1528" y="0"/>
                </a:moveTo>
                <a:lnTo>
                  <a:pt x="0" y="704"/>
                </a:lnTo>
                <a:lnTo>
                  <a:pt x="888" y="1232"/>
                </a:lnTo>
                <a:lnTo>
                  <a:pt x="1456" y="1232"/>
                </a:lnTo>
                <a:lnTo>
                  <a:pt x="1528" y="1104"/>
                </a:lnTo>
                <a:lnTo>
                  <a:pt x="1528" y="752"/>
                </a:lnTo>
                <a:lnTo>
                  <a:pt x="1200" y="656"/>
                </a:lnTo>
                <a:lnTo>
                  <a:pt x="1528" y="416"/>
                </a:lnTo>
                <a:lnTo>
                  <a:pt x="1528" y="0"/>
                </a:lnTo>
                <a:close/>
              </a:path>
            </a:pathLst>
          </a:cu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hr-HR"/>
          </a:p>
        </p:txBody>
      </p:sp>
      <p:sp>
        <p:nvSpPr>
          <p:cNvPr id="58375" name="Line 7">
            <a:extLst>
              <a:ext uri="{FF2B5EF4-FFF2-40B4-BE49-F238E27FC236}">
                <a16:creationId xmlns:a16="http://schemas.microsoft.com/office/drawing/2014/main" id="{A929FFF5-0F49-4008-8314-26038E2D5E5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81400" y="2743200"/>
            <a:ext cx="0" cy="3200400"/>
          </a:xfrm>
          <a:prstGeom prst="line">
            <a:avLst/>
          </a:prstGeom>
          <a:noFill/>
          <a:ln w="762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r-HR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2B3C7303-F54A-46F8-97FF-234C00703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Algoritam </a:t>
            </a:r>
            <a:r>
              <a:rPr lang="en-US" altLang="sr-Latn-RS" sz="28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Sutherland-Hodgeman</a:t>
            </a:r>
          </a:p>
        </p:txBody>
      </p:sp>
      <p:sp>
        <p:nvSpPr>
          <p:cNvPr id="59395" name="Date Placeholder 3">
            <a:extLst>
              <a:ext uri="{FF2B5EF4-FFF2-40B4-BE49-F238E27FC236}">
                <a16:creationId xmlns:a16="http://schemas.microsoft.com/office/drawing/2014/main" id="{2056BA71-4431-48CF-919C-BCDECA4F897D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fld id="{DB44BCFB-456B-41A9-902F-A186C76BF0A1}" type="datetime1">
              <a:rPr lang="hr-HR" altLang="sr-Latn-RS" sz="1400" smtClean="0">
                <a:latin typeface="Times New Roman" panose="02020603050405020304" pitchFamily="18" charset="0"/>
              </a:rPr>
              <a:t>31.10.2025.</a:t>
            </a:fld>
            <a:endParaRPr lang="en-GB" altLang="sr-Latn-RS" sz="1400">
              <a:latin typeface="Times New Roman" panose="02020603050405020304" pitchFamily="18" charset="0"/>
            </a:endParaRPr>
          </a:p>
        </p:txBody>
      </p:sp>
      <p:sp>
        <p:nvSpPr>
          <p:cNvPr id="2" name="Rezervirano mjesto broja slajda 1">
            <a:extLst>
              <a:ext uri="{FF2B5EF4-FFF2-40B4-BE49-F238E27FC236}">
                <a16:creationId xmlns:a16="http://schemas.microsoft.com/office/drawing/2014/main" id="{A70CB3D5-C706-2FBD-8857-1C4700C66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EB520-78E3-4812-B23B-E76211F014E6}" type="slidenum">
              <a:rPr lang="en-GB" altLang="sr-Latn-RS" smtClean="0"/>
              <a:pPr/>
              <a:t>67</a:t>
            </a:fld>
            <a:endParaRPr lang="en-GB" altLang="sr-Latn-RS"/>
          </a:p>
        </p:txBody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660EB8BC-6B82-46D7-9C42-79E355AA2F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3581400"/>
            <a:ext cx="2057400" cy="1676400"/>
          </a:xfrm>
          <a:prstGeom prst="rect">
            <a:avLst/>
          </a:prstGeom>
          <a:noFill/>
          <a:ln w="3810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latin typeface="Times New Roman" panose="02020603050405020304" pitchFamily="18" charset="0"/>
            </a:endParaRPr>
          </a:p>
        </p:txBody>
      </p:sp>
      <p:sp>
        <p:nvSpPr>
          <p:cNvPr id="59397" name="Rectangle 4">
            <a:extLst>
              <a:ext uri="{FF2B5EF4-FFF2-40B4-BE49-F238E27FC236}">
                <a16:creationId xmlns:a16="http://schemas.microsoft.com/office/drawing/2014/main" id="{862C0482-6230-4033-8E5F-A1C997F88D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676400"/>
            <a:ext cx="8153400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20000"/>
              </a:spcBef>
              <a:buClrTx/>
              <a:buSzTx/>
              <a:buFontTx/>
              <a:buNone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Osnovna ideja: odrezivanje poligona s jednom jednadžbom ruba</a:t>
            </a:r>
          </a:p>
          <a:p>
            <a:pPr algn="just" eaLnBrk="1" hangingPunct="1">
              <a:spcBef>
                <a:spcPct val="20000"/>
              </a:spcBef>
              <a:buClrTx/>
              <a:buSzTx/>
              <a:buFontTx/>
              <a:buNone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Nakon odrezivanja svih ravnina – poligon je potpuno obrađen</a:t>
            </a:r>
          </a:p>
        </p:txBody>
      </p:sp>
      <p:sp>
        <p:nvSpPr>
          <p:cNvPr id="59398" name="Freeform 7">
            <a:extLst>
              <a:ext uri="{FF2B5EF4-FFF2-40B4-BE49-F238E27FC236}">
                <a16:creationId xmlns:a16="http://schemas.microsoft.com/office/drawing/2014/main" id="{7A854F0D-2AE1-4C49-9CF7-2D04A7F2FD04}"/>
              </a:ext>
            </a:extLst>
          </p:cNvPr>
          <p:cNvSpPr>
            <a:spLocks/>
          </p:cNvSpPr>
          <p:nvPr/>
        </p:nvSpPr>
        <p:spPr bwMode="auto">
          <a:xfrm>
            <a:off x="3581400" y="3302000"/>
            <a:ext cx="2044700" cy="1955800"/>
          </a:xfrm>
          <a:custGeom>
            <a:avLst/>
            <a:gdLst>
              <a:gd name="T0" fmla="*/ 2147483646 w 1288"/>
              <a:gd name="T1" fmla="*/ 0 h 1232"/>
              <a:gd name="T2" fmla="*/ 0 w 1288"/>
              <a:gd name="T3" fmla="*/ 2147483646 h 1232"/>
              <a:gd name="T4" fmla="*/ 0 w 1288"/>
              <a:gd name="T5" fmla="*/ 2147483646 h 1232"/>
              <a:gd name="T6" fmla="*/ 2147483646 w 1288"/>
              <a:gd name="T7" fmla="*/ 2147483646 h 1232"/>
              <a:gd name="T8" fmla="*/ 2147483646 w 1288"/>
              <a:gd name="T9" fmla="*/ 2147483646 h 1232"/>
              <a:gd name="T10" fmla="*/ 2147483646 w 1288"/>
              <a:gd name="T11" fmla="*/ 2147483646 h 1232"/>
              <a:gd name="T12" fmla="*/ 2147483646 w 1288"/>
              <a:gd name="T13" fmla="*/ 2147483646 h 1232"/>
              <a:gd name="T14" fmla="*/ 2147483646 w 1288"/>
              <a:gd name="T15" fmla="*/ 2147483646 h 1232"/>
              <a:gd name="T16" fmla="*/ 2147483646 w 1288"/>
              <a:gd name="T17" fmla="*/ 2147483646 h 1232"/>
              <a:gd name="T18" fmla="*/ 2147483646 w 1288"/>
              <a:gd name="T19" fmla="*/ 0 h 123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288"/>
              <a:gd name="T31" fmla="*/ 0 h 1232"/>
              <a:gd name="T32" fmla="*/ 1288 w 1288"/>
              <a:gd name="T33" fmla="*/ 1232 h 1232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288" h="1232">
                <a:moveTo>
                  <a:pt x="1288" y="0"/>
                </a:moveTo>
                <a:lnTo>
                  <a:pt x="0" y="600"/>
                </a:lnTo>
                <a:lnTo>
                  <a:pt x="0" y="848"/>
                </a:lnTo>
                <a:lnTo>
                  <a:pt x="648" y="1232"/>
                </a:lnTo>
                <a:lnTo>
                  <a:pt x="1216" y="1232"/>
                </a:lnTo>
                <a:lnTo>
                  <a:pt x="1288" y="1104"/>
                </a:lnTo>
                <a:lnTo>
                  <a:pt x="1288" y="752"/>
                </a:lnTo>
                <a:lnTo>
                  <a:pt x="960" y="656"/>
                </a:lnTo>
                <a:lnTo>
                  <a:pt x="1288" y="416"/>
                </a:lnTo>
                <a:lnTo>
                  <a:pt x="1288" y="0"/>
                </a:lnTo>
                <a:close/>
              </a:path>
            </a:pathLst>
          </a:cu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hr-HR"/>
          </a:p>
        </p:txBody>
      </p:sp>
      <p:sp>
        <p:nvSpPr>
          <p:cNvPr id="59399" name="Line 8">
            <a:extLst>
              <a:ext uri="{FF2B5EF4-FFF2-40B4-BE49-F238E27FC236}">
                <a16:creationId xmlns:a16="http://schemas.microsoft.com/office/drawing/2014/main" id="{69B53731-A50C-4EBB-9F2C-DE46C445FA4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81400" y="2743200"/>
            <a:ext cx="0" cy="3200400"/>
          </a:xfrm>
          <a:prstGeom prst="line">
            <a:avLst/>
          </a:prstGeom>
          <a:noFill/>
          <a:ln w="762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r-HR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C044869C-8A4D-49A9-9BBC-B07C42535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hr-HR" altLang="sr-Latn-R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Algoritam </a:t>
            </a:r>
            <a:r>
              <a:rPr lang="en-US" altLang="sr-Latn-R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Sutherland-Hodgeman</a:t>
            </a:r>
          </a:p>
        </p:txBody>
      </p:sp>
      <p:sp>
        <p:nvSpPr>
          <p:cNvPr id="60419" name="Date Placeholder 3">
            <a:extLst>
              <a:ext uri="{FF2B5EF4-FFF2-40B4-BE49-F238E27FC236}">
                <a16:creationId xmlns:a16="http://schemas.microsoft.com/office/drawing/2014/main" id="{7D67C974-B3CA-4B3C-A235-136A2E79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fld id="{5E50D385-B6F6-468E-A666-3AF32362258E}" type="datetime1">
              <a:rPr lang="hr-HR" altLang="sr-Latn-RS" sz="1400" smtClean="0">
                <a:latin typeface="Times New Roman" panose="02020603050405020304" pitchFamily="18" charset="0"/>
              </a:rPr>
              <a:t>31.10.2025.</a:t>
            </a:fld>
            <a:endParaRPr lang="en-GB" altLang="sr-Latn-RS" sz="1400">
              <a:latin typeface="Times New Roman" panose="02020603050405020304" pitchFamily="18" charset="0"/>
            </a:endParaRPr>
          </a:p>
        </p:txBody>
      </p:sp>
      <p:sp>
        <p:nvSpPr>
          <p:cNvPr id="2" name="Rezervirano mjesto broja slajda 1">
            <a:extLst>
              <a:ext uri="{FF2B5EF4-FFF2-40B4-BE49-F238E27FC236}">
                <a16:creationId xmlns:a16="http://schemas.microsoft.com/office/drawing/2014/main" id="{509D6F7D-71FB-8E76-8416-E6AD349C9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EB520-78E3-4812-B23B-E76211F014E6}" type="slidenum">
              <a:rPr lang="en-GB" altLang="sr-Latn-RS" smtClean="0"/>
              <a:pPr/>
              <a:t>68</a:t>
            </a:fld>
            <a:endParaRPr lang="en-GB" altLang="sr-Latn-RS"/>
          </a:p>
        </p:txBody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04DA1F32-09E4-4A89-BDFC-9F84BB92CF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3581400"/>
            <a:ext cx="2057400" cy="1676400"/>
          </a:xfrm>
          <a:prstGeom prst="rect">
            <a:avLst/>
          </a:prstGeom>
          <a:noFill/>
          <a:ln w="3810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latin typeface="Times New Roman" panose="02020603050405020304" pitchFamily="18" charset="0"/>
            </a:endParaRPr>
          </a:p>
        </p:txBody>
      </p:sp>
      <p:sp>
        <p:nvSpPr>
          <p:cNvPr id="60421" name="Rectangle 4">
            <a:extLst>
              <a:ext uri="{FF2B5EF4-FFF2-40B4-BE49-F238E27FC236}">
                <a16:creationId xmlns:a16="http://schemas.microsoft.com/office/drawing/2014/main" id="{A3AA3909-B8B0-40B4-978E-7ADDE8C690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676400"/>
            <a:ext cx="8153400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20000"/>
              </a:spcBef>
              <a:buClrTx/>
              <a:buSzTx/>
              <a:buFontTx/>
              <a:buNone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Osnovna ideja: odrezivanje poligona s jednom jednadžbom ruba</a:t>
            </a:r>
          </a:p>
          <a:p>
            <a:pPr algn="just" eaLnBrk="1" hangingPunct="1">
              <a:spcBef>
                <a:spcPct val="20000"/>
              </a:spcBef>
              <a:buClrTx/>
              <a:buSzTx/>
              <a:buFontTx/>
              <a:buNone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Nakon odrezivanja svih ravnina – poligon je potpuno obrađen</a:t>
            </a:r>
          </a:p>
        </p:txBody>
      </p:sp>
      <p:sp>
        <p:nvSpPr>
          <p:cNvPr id="60422" name="Freeform 5">
            <a:extLst>
              <a:ext uri="{FF2B5EF4-FFF2-40B4-BE49-F238E27FC236}">
                <a16:creationId xmlns:a16="http://schemas.microsoft.com/office/drawing/2014/main" id="{5487E8B3-C6F5-4505-B7E4-E8797F054020}"/>
              </a:ext>
            </a:extLst>
          </p:cNvPr>
          <p:cNvSpPr>
            <a:spLocks/>
          </p:cNvSpPr>
          <p:nvPr/>
        </p:nvSpPr>
        <p:spPr bwMode="auto">
          <a:xfrm>
            <a:off x="3581400" y="3302000"/>
            <a:ext cx="2044700" cy="1955800"/>
          </a:xfrm>
          <a:custGeom>
            <a:avLst/>
            <a:gdLst>
              <a:gd name="T0" fmla="*/ 2147483646 w 1288"/>
              <a:gd name="T1" fmla="*/ 0 h 1232"/>
              <a:gd name="T2" fmla="*/ 0 w 1288"/>
              <a:gd name="T3" fmla="*/ 2147483646 h 1232"/>
              <a:gd name="T4" fmla="*/ 0 w 1288"/>
              <a:gd name="T5" fmla="*/ 2147483646 h 1232"/>
              <a:gd name="T6" fmla="*/ 2147483646 w 1288"/>
              <a:gd name="T7" fmla="*/ 2147483646 h 1232"/>
              <a:gd name="T8" fmla="*/ 2147483646 w 1288"/>
              <a:gd name="T9" fmla="*/ 2147483646 h 1232"/>
              <a:gd name="T10" fmla="*/ 2147483646 w 1288"/>
              <a:gd name="T11" fmla="*/ 2147483646 h 1232"/>
              <a:gd name="T12" fmla="*/ 2147483646 w 1288"/>
              <a:gd name="T13" fmla="*/ 2147483646 h 1232"/>
              <a:gd name="T14" fmla="*/ 2147483646 w 1288"/>
              <a:gd name="T15" fmla="*/ 2147483646 h 1232"/>
              <a:gd name="T16" fmla="*/ 2147483646 w 1288"/>
              <a:gd name="T17" fmla="*/ 2147483646 h 1232"/>
              <a:gd name="T18" fmla="*/ 2147483646 w 1288"/>
              <a:gd name="T19" fmla="*/ 0 h 123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288"/>
              <a:gd name="T31" fmla="*/ 0 h 1232"/>
              <a:gd name="T32" fmla="*/ 1288 w 1288"/>
              <a:gd name="T33" fmla="*/ 1232 h 1232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288" h="1232">
                <a:moveTo>
                  <a:pt x="1288" y="0"/>
                </a:moveTo>
                <a:lnTo>
                  <a:pt x="0" y="600"/>
                </a:lnTo>
                <a:lnTo>
                  <a:pt x="0" y="848"/>
                </a:lnTo>
                <a:lnTo>
                  <a:pt x="648" y="1232"/>
                </a:lnTo>
                <a:lnTo>
                  <a:pt x="1216" y="1232"/>
                </a:lnTo>
                <a:lnTo>
                  <a:pt x="1288" y="1104"/>
                </a:lnTo>
                <a:lnTo>
                  <a:pt x="1288" y="752"/>
                </a:lnTo>
                <a:lnTo>
                  <a:pt x="960" y="656"/>
                </a:lnTo>
                <a:lnTo>
                  <a:pt x="1288" y="416"/>
                </a:lnTo>
                <a:lnTo>
                  <a:pt x="1288" y="0"/>
                </a:lnTo>
                <a:close/>
              </a:path>
            </a:pathLst>
          </a:cu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hr-HR"/>
          </a:p>
        </p:txBody>
      </p:sp>
      <p:sp>
        <p:nvSpPr>
          <p:cNvPr id="60423" name="Line 7">
            <a:extLst>
              <a:ext uri="{FF2B5EF4-FFF2-40B4-BE49-F238E27FC236}">
                <a16:creationId xmlns:a16="http://schemas.microsoft.com/office/drawing/2014/main" id="{67EDB086-1C39-4DA1-B37F-331F38D06094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5600" y="3581400"/>
            <a:ext cx="3505200" cy="0"/>
          </a:xfrm>
          <a:prstGeom prst="line">
            <a:avLst/>
          </a:prstGeom>
          <a:noFill/>
          <a:ln w="762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r-HR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47CDA98E-7880-4C5B-AA24-A16999295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hr-HR" altLang="sr-Latn-R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Algoritam </a:t>
            </a:r>
            <a:r>
              <a:rPr lang="en-US" altLang="sr-Latn-R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Sutherland-Hodgeman</a:t>
            </a:r>
          </a:p>
        </p:txBody>
      </p:sp>
      <p:sp>
        <p:nvSpPr>
          <p:cNvPr id="61443" name="Date Placeholder 3">
            <a:extLst>
              <a:ext uri="{FF2B5EF4-FFF2-40B4-BE49-F238E27FC236}">
                <a16:creationId xmlns:a16="http://schemas.microsoft.com/office/drawing/2014/main" id="{1A077880-6A74-459C-931B-4A936ADB9DBE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fld id="{FA43CFDA-104E-42AF-B72D-5A93E899B69D}" type="datetime1">
              <a:rPr lang="hr-HR" altLang="sr-Latn-RS" sz="1400" smtClean="0">
                <a:latin typeface="Times New Roman" panose="02020603050405020304" pitchFamily="18" charset="0"/>
              </a:rPr>
              <a:t>31.10.2025.</a:t>
            </a:fld>
            <a:endParaRPr lang="en-GB" altLang="sr-Latn-RS" sz="1400">
              <a:latin typeface="Times New Roman" panose="02020603050405020304" pitchFamily="18" charset="0"/>
            </a:endParaRPr>
          </a:p>
        </p:txBody>
      </p:sp>
      <p:sp>
        <p:nvSpPr>
          <p:cNvPr id="2" name="Rezervirano mjesto broja slajda 1">
            <a:extLst>
              <a:ext uri="{FF2B5EF4-FFF2-40B4-BE49-F238E27FC236}">
                <a16:creationId xmlns:a16="http://schemas.microsoft.com/office/drawing/2014/main" id="{25FA5EE2-F910-0826-1D69-44B7EF4F3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EB520-78E3-4812-B23B-E76211F014E6}" type="slidenum">
              <a:rPr lang="en-GB" altLang="sr-Latn-RS" smtClean="0"/>
              <a:pPr/>
              <a:t>69</a:t>
            </a:fld>
            <a:endParaRPr lang="en-GB" altLang="sr-Latn-RS"/>
          </a:p>
        </p:txBody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77353D6F-9F30-4EB0-93DF-60E4F8D418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3581400"/>
            <a:ext cx="2057400" cy="1676400"/>
          </a:xfrm>
          <a:prstGeom prst="rect">
            <a:avLst/>
          </a:prstGeom>
          <a:noFill/>
          <a:ln w="3810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latin typeface="Times New Roman" panose="02020603050405020304" pitchFamily="18" charset="0"/>
            </a:endParaRPr>
          </a:p>
        </p:txBody>
      </p:sp>
      <p:sp>
        <p:nvSpPr>
          <p:cNvPr id="61445" name="Rectangle 4">
            <a:extLst>
              <a:ext uri="{FF2B5EF4-FFF2-40B4-BE49-F238E27FC236}">
                <a16:creationId xmlns:a16="http://schemas.microsoft.com/office/drawing/2014/main" id="{ED1ED077-CDEF-43E3-B8E4-6C647E27D2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676400"/>
            <a:ext cx="8153400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20000"/>
              </a:spcBef>
              <a:buClrTx/>
              <a:buSzTx/>
              <a:buFontTx/>
              <a:buNone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Osnovna ideja: odrezivanje poligona s jednom jednadžbom ruba</a:t>
            </a:r>
          </a:p>
          <a:p>
            <a:pPr algn="just" eaLnBrk="1" hangingPunct="1">
              <a:spcBef>
                <a:spcPct val="20000"/>
              </a:spcBef>
              <a:buClrTx/>
              <a:buSzTx/>
              <a:buFontTx/>
              <a:buNone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Nakon odrezivanja svih ravnina – poligon je potpuno obrađen</a:t>
            </a:r>
          </a:p>
        </p:txBody>
      </p:sp>
      <p:sp>
        <p:nvSpPr>
          <p:cNvPr id="61446" name="Freeform 7">
            <a:extLst>
              <a:ext uri="{FF2B5EF4-FFF2-40B4-BE49-F238E27FC236}">
                <a16:creationId xmlns:a16="http://schemas.microsoft.com/office/drawing/2014/main" id="{1D8F0AEF-610F-4C99-B35F-C2C7BD2A7FC0}"/>
              </a:ext>
            </a:extLst>
          </p:cNvPr>
          <p:cNvSpPr>
            <a:spLocks/>
          </p:cNvSpPr>
          <p:nvPr/>
        </p:nvSpPr>
        <p:spPr bwMode="auto">
          <a:xfrm>
            <a:off x="3581400" y="3568700"/>
            <a:ext cx="2057400" cy="1689100"/>
          </a:xfrm>
          <a:custGeom>
            <a:avLst/>
            <a:gdLst>
              <a:gd name="T0" fmla="*/ 2147483646 w 1296"/>
              <a:gd name="T1" fmla="*/ 2147483646 h 1064"/>
              <a:gd name="T2" fmla="*/ 0 w 1296"/>
              <a:gd name="T3" fmla="*/ 2147483646 h 1064"/>
              <a:gd name="T4" fmla="*/ 0 w 1296"/>
              <a:gd name="T5" fmla="*/ 2147483646 h 1064"/>
              <a:gd name="T6" fmla="*/ 2147483646 w 1296"/>
              <a:gd name="T7" fmla="*/ 2147483646 h 1064"/>
              <a:gd name="T8" fmla="*/ 2147483646 w 1296"/>
              <a:gd name="T9" fmla="*/ 2147483646 h 1064"/>
              <a:gd name="T10" fmla="*/ 2147483646 w 1296"/>
              <a:gd name="T11" fmla="*/ 2147483646 h 1064"/>
              <a:gd name="T12" fmla="*/ 2147483646 w 1296"/>
              <a:gd name="T13" fmla="*/ 2147483646 h 1064"/>
              <a:gd name="T14" fmla="*/ 2147483646 w 1296"/>
              <a:gd name="T15" fmla="*/ 2147483646 h 1064"/>
              <a:gd name="T16" fmla="*/ 2147483646 w 1296"/>
              <a:gd name="T17" fmla="*/ 2147483646 h 1064"/>
              <a:gd name="T18" fmla="*/ 2147483646 w 1296"/>
              <a:gd name="T19" fmla="*/ 0 h 1064"/>
              <a:gd name="T20" fmla="*/ 2147483646 w 1296"/>
              <a:gd name="T21" fmla="*/ 2147483646 h 106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296"/>
              <a:gd name="T34" fmla="*/ 0 h 1064"/>
              <a:gd name="T35" fmla="*/ 1296 w 1296"/>
              <a:gd name="T36" fmla="*/ 1064 h 106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296" h="1064">
                <a:moveTo>
                  <a:pt x="920" y="8"/>
                </a:moveTo>
                <a:lnTo>
                  <a:pt x="0" y="432"/>
                </a:lnTo>
                <a:lnTo>
                  <a:pt x="0" y="680"/>
                </a:lnTo>
                <a:lnTo>
                  <a:pt x="648" y="1064"/>
                </a:lnTo>
                <a:lnTo>
                  <a:pt x="1216" y="1064"/>
                </a:lnTo>
                <a:lnTo>
                  <a:pt x="1288" y="936"/>
                </a:lnTo>
                <a:lnTo>
                  <a:pt x="1288" y="584"/>
                </a:lnTo>
                <a:lnTo>
                  <a:pt x="960" y="488"/>
                </a:lnTo>
                <a:lnTo>
                  <a:pt x="1296" y="272"/>
                </a:lnTo>
                <a:lnTo>
                  <a:pt x="1296" y="0"/>
                </a:lnTo>
                <a:lnTo>
                  <a:pt x="920" y="8"/>
                </a:lnTo>
                <a:close/>
              </a:path>
            </a:pathLst>
          </a:cu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hr-HR"/>
          </a:p>
        </p:txBody>
      </p:sp>
      <p:sp>
        <p:nvSpPr>
          <p:cNvPr id="61447" name="Line 8">
            <a:extLst>
              <a:ext uri="{FF2B5EF4-FFF2-40B4-BE49-F238E27FC236}">
                <a16:creationId xmlns:a16="http://schemas.microsoft.com/office/drawing/2014/main" id="{CCB63EB2-F73D-400D-AD1C-C3378D59D70F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5600" y="3581400"/>
            <a:ext cx="3505200" cy="0"/>
          </a:xfrm>
          <a:prstGeom prst="line">
            <a:avLst/>
          </a:prstGeom>
          <a:noFill/>
          <a:ln w="762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hr-HR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009B7D15-ED39-4BF0-86CB-C1F07B15A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hr-HR" altLang="sr-Latn-R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Algoritam </a:t>
            </a:r>
            <a:r>
              <a:rPr lang="en-US" altLang="sr-Latn-R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Sutherland-Hodgeman</a:t>
            </a:r>
          </a:p>
        </p:txBody>
      </p:sp>
      <p:sp>
        <p:nvSpPr>
          <p:cNvPr id="62467" name="Date Placeholder 3">
            <a:extLst>
              <a:ext uri="{FF2B5EF4-FFF2-40B4-BE49-F238E27FC236}">
                <a16:creationId xmlns:a16="http://schemas.microsoft.com/office/drawing/2014/main" id="{DC1AC966-9D0C-4DA6-8037-8BBEA819BC44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fld id="{C3479001-8B12-453B-BE52-BF372DF257C9}" type="datetime1">
              <a:rPr lang="hr-HR" altLang="sr-Latn-RS" sz="1400" smtClean="0">
                <a:latin typeface="Times New Roman" panose="02020603050405020304" pitchFamily="18" charset="0"/>
              </a:rPr>
              <a:t>31.10.2025.</a:t>
            </a:fld>
            <a:endParaRPr lang="en-GB" altLang="sr-Latn-RS" sz="1400">
              <a:latin typeface="Times New Roman" panose="02020603050405020304" pitchFamily="18" charset="0"/>
            </a:endParaRPr>
          </a:p>
        </p:txBody>
      </p:sp>
      <p:sp>
        <p:nvSpPr>
          <p:cNvPr id="2" name="Rezervirano mjesto broja slajda 1">
            <a:extLst>
              <a:ext uri="{FF2B5EF4-FFF2-40B4-BE49-F238E27FC236}">
                <a16:creationId xmlns:a16="http://schemas.microsoft.com/office/drawing/2014/main" id="{5A778AEE-05BB-766E-1706-B54833B10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EB520-78E3-4812-B23B-E76211F014E6}" type="slidenum">
              <a:rPr lang="en-GB" altLang="sr-Latn-RS" smtClean="0"/>
              <a:pPr/>
              <a:t>70</a:t>
            </a:fld>
            <a:endParaRPr lang="en-GB" altLang="sr-Latn-RS"/>
          </a:p>
        </p:txBody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4DDF32D9-20C0-4591-B1C7-530E53ACBD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3938" y="3581400"/>
            <a:ext cx="2057400" cy="1676400"/>
          </a:xfrm>
          <a:prstGeom prst="rect">
            <a:avLst/>
          </a:prstGeom>
          <a:noFill/>
          <a:ln w="38100">
            <a:solidFill>
              <a:srgbClr val="C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hr-HR" altLang="sr-Latn-RS" sz="2400">
              <a:latin typeface="Times New Roman" panose="02020603050405020304" pitchFamily="18" charset="0"/>
            </a:endParaRPr>
          </a:p>
        </p:txBody>
      </p:sp>
      <p:sp>
        <p:nvSpPr>
          <p:cNvPr id="62469" name="Rectangle 4">
            <a:extLst>
              <a:ext uri="{FF2B5EF4-FFF2-40B4-BE49-F238E27FC236}">
                <a16:creationId xmlns:a16="http://schemas.microsoft.com/office/drawing/2014/main" id="{762FC496-90B6-40E3-B9E8-C6FF2EFEBB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676400"/>
            <a:ext cx="8153400" cy="1138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just" eaLnBrk="1" hangingPunct="1">
              <a:spcBef>
                <a:spcPct val="20000"/>
              </a:spcBef>
              <a:buClrTx/>
              <a:buSzTx/>
              <a:buFontTx/>
              <a:buNone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Osnovna ideja: odrezivanje poligona s jednom jednadžbom ruba</a:t>
            </a:r>
          </a:p>
          <a:p>
            <a:pPr algn="just" eaLnBrk="1" hangingPunct="1">
              <a:spcBef>
                <a:spcPct val="20000"/>
              </a:spcBef>
              <a:buClrTx/>
              <a:buSzTx/>
              <a:buFontTx/>
              <a:buNone/>
            </a:pPr>
            <a:endParaRPr lang="hr-HR" altLang="sr-Latn-R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 eaLnBrk="1" hangingPunct="1">
              <a:spcBef>
                <a:spcPct val="20000"/>
              </a:spcBef>
              <a:buClrTx/>
              <a:buSzTx/>
              <a:buFontTx/>
              <a:buNone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Nakon odrezivanja svih ravnina – poligon je potpuno obrađen</a:t>
            </a:r>
          </a:p>
        </p:txBody>
      </p:sp>
      <p:sp>
        <p:nvSpPr>
          <p:cNvPr id="62470" name="Freeform 5">
            <a:extLst>
              <a:ext uri="{FF2B5EF4-FFF2-40B4-BE49-F238E27FC236}">
                <a16:creationId xmlns:a16="http://schemas.microsoft.com/office/drawing/2014/main" id="{6A7928FD-0B4C-4660-B96B-B4E9417B285B}"/>
              </a:ext>
            </a:extLst>
          </p:cNvPr>
          <p:cNvSpPr>
            <a:spLocks/>
          </p:cNvSpPr>
          <p:nvPr/>
        </p:nvSpPr>
        <p:spPr bwMode="auto">
          <a:xfrm>
            <a:off x="3563938" y="3568700"/>
            <a:ext cx="2057400" cy="1689100"/>
          </a:xfrm>
          <a:custGeom>
            <a:avLst/>
            <a:gdLst>
              <a:gd name="T0" fmla="*/ 2147483646 w 1296"/>
              <a:gd name="T1" fmla="*/ 2147483646 h 1064"/>
              <a:gd name="T2" fmla="*/ 0 w 1296"/>
              <a:gd name="T3" fmla="*/ 2147483646 h 1064"/>
              <a:gd name="T4" fmla="*/ 0 w 1296"/>
              <a:gd name="T5" fmla="*/ 2147483646 h 1064"/>
              <a:gd name="T6" fmla="*/ 2147483646 w 1296"/>
              <a:gd name="T7" fmla="*/ 2147483646 h 1064"/>
              <a:gd name="T8" fmla="*/ 2147483646 w 1296"/>
              <a:gd name="T9" fmla="*/ 2147483646 h 1064"/>
              <a:gd name="T10" fmla="*/ 2147483646 w 1296"/>
              <a:gd name="T11" fmla="*/ 2147483646 h 1064"/>
              <a:gd name="T12" fmla="*/ 2147483646 w 1296"/>
              <a:gd name="T13" fmla="*/ 2147483646 h 1064"/>
              <a:gd name="T14" fmla="*/ 2147483646 w 1296"/>
              <a:gd name="T15" fmla="*/ 2147483646 h 1064"/>
              <a:gd name="T16" fmla="*/ 2147483646 w 1296"/>
              <a:gd name="T17" fmla="*/ 2147483646 h 1064"/>
              <a:gd name="T18" fmla="*/ 2147483646 w 1296"/>
              <a:gd name="T19" fmla="*/ 0 h 1064"/>
              <a:gd name="T20" fmla="*/ 2147483646 w 1296"/>
              <a:gd name="T21" fmla="*/ 2147483646 h 106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296"/>
              <a:gd name="T34" fmla="*/ 0 h 1064"/>
              <a:gd name="T35" fmla="*/ 1296 w 1296"/>
              <a:gd name="T36" fmla="*/ 1064 h 106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296" h="1064">
                <a:moveTo>
                  <a:pt x="920" y="8"/>
                </a:moveTo>
                <a:lnTo>
                  <a:pt x="0" y="432"/>
                </a:lnTo>
                <a:lnTo>
                  <a:pt x="0" y="680"/>
                </a:lnTo>
                <a:lnTo>
                  <a:pt x="648" y="1064"/>
                </a:lnTo>
                <a:lnTo>
                  <a:pt x="1216" y="1064"/>
                </a:lnTo>
                <a:lnTo>
                  <a:pt x="1288" y="936"/>
                </a:lnTo>
                <a:lnTo>
                  <a:pt x="1288" y="584"/>
                </a:lnTo>
                <a:lnTo>
                  <a:pt x="960" y="488"/>
                </a:lnTo>
                <a:lnTo>
                  <a:pt x="1296" y="272"/>
                </a:lnTo>
                <a:lnTo>
                  <a:pt x="1296" y="0"/>
                </a:lnTo>
                <a:lnTo>
                  <a:pt x="920" y="8"/>
                </a:lnTo>
                <a:close/>
              </a:path>
            </a:pathLst>
          </a:custGeom>
          <a:noFill/>
          <a:ln w="38100">
            <a:solidFill>
              <a:srgbClr val="0070C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hr-HR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DCB3855A-2942-4D9A-8C38-15F281A62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hr-HR" altLang="sr-Latn-R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Algoritam </a:t>
            </a:r>
            <a:r>
              <a:rPr lang="en-US" altLang="sr-Latn-R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Sutherland-Hodgeman</a:t>
            </a:r>
          </a:p>
        </p:txBody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84CEA089-F699-43E4-9A48-B85BDB652A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905000"/>
            <a:ext cx="7848600" cy="4343400"/>
          </a:xfrm>
        </p:spPr>
        <p:txBody>
          <a:bodyPr/>
          <a:lstStyle/>
          <a:p>
            <a:pPr eaLnBrk="1" hangingPunct="1"/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Ulaz</a:t>
            </a:r>
            <a:r>
              <a:rPr lang="en-US" altLang="sr-Latn-RS" sz="200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izlaz algoritma</a:t>
            </a:r>
            <a:r>
              <a:rPr lang="en-US" altLang="sr-Latn-RS" sz="200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hr-HR" altLang="sr-Latn-R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en-US" altLang="sr-Latn-R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1" hangingPunct="1"/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Ulaz</a:t>
            </a:r>
            <a:r>
              <a:rPr lang="en-US" altLang="sr-Latn-RS" sz="2000">
                <a:latin typeface="Arial" panose="020B0604020202020204" pitchFamily="34" charset="0"/>
                <a:cs typeface="Arial" panose="020B0604020202020204" pitchFamily="34" charset="0"/>
              </a:rPr>
              <a:t>: list</a:t>
            </a: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sr-Latn-R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poredanih vrhova poligona</a:t>
            </a:r>
          </a:p>
          <a:p>
            <a:pPr lvl="1" eaLnBrk="1" hangingPunct="1"/>
            <a:endParaRPr lang="en-US" altLang="sr-Latn-R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1" hangingPunct="1"/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Izlaz</a:t>
            </a:r>
            <a:r>
              <a:rPr lang="en-US" altLang="sr-Latn-RS" sz="2000">
                <a:latin typeface="Arial" panose="020B0604020202020204" pitchFamily="34" charset="0"/>
                <a:cs typeface="Arial" panose="020B0604020202020204" pitchFamily="34" charset="0"/>
              </a:rPr>
              <a:t>: list</a:t>
            </a: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a vrhova odrezanog poligona koja se sastoji od starih vrhova</a:t>
            </a:r>
            <a:r>
              <a:rPr lang="en-US" altLang="sr-Latn-RS" sz="2000">
                <a:latin typeface="Arial" panose="020B0604020202020204" pitchFamily="34" charset="0"/>
                <a:cs typeface="Arial" panose="020B0604020202020204" pitchFamily="34" charset="0"/>
              </a:rPr>
              <a:t> (m</a:t>
            </a: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ožda</a:t>
            </a:r>
            <a:r>
              <a:rPr lang="en-US" altLang="sr-Latn-RS" sz="2000"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i novih vrhova</a:t>
            </a:r>
            <a:r>
              <a:rPr lang="en-US" altLang="sr-Latn-RS" sz="2000">
                <a:latin typeface="Arial" panose="020B0604020202020204" pitchFamily="34" charset="0"/>
                <a:cs typeface="Arial" panose="020B0604020202020204" pitchFamily="34" charset="0"/>
              </a:rPr>
              <a:t> (m</a:t>
            </a: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ožda</a:t>
            </a:r>
            <a:r>
              <a:rPr lang="en-US" altLang="sr-Latn-RS" sz="200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63491" name="Date Placeholder 3">
            <a:extLst>
              <a:ext uri="{FF2B5EF4-FFF2-40B4-BE49-F238E27FC236}">
                <a16:creationId xmlns:a16="http://schemas.microsoft.com/office/drawing/2014/main" id="{29142BF3-3752-4627-A33D-43667F0A2B73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fld id="{CFB626E3-C345-482A-9EA7-35C3539B58CE}" type="datetime1">
              <a:rPr lang="hr-HR" altLang="sr-Latn-RS" sz="1400" smtClean="0">
                <a:latin typeface="Times New Roman" panose="02020603050405020304" pitchFamily="18" charset="0"/>
              </a:rPr>
              <a:t>31.10.2025.</a:t>
            </a:fld>
            <a:endParaRPr lang="en-GB" altLang="sr-Latn-RS" sz="1400">
              <a:latin typeface="Times New Roman" panose="02020603050405020304" pitchFamily="18" charset="0"/>
            </a:endParaRPr>
          </a:p>
        </p:txBody>
      </p:sp>
      <p:sp>
        <p:nvSpPr>
          <p:cNvPr id="2" name="Rezervirano mjesto broja slajda 1">
            <a:extLst>
              <a:ext uri="{FF2B5EF4-FFF2-40B4-BE49-F238E27FC236}">
                <a16:creationId xmlns:a16="http://schemas.microsoft.com/office/drawing/2014/main" id="{C76D1A7D-F97D-E59B-B3BF-23E238013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EB520-78E3-4812-B23B-E76211F014E6}" type="slidenum">
              <a:rPr lang="en-GB" altLang="sr-Latn-RS" smtClean="0"/>
              <a:pPr/>
              <a:t>71</a:t>
            </a:fld>
            <a:endParaRPr lang="en-GB" altLang="sr-Latn-R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2081CF5E-E836-402C-83C9-EE92F6C8B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hr-HR" altLang="sr-Latn-R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Algoritam </a:t>
            </a:r>
            <a:r>
              <a:rPr lang="en-US" altLang="sr-Latn-R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Sutherland-Hodgeman</a:t>
            </a:r>
          </a:p>
        </p:txBody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C9850A1B-DB63-41A6-97EF-24823E7F4A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Osnovna rutina </a:t>
            </a:r>
            <a:r>
              <a:rPr lang="en-US" altLang="sr-Latn-RS" sz="2000">
                <a:latin typeface="Arial" panose="020B0604020202020204" pitchFamily="34" charset="0"/>
                <a:cs typeface="Arial" panose="020B0604020202020204" pitchFamily="34" charset="0"/>
              </a:rPr>
              <a:t>Sutherland-Hodgman:</a:t>
            </a:r>
            <a:endParaRPr lang="hr-HR" altLang="sr-Latn-R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/>
            <a:endParaRPr lang="en-US" altLang="sr-Latn-R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1" hangingPunct="1"/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Idi oko poligona (od vrha do vrha)</a:t>
            </a:r>
          </a:p>
          <a:p>
            <a:pPr lvl="1" eaLnBrk="1" hangingPunct="1"/>
            <a:endParaRPr lang="en-US" altLang="sr-Latn-R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1" hangingPunct="1"/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Tekući vrh ima poziciju </a:t>
            </a:r>
            <a:r>
              <a:rPr lang="hr-HR" altLang="sr-Latn-RS" sz="2000" i="1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</a:p>
          <a:p>
            <a:pPr lvl="1" eaLnBrk="1" hangingPunct="1"/>
            <a:endParaRPr lang="en-US" altLang="sr-Latn-RS" sz="2000" i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1" hangingPunct="1"/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Prethodni vrh je imao poziciju </a:t>
            </a:r>
            <a:r>
              <a:rPr lang="hr-HR" altLang="sr-Latn-RS" sz="2000" i="1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, i dodan je izlaznoj listi ako je to bilo potrebno</a:t>
            </a:r>
            <a:endParaRPr lang="en-US" altLang="sr-Latn-R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515" name="Date Placeholder 3">
            <a:extLst>
              <a:ext uri="{FF2B5EF4-FFF2-40B4-BE49-F238E27FC236}">
                <a16:creationId xmlns:a16="http://schemas.microsoft.com/office/drawing/2014/main" id="{63CA1BFE-2AB1-4E2F-A04D-51E0BB6B5040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fld id="{0E4D5CAA-8AB4-4FF6-8AAE-96358A747BB4}" type="datetime1">
              <a:rPr lang="hr-HR" altLang="sr-Latn-RS" sz="1400" smtClean="0">
                <a:latin typeface="Times New Roman" panose="02020603050405020304" pitchFamily="18" charset="0"/>
              </a:rPr>
              <a:t>31.10.2025.</a:t>
            </a:fld>
            <a:endParaRPr lang="en-GB" altLang="sr-Latn-RS" sz="1400">
              <a:latin typeface="Times New Roman" panose="02020603050405020304" pitchFamily="18" charset="0"/>
            </a:endParaRPr>
          </a:p>
        </p:txBody>
      </p:sp>
      <p:sp>
        <p:nvSpPr>
          <p:cNvPr id="2" name="Rezervirano mjesto broja slajda 1">
            <a:extLst>
              <a:ext uri="{FF2B5EF4-FFF2-40B4-BE49-F238E27FC236}">
                <a16:creationId xmlns:a16="http://schemas.microsoft.com/office/drawing/2014/main" id="{79F6803C-A027-D119-F46D-D86FA0BB4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EB520-78E3-4812-B23B-E76211F014E6}" type="slidenum">
              <a:rPr lang="en-GB" altLang="sr-Latn-RS" smtClean="0"/>
              <a:pPr/>
              <a:t>72</a:t>
            </a:fld>
            <a:endParaRPr lang="en-GB" altLang="sr-Latn-R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CA06AAEF-DF0D-419C-80F9-7FCA608A3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hr-HR" altLang="sr-Latn-R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Algoritam </a:t>
            </a:r>
            <a:r>
              <a:rPr lang="en-US" altLang="sr-Latn-R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Sutherland-Hodgeman</a:t>
            </a:r>
          </a:p>
        </p:txBody>
      </p:sp>
      <p:sp>
        <p:nvSpPr>
          <p:cNvPr id="65539" name="Date Placeholder 3">
            <a:extLst>
              <a:ext uri="{FF2B5EF4-FFF2-40B4-BE49-F238E27FC236}">
                <a16:creationId xmlns:a16="http://schemas.microsoft.com/office/drawing/2014/main" id="{AB71E121-E4A1-4830-A3B7-561150BF6243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fld id="{198637BB-22D9-4E08-AB74-2B66CAF964CD}" type="datetime1">
              <a:rPr lang="hr-HR" altLang="sr-Latn-RS" sz="1400" smtClean="0">
                <a:latin typeface="Times New Roman" panose="02020603050405020304" pitchFamily="18" charset="0"/>
              </a:rPr>
              <a:t>31.10.2025.</a:t>
            </a:fld>
            <a:endParaRPr lang="en-GB" altLang="sr-Latn-RS" sz="1400">
              <a:latin typeface="Times New Roman" panose="02020603050405020304" pitchFamily="18" charset="0"/>
            </a:endParaRPr>
          </a:p>
        </p:txBody>
      </p:sp>
      <p:sp>
        <p:nvSpPr>
          <p:cNvPr id="2" name="Rezervirano mjesto broja slajda 1">
            <a:extLst>
              <a:ext uri="{FF2B5EF4-FFF2-40B4-BE49-F238E27FC236}">
                <a16:creationId xmlns:a16="http://schemas.microsoft.com/office/drawing/2014/main" id="{1F819EC1-385C-6532-5947-9E3B17C13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EB520-78E3-4812-B23B-E76211F014E6}" type="slidenum">
              <a:rPr lang="en-GB" altLang="sr-Latn-RS" smtClean="0"/>
              <a:pPr/>
              <a:t>73</a:t>
            </a:fld>
            <a:endParaRPr lang="en-GB" altLang="sr-Latn-RS"/>
          </a:p>
        </p:txBody>
      </p:sp>
      <p:pic>
        <p:nvPicPr>
          <p:cNvPr id="65540" name="Picture 56" descr="Slika217">
            <a:extLst>
              <a:ext uri="{FF2B5EF4-FFF2-40B4-BE49-F238E27FC236}">
                <a16:creationId xmlns:a16="http://schemas.microsoft.com/office/drawing/2014/main" id="{F280EEB7-BB38-430F-8EC2-B434855A02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76400"/>
            <a:ext cx="8229600" cy="2957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5541" name="Rectangle 58">
            <a:extLst>
              <a:ext uri="{FF2B5EF4-FFF2-40B4-BE49-F238E27FC236}">
                <a16:creationId xmlns:a16="http://schemas.microsoft.com/office/drawing/2014/main" id="{9D20FCA8-B8E1-45D5-B80A-1F4E0D6785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5029200"/>
            <a:ext cx="5486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Četiri slučaja odrezivanja poligona</a:t>
            </a:r>
            <a:r>
              <a:rPr lang="en-GB" altLang="sr-Latn-R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1E3A5317-35A3-435A-926B-97E453401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hr-HR" altLang="sr-Latn-R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Algoritam </a:t>
            </a:r>
            <a:r>
              <a:rPr lang="en-US" altLang="sr-Latn-RS" sz="2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Sutherland-Hodgeman</a:t>
            </a:r>
          </a:p>
        </p:txBody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AEA41328-CB95-49C5-BE23-C6FE78867D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76400"/>
            <a:ext cx="7772400" cy="4419600"/>
          </a:xfrm>
        </p:spPr>
        <p:txBody>
          <a:bodyPr/>
          <a:lstStyle/>
          <a:p>
            <a:pPr eaLnBrk="1" hangingPunct="1"/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Četiri slučaja</a:t>
            </a:r>
            <a:r>
              <a:rPr lang="en-US" altLang="sr-Latn-RS" sz="200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hr-HR" altLang="sr-Latn-R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buFontTx/>
              <a:buNone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hr-HR" altLang="sr-Latn-RS" sz="2000" b="1">
                <a:latin typeface="Arial" panose="020B0604020202020204" pitchFamily="34" charset="0"/>
                <a:cs typeface="Arial" panose="020B0604020202020204" pitchFamily="34" charset="0"/>
              </a:rPr>
              <a:t>Slučaj 1: </a:t>
            </a:r>
          </a:p>
          <a:p>
            <a:pPr eaLnBrk="1" hangingPunct="1">
              <a:buFontTx/>
              <a:buNone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	Rub poligona je u potpunosti unutar granica odrezivanja, vrh </a:t>
            </a:r>
            <a:r>
              <a:rPr lang="hr-HR" altLang="sr-Latn-RS" sz="2000" i="1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 se dodaje izlaznoj listi</a:t>
            </a:r>
            <a:r>
              <a:rPr lang="en-GB" altLang="sr-Latn-R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hr-HR" altLang="sr-Latn-RS" sz="2000" i="1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 unutra, </a:t>
            </a:r>
            <a:r>
              <a:rPr lang="hr-HR" altLang="sr-Latn-RS" sz="2000" i="1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 unutra)</a:t>
            </a:r>
          </a:p>
          <a:p>
            <a:pPr eaLnBrk="1" hangingPunct="1">
              <a:buFontTx/>
              <a:buNone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hr-HR" altLang="sr-Latn-RS" sz="2000" b="1">
                <a:latin typeface="Arial" panose="020B0604020202020204" pitchFamily="34" charset="0"/>
                <a:cs typeface="Arial" panose="020B0604020202020204" pitchFamily="34" charset="0"/>
              </a:rPr>
              <a:t>Slučaj 2:</a:t>
            </a:r>
          </a:p>
          <a:p>
            <a:pPr eaLnBrk="1" hangingPunct="1">
              <a:buFontTx/>
              <a:buNone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	Točka presjeka </a:t>
            </a:r>
            <a:r>
              <a:rPr lang="hr-HR" altLang="sr-Latn-RS" sz="2000" i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 postaje izlaz kao vrh jer rub presijeca granicu.</a:t>
            </a:r>
            <a:r>
              <a:rPr lang="en-GB" altLang="sr-Latn-RS" sz="20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hr-HR" altLang="sr-Latn-RS" sz="2000" i="1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 unutra, </a:t>
            </a:r>
            <a:r>
              <a:rPr lang="hr-HR" altLang="sr-Latn-RS" sz="2000" i="1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 vani)</a:t>
            </a:r>
          </a:p>
          <a:p>
            <a:pPr eaLnBrk="1" hangingPunct="1">
              <a:buFontTx/>
              <a:buNone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hr-HR" altLang="sr-Latn-RS" sz="2000" b="1">
                <a:latin typeface="Arial" panose="020B0604020202020204" pitchFamily="34" charset="0"/>
                <a:cs typeface="Arial" panose="020B0604020202020204" pitchFamily="34" charset="0"/>
              </a:rPr>
              <a:t>Slučaj 3:</a:t>
            </a:r>
          </a:p>
          <a:p>
            <a:pPr eaLnBrk="1" hangingPunct="1">
              <a:buFontTx/>
              <a:buNone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	Oba vrha su izvan granica pa nema izlaza. (</a:t>
            </a:r>
            <a:r>
              <a:rPr lang="hr-HR" altLang="sr-Latn-RS" sz="2000" i="1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 vani, </a:t>
            </a:r>
            <a:r>
              <a:rPr lang="hr-HR" altLang="sr-Latn-RS" sz="2000" i="1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 vani)</a:t>
            </a:r>
          </a:p>
          <a:p>
            <a:pPr eaLnBrk="1" hangingPunct="1">
              <a:buFontTx/>
              <a:buNone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hr-HR" altLang="sr-Latn-RS" sz="2000" b="1">
                <a:latin typeface="Arial" panose="020B0604020202020204" pitchFamily="34" charset="0"/>
                <a:cs typeface="Arial" panose="020B0604020202020204" pitchFamily="34" charset="0"/>
              </a:rPr>
              <a:t>Slučaj 4:</a:t>
            </a:r>
          </a:p>
          <a:p>
            <a:pPr eaLnBrk="1" hangingPunct="1">
              <a:buFontTx/>
              <a:buNone/>
            </a:pP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	Točke presjeka </a:t>
            </a:r>
            <a:r>
              <a:rPr lang="hr-HR" altLang="sr-Latn-RS" sz="2000" i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 i </a:t>
            </a:r>
            <a:r>
              <a:rPr lang="hr-HR" altLang="sr-Latn-RS" sz="2000" i="1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 su obje dodane izlaznoj listi. (</a:t>
            </a:r>
            <a:r>
              <a:rPr lang="hr-HR" altLang="sr-Latn-RS" sz="2000" i="1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 vani, </a:t>
            </a:r>
            <a:r>
              <a:rPr lang="hr-HR" altLang="sr-Latn-RS" sz="2000" i="1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hr-HR" altLang="sr-Latn-RS" sz="2000">
                <a:latin typeface="Arial" panose="020B0604020202020204" pitchFamily="34" charset="0"/>
                <a:cs typeface="Arial" panose="020B0604020202020204" pitchFamily="34" charset="0"/>
              </a:rPr>
              <a:t> unutra)</a:t>
            </a:r>
            <a:endParaRPr lang="en-US" altLang="sr-Latn-R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563" name="Date Placeholder 3">
            <a:extLst>
              <a:ext uri="{FF2B5EF4-FFF2-40B4-BE49-F238E27FC236}">
                <a16:creationId xmlns:a16="http://schemas.microsoft.com/office/drawing/2014/main" id="{6EF49061-753B-4E57-B46C-BFEBE915DF61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compatLnSpc="1">
            <a:prstTxWarp prst="textNoShape">
              <a:avLst/>
            </a:prstTxWarp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fld id="{B1F66075-2E5B-468C-886F-76EDF9570BAE}" type="datetime1">
              <a:rPr lang="hr-HR" altLang="sr-Latn-RS" sz="1400" smtClean="0">
                <a:latin typeface="Times New Roman" panose="02020603050405020304" pitchFamily="18" charset="0"/>
              </a:rPr>
              <a:t>31.10.2025.</a:t>
            </a:fld>
            <a:endParaRPr lang="en-GB" altLang="sr-Latn-RS" sz="1400">
              <a:latin typeface="Times New Roman" panose="02020603050405020304" pitchFamily="18" charset="0"/>
            </a:endParaRPr>
          </a:p>
        </p:txBody>
      </p:sp>
      <p:sp>
        <p:nvSpPr>
          <p:cNvPr id="2" name="Rezervirano mjesto broja slajda 1">
            <a:extLst>
              <a:ext uri="{FF2B5EF4-FFF2-40B4-BE49-F238E27FC236}">
                <a16:creationId xmlns:a16="http://schemas.microsoft.com/office/drawing/2014/main" id="{978143F0-CEAA-66ED-7386-EC50187F5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EB520-78E3-4812-B23B-E76211F014E6}" type="slidenum">
              <a:rPr lang="en-GB" altLang="sr-Latn-RS" smtClean="0"/>
              <a:pPr/>
              <a:t>74</a:t>
            </a:fld>
            <a:endParaRPr lang="en-GB" altLang="sr-Latn-R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sustav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1869</TotalTime>
  <Words>3395</Words>
  <Application>Microsoft Office PowerPoint</Application>
  <PresentationFormat>On-screen Show (4:3)</PresentationFormat>
  <Paragraphs>566</Paragraphs>
  <Slides>74</Slides>
  <Notes>37</Notes>
  <HiddenSlides>3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74</vt:i4>
      </vt:variant>
    </vt:vector>
  </HeadingPairs>
  <TitlesOfParts>
    <vt:vector size="81" baseType="lpstr">
      <vt:lpstr>Arial</vt:lpstr>
      <vt:lpstr>Calibri</vt:lpstr>
      <vt:lpstr>Calibri Light</vt:lpstr>
      <vt:lpstr>Times New Roman</vt:lpstr>
      <vt:lpstr>Wingdings 2</vt:lpstr>
      <vt:lpstr>Tema sustava Office</vt:lpstr>
      <vt:lpstr>Microsoft Equation 3.0</vt:lpstr>
      <vt:lpstr>Računalna grafika</vt:lpstr>
      <vt:lpstr>ISCRTAVANJE (RENDERIRANJE)</vt:lpstr>
      <vt:lpstr>OKO</vt:lpstr>
      <vt:lpstr>OKO</vt:lpstr>
      <vt:lpstr>OKO</vt:lpstr>
      <vt:lpstr>OKO</vt:lpstr>
      <vt:lpstr>OKO</vt:lpstr>
      <vt:lpstr>OKO</vt:lpstr>
      <vt:lpstr>OKO</vt:lpstr>
      <vt:lpstr>OKO</vt:lpstr>
      <vt:lpstr>OKO</vt:lpstr>
      <vt:lpstr>Koliko je izbočina, a koliko udubljenja?</vt:lpstr>
      <vt:lpstr>Koliko je izbočina, a koliko udubljenja?</vt:lpstr>
      <vt:lpstr>Koliko je izbočina, a koliko udubljenja?</vt:lpstr>
      <vt:lpstr>PowerPoint Presentation</vt:lpstr>
      <vt:lpstr>OKO</vt:lpstr>
      <vt:lpstr>Modeli osvjetljavanja </vt:lpstr>
      <vt:lpstr>Modeli osvjetljavanja </vt:lpstr>
      <vt:lpstr>Modeli osvjetljavanja </vt:lpstr>
      <vt:lpstr>Modeli osvjetljavanja </vt:lpstr>
      <vt:lpstr>Modeli osvjetljavanja </vt:lpstr>
      <vt:lpstr>Modeli osvjetljavanja </vt:lpstr>
      <vt:lpstr>Jednostavni model osvjetljavanja </vt:lpstr>
      <vt:lpstr>Jednostavni model osvjetljavanja </vt:lpstr>
      <vt:lpstr>Jednostavni model osvjetljavanja </vt:lpstr>
      <vt:lpstr>Jednostavni model osvjetljavanja </vt:lpstr>
      <vt:lpstr>Jednostavni model osvjetljavanja </vt:lpstr>
      <vt:lpstr>Jednostavni model osvjetljavanja </vt:lpstr>
      <vt:lpstr>Jednostavni model osvjetljavanja </vt:lpstr>
      <vt:lpstr>Jednostavni model osvjetljavanja </vt:lpstr>
      <vt:lpstr>Jednostavni model osvjetljavanja </vt:lpstr>
      <vt:lpstr>Zrcalna refleksija (jednostavni model)</vt:lpstr>
      <vt:lpstr>Zrcalna refleksija (jednostavni model)</vt:lpstr>
      <vt:lpstr>Zrcalna refleksija (jednostavni model)</vt:lpstr>
      <vt:lpstr>Zrcalna refleksija (jednostavni model)</vt:lpstr>
      <vt:lpstr>Zrcalna refleksija (jednostavni model)</vt:lpstr>
      <vt:lpstr>Phong-ov model (jednostavni model)</vt:lpstr>
      <vt:lpstr>Phong-ov model (jednostavni model)</vt:lpstr>
      <vt:lpstr>Odrezivanje linija</vt:lpstr>
      <vt:lpstr>Odrezivanje linija</vt:lpstr>
      <vt:lpstr>Odrezivanje linija</vt:lpstr>
      <vt:lpstr>Odrezivanje krajnjih točaka </vt:lpstr>
      <vt:lpstr>Odrezivanje ravnih crta rješavanjem simultanih jednadžbi </vt:lpstr>
      <vt:lpstr>Odrezivanje ravnih crta rješavanjem simultanih jednadžbi </vt:lpstr>
      <vt:lpstr>Odrezivanje ravnih crta rješavanjem simultanih jednadžbi </vt:lpstr>
      <vt:lpstr>Cohen – Sutherland algoritam odrezivanja </vt:lpstr>
      <vt:lpstr>Cohen – Sutherland algoritam odrezivanja </vt:lpstr>
      <vt:lpstr>Cohen – Sutherland algoritam odrezivanja </vt:lpstr>
      <vt:lpstr>Cohen – Sutherland algoritam odrezivanja </vt:lpstr>
      <vt:lpstr>Cohen – Sutherland algoritam odrezivanja </vt:lpstr>
      <vt:lpstr>Cohen – Sutherland algoritam odrezivanja </vt:lpstr>
      <vt:lpstr>Cohen – Sutherland algoritam odrezivanja </vt:lpstr>
      <vt:lpstr>Cohen – Sutherland algoritam odrezivanja </vt:lpstr>
      <vt:lpstr>Cohen – Sutherland algoritam odrezivanja </vt:lpstr>
      <vt:lpstr>Cohen – Sutherland algoritam odrezivanja </vt:lpstr>
      <vt:lpstr>Cohen – Sutherland algoritam odrezivanja </vt:lpstr>
      <vt:lpstr>Odrezivanje poligona je složenije nego odrezivanje pojedinačnih linija  Ulaz: poligon Izlaz: originalni poligon, novi poligon, ili ništa  Zašto je odrezivanje teško?</vt:lpstr>
      <vt:lpstr>Zašto je odrezivanje teško?</vt:lpstr>
      <vt:lpstr>Zašto je odrezivanje teško?</vt:lpstr>
      <vt:lpstr>Algoritam Sutherland-Hodgeman</vt:lpstr>
      <vt:lpstr>Algoritam Sutherland-Hodgeman</vt:lpstr>
      <vt:lpstr>Algoritam Sutherland-Hodgeman</vt:lpstr>
      <vt:lpstr>Algoritam Sutherland-Hodgeman</vt:lpstr>
      <vt:lpstr>Algoritam Sutherland-Hodgeman</vt:lpstr>
      <vt:lpstr>Algoritam Sutherland-Hodgeman</vt:lpstr>
      <vt:lpstr>Algoritam Sutherland-Hodgeman</vt:lpstr>
      <vt:lpstr>Algoritam Sutherland-Hodgeman</vt:lpstr>
      <vt:lpstr>Algoritam Sutherland-Hodgeman</vt:lpstr>
      <vt:lpstr>Algoritam Sutherland-Hodgeman</vt:lpstr>
      <vt:lpstr>Algoritam Sutherland-Hodgeman</vt:lpstr>
      <vt:lpstr>Algoritam Sutherland-Hodgeman</vt:lpstr>
      <vt:lpstr>Algoritam Sutherland-Hodgeman</vt:lpstr>
      <vt:lpstr>Algoritam Sutherland-Hodgeman</vt:lpstr>
      <vt:lpstr>Algoritam Sutherland-Hodgeman</vt:lpstr>
    </vt:vector>
  </TitlesOfParts>
  <Company>University of Edinburgh, Division of Informatics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Graphics</dc:title>
  <dc:creator>McKenzie</dc:creator>
  <cp:lastModifiedBy>Adela Papić</cp:lastModifiedBy>
  <cp:revision>465</cp:revision>
  <dcterms:created xsi:type="dcterms:W3CDTF">2000-10-04T12:12:17Z</dcterms:created>
  <dcterms:modified xsi:type="dcterms:W3CDTF">2025-10-31T15:20:06Z</dcterms:modified>
</cp:coreProperties>
</file>